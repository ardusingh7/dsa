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0"/>
  </p:notesMasterIdLst>
  <p:handoutMasterIdLst>
    <p:handoutMasterId r:id="rId181"/>
  </p:handoutMasterIdLst>
  <p:sldIdLst>
    <p:sldId id="256" r:id="rId2"/>
    <p:sldId id="257" r:id="rId3"/>
    <p:sldId id="258" r:id="rId4"/>
    <p:sldId id="259" r:id="rId5"/>
    <p:sldId id="472" r:id="rId6"/>
    <p:sldId id="269" r:id="rId7"/>
    <p:sldId id="529" r:id="rId8"/>
    <p:sldId id="566" r:id="rId9"/>
    <p:sldId id="530" r:id="rId10"/>
    <p:sldId id="411" r:id="rId11"/>
    <p:sldId id="670" r:id="rId12"/>
    <p:sldId id="541" r:id="rId13"/>
    <p:sldId id="473" r:id="rId14"/>
    <p:sldId id="475" r:id="rId15"/>
    <p:sldId id="478" r:id="rId16"/>
    <p:sldId id="479" r:id="rId17"/>
    <p:sldId id="480" r:id="rId18"/>
    <p:sldId id="481" r:id="rId19"/>
    <p:sldId id="482" r:id="rId20"/>
    <p:sldId id="568" r:id="rId21"/>
    <p:sldId id="601" r:id="rId22"/>
    <p:sldId id="622" r:id="rId23"/>
    <p:sldId id="626" r:id="rId24"/>
    <p:sldId id="668" r:id="rId25"/>
    <p:sldId id="484" r:id="rId26"/>
    <p:sldId id="485" r:id="rId27"/>
    <p:sldId id="486" r:id="rId28"/>
    <p:sldId id="624" r:id="rId29"/>
    <p:sldId id="666" r:id="rId30"/>
    <p:sldId id="667" r:id="rId31"/>
    <p:sldId id="487" r:id="rId32"/>
    <p:sldId id="488" r:id="rId33"/>
    <p:sldId id="489" r:id="rId34"/>
    <p:sldId id="569" r:id="rId35"/>
    <p:sldId id="604" r:id="rId36"/>
    <p:sldId id="623" r:id="rId37"/>
    <p:sldId id="675" r:id="rId38"/>
    <p:sldId id="570" r:id="rId39"/>
    <p:sldId id="491" r:id="rId40"/>
    <p:sldId id="492" r:id="rId41"/>
    <p:sldId id="571" r:id="rId42"/>
    <p:sldId id="609" r:id="rId43"/>
    <p:sldId id="493" r:id="rId44"/>
    <p:sldId id="494" r:id="rId45"/>
    <p:sldId id="495" r:id="rId46"/>
    <p:sldId id="572" r:id="rId47"/>
    <p:sldId id="610" r:id="rId48"/>
    <p:sldId id="587" r:id="rId49"/>
    <p:sldId id="613" r:id="rId50"/>
    <p:sldId id="614" r:id="rId51"/>
    <p:sldId id="588" r:id="rId52"/>
    <p:sldId id="603" r:id="rId53"/>
    <p:sldId id="591" r:id="rId54"/>
    <p:sldId id="592" r:id="rId55"/>
    <p:sldId id="606" r:id="rId56"/>
    <p:sldId id="593" r:id="rId57"/>
    <p:sldId id="607" r:id="rId58"/>
    <p:sldId id="586" r:id="rId59"/>
    <p:sldId id="662" r:id="rId60"/>
    <p:sldId id="663" r:id="rId61"/>
    <p:sldId id="665" r:id="rId62"/>
    <p:sldId id="664" r:id="rId63"/>
    <p:sldId id="669" r:id="rId64"/>
    <p:sldId id="631" r:id="rId65"/>
    <p:sldId id="632" r:id="rId66"/>
    <p:sldId id="633" r:id="rId67"/>
    <p:sldId id="634" r:id="rId68"/>
    <p:sldId id="635" r:id="rId69"/>
    <p:sldId id="636" r:id="rId70"/>
    <p:sldId id="637" r:id="rId71"/>
    <p:sldId id="638" r:id="rId72"/>
    <p:sldId id="639" r:id="rId73"/>
    <p:sldId id="640" r:id="rId74"/>
    <p:sldId id="641" r:id="rId75"/>
    <p:sldId id="644" r:id="rId76"/>
    <p:sldId id="659" r:id="rId77"/>
    <p:sldId id="660" r:id="rId78"/>
    <p:sldId id="643" r:id="rId79"/>
    <p:sldId id="642" r:id="rId80"/>
    <p:sldId id="661" r:id="rId81"/>
    <p:sldId id="671" r:id="rId82"/>
    <p:sldId id="645" r:id="rId83"/>
    <p:sldId id="650" r:id="rId84"/>
    <p:sldId id="646" r:id="rId85"/>
    <p:sldId id="651" r:id="rId86"/>
    <p:sldId id="652" r:id="rId87"/>
    <p:sldId id="653" r:id="rId88"/>
    <p:sldId id="647" r:id="rId89"/>
    <p:sldId id="648" r:id="rId90"/>
    <p:sldId id="649" r:id="rId91"/>
    <p:sldId id="654" r:id="rId92"/>
    <p:sldId id="655" r:id="rId93"/>
    <p:sldId id="656" r:id="rId94"/>
    <p:sldId id="658" r:id="rId95"/>
    <p:sldId id="657" r:id="rId96"/>
    <p:sldId id="581" r:id="rId97"/>
    <p:sldId id="575" r:id="rId98"/>
    <p:sldId id="579" r:id="rId99"/>
    <p:sldId id="583" r:id="rId100"/>
    <p:sldId id="498" r:id="rId101"/>
    <p:sldId id="499" r:id="rId102"/>
    <p:sldId id="501" r:id="rId103"/>
    <p:sldId id="503" r:id="rId104"/>
    <p:sldId id="504" r:id="rId105"/>
    <p:sldId id="505" r:id="rId106"/>
    <p:sldId id="506" r:id="rId107"/>
    <p:sldId id="507" r:id="rId108"/>
    <p:sldId id="508" r:id="rId109"/>
    <p:sldId id="509" r:id="rId110"/>
    <p:sldId id="573" r:id="rId111"/>
    <p:sldId id="510" r:id="rId112"/>
    <p:sldId id="511" r:id="rId113"/>
    <p:sldId id="512" r:id="rId114"/>
    <p:sldId id="513" r:id="rId115"/>
    <p:sldId id="514" r:id="rId116"/>
    <p:sldId id="625" r:id="rId117"/>
    <p:sldId id="627" r:id="rId118"/>
    <p:sldId id="516" r:id="rId119"/>
    <p:sldId id="574" r:id="rId120"/>
    <p:sldId id="611" r:id="rId121"/>
    <p:sldId id="517" r:id="rId122"/>
    <p:sldId id="518" r:id="rId123"/>
    <p:sldId id="519" r:id="rId124"/>
    <p:sldId id="520" r:id="rId125"/>
    <p:sldId id="628" r:id="rId126"/>
    <p:sldId id="676" r:id="rId127"/>
    <p:sldId id="497" r:id="rId128"/>
    <p:sldId id="534" r:id="rId129"/>
    <p:sldId id="629" r:id="rId130"/>
    <p:sldId id="672" r:id="rId131"/>
    <p:sldId id="539" r:id="rId132"/>
    <p:sldId id="540" r:id="rId133"/>
    <p:sldId id="527" r:id="rId134"/>
    <p:sldId id="528" r:id="rId135"/>
    <p:sldId id="595" r:id="rId136"/>
    <p:sldId id="612" r:id="rId137"/>
    <p:sldId id="596" r:id="rId138"/>
    <p:sldId id="630" r:id="rId139"/>
    <p:sldId id="615" r:id="rId140"/>
    <p:sldId id="616" r:id="rId141"/>
    <p:sldId id="599" r:id="rId142"/>
    <p:sldId id="618" r:id="rId143"/>
    <p:sldId id="619" r:id="rId144"/>
    <p:sldId id="600" r:id="rId145"/>
    <p:sldId id="585" r:id="rId146"/>
    <p:sldId id="582" r:id="rId147"/>
    <p:sldId id="576" r:id="rId148"/>
    <p:sldId id="580" r:id="rId149"/>
    <p:sldId id="584" r:id="rId150"/>
    <p:sldId id="546" r:id="rId151"/>
    <p:sldId id="547" r:id="rId152"/>
    <p:sldId id="548" r:id="rId153"/>
    <p:sldId id="551" r:id="rId154"/>
    <p:sldId id="620" r:id="rId155"/>
    <p:sldId id="552" r:id="rId156"/>
    <p:sldId id="621" r:id="rId157"/>
    <p:sldId id="549" r:id="rId158"/>
    <p:sldId id="550" r:id="rId159"/>
    <p:sldId id="553" r:id="rId160"/>
    <p:sldId id="554" r:id="rId161"/>
    <p:sldId id="555" r:id="rId162"/>
    <p:sldId id="556" r:id="rId163"/>
    <p:sldId id="557" r:id="rId164"/>
    <p:sldId id="558" r:id="rId165"/>
    <p:sldId id="559" r:id="rId166"/>
    <p:sldId id="560" r:id="rId167"/>
    <p:sldId id="561" r:id="rId168"/>
    <p:sldId id="273" r:id="rId169"/>
    <p:sldId id="264" r:id="rId170"/>
    <p:sldId id="674" r:id="rId171"/>
    <p:sldId id="617" r:id="rId172"/>
    <p:sldId id="274" r:id="rId173"/>
    <p:sldId id="543" r:id="rId174"/>
    <p:sldId id="535" r:id="rId175"/>
    <p:sldId id="544" r:id="rId176"/>
    <p:sldId id="565" r:id="rId177"/>
    <p:sldId id="265" r:id="rId178"/>
    <p:sldId id="283" r:id="rId179"/>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27C99BF-4323-F875-C376-1EA6CCB421BD}" v="1308" dt="2022-03-16T10:13:39.065"/>
    <p1510:client id="{1C474961-8601-5E0C-0C0B-2EE91A878CCB}" v="12" dt="2022-03-15T11:01:21.780"/>
    <p1510:client id="{898A97C6-F779-4A5F-BFB9-10E37EEDE666}" v="435" dt="2022-03-14T13:39:46.677"/>
    <p1510:client id="{9437C12B-5F47-0746-873B-BD1644D3AFFA}" v="35" dt="2022-03-21T04:58:55.263"/>
    <p1510:client id="{BEEAA88C-BB06-A9E0-DE20-3BA18E05D25C}" v="154" dt="2022-03-16T05:16:42.78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2" d="100"/>
          <a:sy n="62" d="100"/>
        </p:scale>
        <p:origin x="804" y="48"/>
      </p:cViewPr>
      <p:guideLst>
        <p:guide orient="horz" pos="2160"/>
        <p:guide pos="3840"/>
      </p:guideLst>
    </p:cSldViewPr>
  </p:slideViewPr>
  <p:notesTextViewPr>
    <p:cViewPr>
      <p:scale>
        <a:sx n="100" d="100"/>
        <a:sy n="100" d="100"/>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handoutMaster" Target="handoutMasters/handoutMaster1.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presProps" Target="presProps.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viewProps" Target="view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theme" Target="theme/theme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notesMaster" Target="notesMasters/notesMaster1.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microsoft.com/office/2016/11/relationships/changesInfo" Target="changesInfos/changesInfo1.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microsoft.com/office/2015/10/relationships/revisionInfo" Target="revisionInfo.xml"/><Relationship Id="rId1" Type="http://schemas.openxmlformats.org/officeDocument/2006/relationships/slideMaster" Target="slideMasters/slideMaster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bhijit Kumar" userId="S::abhijit.cse@niet.co.in::3a2d0ee7-e628-420c-bdd7-c6344c2b50fa" providerId="AD" clId="Web-{1C474961-8601-5E0C-0C0B-2EE91A878CCB}"/>
    <pc:docChg chg="addSld delSld">
      <pc:chgData name="Abhijit Kumar" userId="S::abhijit.cse@niet.co.in::3a2d0ee7-e628-420c-bdd7-c6344c2b50fa" providerId="AD" clId="Web-{1C474961-8601-5E0C-0C0B-2EE91A878CCB}" dt="2022-03-15T11:01:21.780" v="4"/>
      <pc:docMkLst>
        <pc:docMk/>
      </pc:docMkLst>
      <pc:sldChg chg="del">
        <pc:chgData name="Abhijit Kumar" userId="S::abhijit.cse@niet.co.in::3a2d0ee7-e628-420c-bdd7-c6344c2b50fa" providerId="AD" clId="Web-{1C474961-8601-5E0C-0C0B-2EE91A878CCB}" dt="2022-03-15T11:01:21.780" v="4"/>
        <pc:sldMkLst>
          <pc:docMk/>
          <pc:sldMk cId="0" sldId="515"/>
        </pc:sldMkLst>
      </pc:sldChg>
      <pc:sldChg chg="del">
        <pc:chgData name="Abhijit Kumar" userId="S::abhijit.cse@niet.co.in::3a2d0ee7-e628-420c-bdd7-c6344c2b50fa" providerId="AD" clId="Web-{1C474961-8601-5E0C-0C0B-2EE91A878CCB}" dt="2022-03-15T10:48:56.280" v="0"/>
        <pc:sldMkLst>
          <pc:docMk/>
          <pc:sldMk cId="0" sldId="567"/>
        </pc:sldMkLst>
      </pc:sldChg>
      <pc:sldChg chg="add del">
        <pc:chgData name="Abhijit Kumar" userId="S::abhijit.cse@niet.co.in::3a2d0ee7-e628-420c-bdd7-c6344c2b50fa" providerId="AD" clId="Web-{1C474961-8601-5E0C-0C0B-2EE91A878CCB}" dt="2022-03-15T10:54:04.349" v="3"/>
        <pc:sldMkLst>
          <pc:docMk/>
          <pc:sldMk cId="0" sldId="575"/>
        </pc:sldMkLst>
      </pc:sldChg>
      <pc:sldChg chg="add">
        <pc:chgData name="Abhijit Kumar" userId="S::abhijit.cse@niet.co.in::3a2d0ee7-e628-420c-bdd7-c6344c2b50fa" providerId="AD" clId="Web-{1C474961-8601-5E0C-0C0B-2EE91A878CCB}" dt="2022-03-15T10:50:21.266" v="1"/>
        <pc:sldMkLst>
          <pc:docMk/>
          <pc:sldMk cId="553549563" sldId="661"/>
        </pc:sldMkLst>
      </pc:sldChg>
    </pc:docChg>
  </pc:docChgLst>
  <pc:docChgLst>
    <pc:chgData name="Abhijit Kumar" userId="S::abhijit.cse@niet.co.in::3a2d0ee7-e628-420c-bdd7-c6344c2b50fa" providerId="AD" clId="Web-{BEEAA88C-BB06-A9E0-DE20-3BA18E05D25C}"/>
    <pc:docChg chg="addSld modSld sldOrd">
      <pc:chgData name="Abhijit Kumar" userId="S::abhijit.cse@niet.co.in::3a2d0ee7-e628-420c-bdd7-c6344c2b50fa" providerId="AD" clId="Web-{BEEAA88C-BB06-A9E0-DE20-3BA18E05D25C}" dt="2022-03-16T05:16:42.786" v="109" actId="14100"/>
      <pc:docMkLst>
        <pc:docMk/>
      </pc:docMkLst>
      <pc:sldChg chg="ord">
        <pc:chgData name="Abhijit Kumar" userId="S::abhijit.cse@niet.co.in::3a2d0ee7-e628-420c-bdd7-c6344c2b50fa" providerId="AD" clId="Web-{BEEAA88C-BB06-A9E0-DE20-3BA18E05D25C}" dt="2022-03-16T04:50:08.913" v="5"/>
        <pc:sldMkLst>
          <pc:docMk/>
          <pc:sldMk cId="0" sldId="631"/>
        </pc:sldMkLst>
      </pc:sldChg>
      <pc:sldChg chg="modSp add replId">
        <pc:chgData name="Abhijit Kumar" userId="S::abhijit.cse@niet.co.in::3a2d0ee7-e628-420c-bdd7-c6344c2b50fa" providerId="AD" clId="Web-{BEEAA88C-BB06-A9E0-DE20-3BA18E05D25C}" dt="2022-03-16T05:15:59.207" v="105" actId="20577"/>
        <pc:sldMkLst>
          <pc:docMk/>
          <pc:sldMk cId="44675904" sldId="662"/>
        </pc:sldMkLst>
        <pc:spChg chg="mod">
          <ac:chgData name="Abhijit Kumar" userId="S::abhijit.cse@niet.co.in::3a2d0ee7-e628-420c-bdd7-c6344c2b50fa" providerId="AD" clId="Web-{BEEAA88C-BB06-A9E0-DE20-3BA18E05D25C}" dt="2022-03-16T04:50:32.992" v="15" actId="20577"/>
          <ac:spMkLst>
            <pc:docMk/>
            <pc:sldMk cId="44675904" sldId="662"/>
            <ac:spMk id="7" creationId="{90A9CC62-E0F2-4324-B757-B1A892F02999}"/>
          </ac:spMkLst>
        </pc:spChg>
        <pc:spChg chg="mod">
          <ac:chgData name="Abhijit Kumar" userId="S::abhijit.cse@niet.co.in::3a2d0ee7-e628-420c-bdd7-c6344c2b50fa" providerId="AD" clId="Web-{BEEAA88C-BB06-A9E0-DE20-3BA18E05D25C}" dt="2022-03-16T05:15:59.207" v="105" actId="20577"/>
          <ac:spMkLst>
            <pc:docMk/>
            <pc:sldMk cId="44675904" sldId="662"/>
            <ac:spMk id="8" creationId="{00000000-0000-0000-0000-000000000000}"/>
          </ac:spMkLst>
        </pc:spChg>
      </pc:sldChg>
      <pc:sldChg chg="modSp add replId">
        <pc:chgData name="Abhijit Kumar" userId="S::abhijit.cse@niet.co.in::3a2d0ee7-e628-420c-bdd7-c6344c2b50fa" providerId="AD" clId="Web-{BEEAA88C-BB06-A9E0-DE20-3BA18E05D25C}" dt="2022-03-16T05:15:45.207" v="103" actId="20577"/>
        <pc:sldMkLst>
          <pc:docMk/>
          <pc:sldMk cId="3226076657" sldId="663"/>
        </pc:sldMkLst>
        <pc:spChg chg="mod">
          <ac:chgData name="Abhijit Kumar" userId="S::abhijit.cse@niet.co.in::3a2d0ee7-e628-420c-bdd7-c6344c2b50fa" providerId="AD" clId="Web-{BEEAA88C-BB06-A9E0-DE20-3BA18E05D25C}" dt="2022-03-16T05:15:45.207" v="103" actId="20577"/>
          <ac:spMkLst>
            <pc:docMk/>
            <pc:sldMk cId="3226076657" sldId="663"/>
            <ac:spMk id="8" creationId="{00000000-0000-0000-0000-000000000000}"/>
          </ac:spMkLst>
        </pc:spChg>
      </pc:sldChg>
      <pc:sldChg chg="addSp delSp modSp add replId delAnim">
        <pc:chgData name="Abhijit Kumar" userId="S::abhijit.cse@niet.co.in::3a2d0ee7-e628-420c-bdd7-c6344c2b50fa" providerId="AD" clId="Web-{BEEAA88C-BB06-A9E0-DE20-3BA18E05D25C}" dt="2022-03-16T05:13:30.625" v="92" actId="20577"/>
        <pc:sldMkLst>
          <pc:docMk/>
          <pc:sldMk cId="299102712" sldId="664"/>
        </pc:sldMkLst>
        <pc:spChg chg="mod">
          <ac:chgData name="Abhijit Kumar" userId="S::abhijit.cse@niet.co.in::3a2d0ee7-e628-420c-bdd7-c6344c2b50fa" providerId="AD" clId="Web-{BEEAA88C-BB06-A9E0-DE20-3BA18E05D25C}" dt="2022-03-16T05:13:30.625" v="92" actId="20577"/>
          <ac:spMkLst>
            <pc:docMk/>
            <pc:sldMk cId="299102712" sldId="664"/>
            <ac:spMk id="7" creationId="{90A9CC62-E0F2-4324-B757-B1A892F02999}"/>
          </ac:spMkLst>
        </pc:spChg>
        <pc:spChg chg="del">
          <ac:chgData name="Abhijit Kumar" userId="S::abhijit.cse@niet.co.in::3a2d0ee7-e628-420c-bdd7-c6344c2b50fa" providerId="AD" clId="Web-{BEEAA88C-BB06-A9E0-DE20-3BA18E05D25C}" dt="2022-03-16T05:06:19.253" v="52"/>
          <ac:spMkLst>
            <pc:docMk/>
            <pc:sldMk cId="299102712" sldId="664"/>
            <ac:spMk id="8" creationId="{00000000-0000-0000-0000-000000000000}"/>
          </ac:spMkLst>
        </pc:spChg>
        <pc:picChg chg="add mod">
          <ac:chgData name="Abhijit Kumar" userId="S::abhijit.cse@niet.co.in::3a2d0ee7-e628-420c-bdd7-c6344c2b50fa" providerId="AD" clId="Web-{BEEAA88C-BB06-A9E0-DE20-3BA18E05D25C}" dt="2022-03-16T05:06:35.863" v="58" actId="1076"/>
          <ac:picMkLst>
            <pc:docMk/>
            <pc:sldMk cId="299102712" sldId="664"/>
            <ac:picMk id="2" creationId="{D0243769-7960-4C82-B8CC-9B67AA7717A4}"/>
          </ac:picMkLst>
        </pc:picChg>
      </pc:sldChg>
      <pc:sldChg chg="modSp add replId">
        <pc:chgData name="Abhijit Kumar" userId="S::abhijit.cse@niet.co.in::3a2d0ee7-e628-420c-bdd7-c6344c2b50fa" providerId="AD" clId="Web-{BEEAA88C-BB06-A9E0-DE20-3BA18E05D25C}" dt="2022-03-16T05:16:42.786" v="109" actId="14100"/>
        <pc:sldMkLst>
          <pc:docMk/>
          <pc:sldMk cId="2407758693" sldId="665"/>
        </pc:sldMkLst>
        <pc:spChg chg="mod">
          <ac:chgData name="Abhijit Kumar" userId="S::abhijit.cse@niet.co.in::3a2d0ee7-e628-420c-bdd7-c6344c2b50fa" providerId="AD" clId="Web-{BEEAA88C-BB06-A9E0-DE20-3BA18E05D25C}" dt="2022-03-16T05:13:22.046" v="89" actId="20577"/>
          <ac:spMkLst>
            <pc:docMk/>
            <pc:sldMk cId="2407758693" sldId="665"/>
            <ac:spMk id="7" creationId="{90A9CC62-E0F2-4324-B757-B1A892F02999}"/>
          </ac:spMkLst>
        </pc:spChg>
        <pc:spChg chg="mod">
          <ac:chgData name="Abhijit Kumar" userId="S::abhijit.cse@niet.co.in::3a2d0ee7-e628-420c-bdd7-c6344c2b50fa" providerId="AD" clId="Web-{BEEAA88C-BB06-A9E0-DE20-3BA18E05D25C}" dt="2022-03-16T05:16:42.786" v="109" actId="14100"/>
          <ac:spMkLst>
            <pc:docMk/>
            <pc:sldMk cId="2407758693" sldId="665"/>
            <ac:spMk id="8" creationId="{00000000-0000-0000-0000-000000000000}"/>
          </ac:spMkLst>
        </pc:spChg>
      </pc:sldChg>
    </pc:docChg>
  </pc:docChgLst>
  <pc:docChgLst>
    <pc:chgData name="Abhijit Kumar" userId="dfcfaa54380e4836" providerId="LiveId" clId="{898A97C6-F779-4A5F-BFB9-10E37EEDE666}"/>
    <pc:docChg chg="undo custSel modSld modMainMaster">
      <pc:chgData name="Abhijit Kumar" userId="dfcfaa54380e4836" providerId="LiveId" clId="{898A97C6-F779-4A5F-BFB9-10E37EEDE666}" dt="2022-03-14T13:41:41.811" v="448" actId="20577"/>
      <pc:docMkLst>
        <pc:docMk/>
      </pc:docMkLst>
      <pc:sldChg chg="modSp modAnim">
        <pc:chgData name="Abhijit Kumar" userId="dfcfaa54380e4836" providerId="LiveId" clId="{898A97C6-F779-4A5F-BFB9-10E37EEDE666}" dt="2022-03-14T13:39:38.267" v="444" actId="20577"/>
        <pc:sldMkLst>
          <pc:docMk/>
          <pc:sldMk cId="0" sldId="257"/>
        </pc:sldMkLst>
        <pc:spChg chg="mod">
          <ac:chgData name="Abhijit Kumar" userId="dfcfaa54380e4836" providerId="LiveId" clId="{898A97C6-F779-4A5F-BFB9-10E37EEDE666}" dt="2022-03-14T13:39:38.267" v="444" actId="20577"/>
          <ac:spMkLst>
            <pc:docMk/>
            <pc:sldMk cId="0" sldId="257"/>
            <ac:spMk id="5" creationId="{243D2204-2149-40D9-A4B5-0F9C3F6538A1}"/>
          </ac:spMkLst>
        </pc:spChg>
        <pc:spChg chg="mod">
          <ac:chgData name="Abhijit Kumar" userId="dfcfaa54380e4836" providerId="LiveId" clId="{898A97C6-F779-4A5F-BFB9-10E37EEDE666}" dt="2022-03-14T13:38:41.199" v="384" actId="20577"/>
          <ac:spMkLst>
            <pc:docMk/>
            <pc:sldMk cId="0" sldId="257"/>
            <ac:spMk id="7" creationId="{5BD3F4B6-0529-49A2-9119-CCA204BF414E}"/>
          </ac:spMkLst>
        </pc:spChg>
        <pc:spChg chg="mod">
          <ac:chgData name="Abhijit Kumar" userId="dfcfaa54380e4836" providerId="LiveId" clId="{898A97C6-F779-4A5F-BFB9-10E37EEDE666}" dt="2022-03-14T13:34:54.819" v="323" actId="20577"/>
          <ac:spMkLst>
            <pc:docMk/>
            <pc:sldMk cId="0" sldId="257"/>
            <ac:spMk id="3074" creationId="{F933EA2E-797C-4D95-9746-5C074C4DA977}"/>
          </ac:spMkLst>
        </pc:spChg>
      </pc:sldChg>
      <pc:sldChg chg="delSp modSp">
        <pc:chgData name="Abhijit Kumar" userId="dfcfaa54380e4836" providerId="LiveId" clId="{898A97C6-F779-4A5F-BFB9-10E37EEDE666}" dt="2022-03-14T13:15:11.658" v="41" actId="478"/>
        <pc:sldMkLst>
          <pc:docMk/>
          <pc:sldMk cId="0" sldId="264"/>
        </pc:sldMkLst>
        <pc:picChg chg="del mod">
          <ac:chgData name="Abhijit Kumar" userId="dfcfaa54380e4836" providerId="LiveId" clId="{898A97C6-F779-4A5F-BFB9-10E37EEDE666}" dt="2022-03-14T13:15:11.658" v="41" actId="478"/>
          <ac:picMkLst>
            <pc:docMk/>
            <pc:sldMk cId="0" sldId="264"/>
            <ac:picMk id="131079" creationId="{A195863D-9F4D-4546-8D9C-12116D3A58C6}"/>
          </ac:picMkLst>
        </pc:picChg>
      </pc:sldChg>
      <pc:sldChg chg="delSp modSp">
        <pc:chgData name="Abhijit Kumar" userId="dfcfaa54380e4836" providerId="LiveId" clId="{898A97C6-F779-4A5F-BFB9-10E37EEDE666}" dt="2022-03-14T13:14:48.454" v="29" actId="478"/>
        <pc:sldMkLst>
          <pc:docMk/>
          <pc:sldMk cId="0" sldId="265"/>
        </pc:sldMkLst>
        <pc:picChg chg="del mod">
          <ac:chgData name="Abhijit Kumar" userId="dfcfaa54380e4836" providerId="LiveId" clId="{898A97C6-F779-4A5F-BFB9-10E37EEDE666}" dt="2022-03-14T13:14:48.454" v="29" actId="478"/>
          <ac:picMkLst>
            <pc:docMk/>
            <pc:sldMk cId="0" sldId="265"/>
            <ac:picMk id="139270" creationId="{86F223F6-0355-4739-BF5E-3AC970C285B5}"/>
          </ac:picMkLst>
        </pc:picChg>
      </pc:sldChg>
      <pc:sldChg chg="delSp">
        <pc:chgData name="Abhijit Kumar" userId="dfcfaa54380e4836" providerId="LiveId" clId="{898A97C6-F779-4A5F-BFB9-10E37EEDE666}" dt="2022-03-14T13:15:14.765" v="42" actId="478"/>
        <pc:sldMkLst>
          <pc:docMk/>
          <pc:sldMk cId="0" sldId="273"/>
        </pc:sldMkLst>
        <pc:picChg chg="del">
          <ac:chgData name="Abhijit Kumar" userId="dfcfaa54380e4836" providerId="LiveId" clId="{898A97C6-F779-4A5F-BFB9-10E37EEDE666}" dt="2022-03-14T13:15:14.765" v="42" actId="478"/>
          <ac:picMkLst>
            <pc:docMk/>
            <pc:sldMk cId="0" sldId="273"/>
            <ac:picMk id="130055" creationId="{547969BA-07AE-4F36-BEDD-754149BDA983}"/>
          </ac:picMkLst>
        </pc:picChg>
      </pc:sldChg>
      <pc:sldChg chg="delSp">
        <pc:chgData name="Abhijit Kumar" userId="dfcfaa54380e4836" providerId="LiveId" clId="{898A97C6-F779-4A5F-BFB9-10E37EEDE666}" dt="2022-03-14T13:15:01.899" v="37" actId="478"/>
        <pc:sldMkLst>
          <pc:docMk/>
          <pc:sldMk cId="0" sldId="274"/>
        </pc:sldMkLst>
        <pc:picChg chg="del">
          <ac:chgData name="Abhijit Kumar" userId="dfcfaa54380e4836" providerId="LiveId" clId="{898A97C6-F779-4A5F-BFB9-10E37EEDE666}" dt="2022-03-14T13:15:01.899" v="37" actId="478"/>
          <ac:picMkLst>
            <pc:docMk/>
            <pc:sldMk cId="0" sldId="274"/>
            <ac:picMk id="133127" creationId="{C3155050-7274-4B1A-80D1-11720AAA18BE}"/>
          </ac:picMkLst>
        </pc:picChg>
      </pc:sldChg>
      <pc:sldChg chg="delSp modSp">
        <pc:chgData name="Abhijit Kumar" userId="dfcfaa54380e4836" providerId="LiveId" clId="{898A97C6-F779-4A5F-BFB9-10E37EEDE666}" dt="2022-03-14T13:14:44.881" v="27" actId="478"/>
        <pc:sldMkLst>
          <pc:docMk/>
          <pc:sldMk cId="0" sldId="283"/>
        </pc:sldMkLst>
        <pc:picChg chg="del mod">
          <ac:chgData name="Abhijit Kumar" userId="dfcfaa54380e4836" providerId="LiveId" clId="{898A97C6-F779-4A5F-BFB9-10E37EEDE666}" dt="2022-03-14T13:14:44.881" v="27" actId="478"/>
          <ac:picMkLst>
            <pc:docMk/>
            <pc:sldMk cId="0" sldId="283"/>
            <ac:picMk id="140294" creationId="{67F02167-8BCD-426C-94D0-3B418AA7F130}"/>
          </ac:picMkLst>
        </pc:picChg>
      </pc:sldChg>
      <pc:sldChg chg="addSp delSp modSp mod addAnim delAnim">
        <pc:chgData name="Abhijit Kumar" userId="dfcfaa54380e4836" providerId="LiveId" clId="{898A97C6-F779-4A5F-BFB9-10E37EEDE666}" dt="2022-03-14T13:41:41.811" v="448" actId="20577"/>
        <pc:sldMkLst>
          <pc:docMk/>
          <pc:sldMk cId="0" sldId="472"/>
        </pc:sldMkLst>
        <pc:spChg chg="add del mod">
          <ac:chgData name="Abhijit Kumar" userId="dfcfaa54380e4836" providerId="LiveId" clId="{898A97C6-F779-4A5F-BFB9-10E37EEDE666}" dt="2022-03-14T13:32:17.903" v="278" actId="21"/>
          <ac:spMkLst>
            <pc:docMk/>
            <pc:sldMk cId="0" sldId="472"/>
            <ac:spMk id="5" creationId="{167CABF6-CBBF-4861-A2B8-D236DBCE94EA}"/>
          </ac:spMkLst>
        </pc:spChg>
        <pc:spChg chg="add del mod">
          <ac:chgData name="Abhijit Kumar" userId="dfcfaa54380e4836" providerId="LiveId" clId="{898A97C6-F779-4A5F-BFB9-10E37EEDE666}" dt="2022-03-14T13:34:36.729" v="280" actId="478"/>
          <ac:spMkLst>
            <pc:docMk/>
            <pc:sldMk cId="0" sldId="472"/>
            <ac:spMk id="5" creationId="{4ED49E98-A146-453E-8453-D6965B734176}"/>
          </ac:spMkLst>
        </pc:spChg>
        <pc:graphicFrameChg chg="add del modGraphic">
          <ac:chgData name="Abhijit Kumar" userId="dfcfaa54380e4836" providerId="LiveId" clId="{898A97C6-F779-4A5F-BFB9-10E37EEDE666}" dt="2022-03-14T13:41:41.811" v="448" actId="20577"/>
          <ac:graphicFrameMkLst>
            <pc:docMk/>
            <pc:sldMk cId="0" sldId="472"/>
            <ac:graphicFrameMk id="2" creationId="{465FBF5D-726E-4FC3-8157-91F6E7D467B8}"/>
          </ac:graphicFrameMkLst>
        </pc:graphicFrameChg>
      </pc:sldChg>
      <pc:sldChg chg="delSp modSp">
        <pc:chgData name="Abhijit Kumar" userId="dfcfaa54380e4836" providerId="LiveId" clId="{898A97C6-F779-4A5F-BFB9-10E37EEDE666}" dt="2022-03-14T13:13:20.423" v="3" actId="478"/>
        <pc:sldMkLst>
          <pc:docMk/>
          <pc:sldMk cId="0" sldId="484"/>
        </pc:sldMkLst>
        <pc:picChg chg="del mod">
          <ac:chgData name="Abhijit Kumar" userId="dfcfaa54380e4836" providerId="LiveId" clId="{898A97C6-F779-4A5F-BFB9-10E37EEDE666}" dt="2022-03-14T13:13:20.423" v="3" actId="478"/>
          <ac:picMkLst>
            <pc:docMk/>
            <pc:sldMk cId="0" sldId="484"/>
            <ac:picMk id="30724" creationId="{970F2A59-CDC6-406A-B19C-2FAEB4C41E42}"/>
          </ac:picMkLst>
        </pc:picChg>
      </pc:sldChg>
      <pc:sldChg chg="delSp">
        <pc:chgData name="Abhijit Kumar" userId="dfcfaa54380e4836" providerId="LiveId" clId="{898A97C6-F779-4A5F-BFB9-10E37EEDE666}" dt="2022-03-14T13:13:40.531" v="4" actId="478"/>
        <pc:sldMkLst>
          <pc:docMk/>
          <pc:sldMk cId="0" sldId="485"/>
        </pc:sldMkLst>
        <pc:picChg chg="del">
          <ac:chgData name="Abhijit Kumar" userId="dfcfaa54380e4836" providerId="LiveId" clId="{898A97C6-F779-4A5F-BFB9-10E37EEDE666}" dt="2022-03-14T13:13:40.531" v="4" actId="478"/>
          <ac:picMkLst>
            <pc:docMk/>
            <pc:sldMk cId="0" sldId="485"/>
            <ac:picMk id="31749" creationId="{D22BB3FE-CC37-4166-9A7B-0441CAE08D6E}"/>
          </ac:picMkLst>
        </pc:picChg>
      </pc:sldChg>
      <pc:sldChg chg="delSp modSp">
        <pc:chgData name="Abhijit Kumar" userId="dfcfaa54380e4836" providerId="LiveId" clId="{898A97C6-F779-4A5F-BFB9-10E37EEDE666}" dt="2022-03-14T13:13:49.648" v="6" actId="478"/>
        <pc:sldMkLst>
          <pc:docMk/>
          <pc:sldMk cId="0" sldId="486"/>
        </pc:sldMkLst>
        <pc:picChg chg="del mod">
          <ac:chgData name="Abhijit Kumar" userId="dfcfaa54380e4836" providerId="LiveId" clId="{898A97C6-F779-4A5F-BFB9-10E37EEDE666}" dt="2022-03-14T13:13:49.648" v="6" actId="478"/>
          <ac:picMkLst>
            <pc:docMk/>
            <pc:sldMk cId="0" sldId="486"/>
            <ac:picMk id="32772" creationId="{3BCA079A-BEBC-4554-9F88-C049E85ECB1A}"/>
          </ac:picMkLst>
        </pc:picChg>
      </pc:sldChg>
      <pc:sldChg chg="delSp modSp">
        <pc:chgData name="Abhijit Kumar" userId="dfcfaa54380e4836" providerId="LiveId" clId="{898A97C6-F779-4A5F-BFB9-10E37EEDE666}" dt="2022-03-14T13:14:02.555" v="10" actId="478"/>
        <pc:sldMkLst>
          <pc:docMk/>
          <pc:sldMk cId="0" sldId="487"/>
        </pc:sldMkLst>
        <pc:picChg chg="del mod">
          <ac:chgData name="Abhijit Kumar" userId="dfcfaa54380e4836" providerId="LiveId" clId="{898A97C6-F779-4A5F-BFB9-10E37EEDE666}" dt="2022-03-14T13:14:02.555" v="10" actId="478"/>
          <ac:picMkLst>
            <pc:docMk/>
            <pc:sldMk cId="0" sldId="487"/>
            <ac:picMk id="33809" creationId="{1EFEE977-6A03-4D79-A58F-542C2CD0A1D1}"/>
          </ac:picMkLst>
        </pc:picChg>
      </pc:sldChg>
      <pc:sldChg chg="delSp">
        <pc:chgData name="Abhijit Kumar" userId="dfcfaa54380e4836" providerId="LiveId" clId="{898A97C6-F779-4A5F-BFB9-10E37EEDE666}" dt="2022-03-14T13:14:05.317" v="11" actId="478"/>
        <pc:sldMkLst>
          <pc:docMk/>
          <pc:sldMk cId="0" sldId="488"/>
        </pc:sldMkLst>
        <pc:picChg chg="del">
          <ac:chgData name="Abhijit Kumar" userId="dfcfaa54380e4836" providerId="LiveId" clId="{898A97C6-F779-4A5F-BFB9-10E37EEDE666}" dt="2022-03-14T13:14:05.317" v="11" actId="478"/>
          <ac:picMkLst>
            <pc:docMk/>
            <pc:sldMk cId="0" sldId="488"/>
            <ac:picMk id="34827" creationId="{F98D9ADF-E262-4500-A8EF-222A5540766E}"/>
          </ac:picMkLst>
        </pc:picChg>
      </pc:sldChg>
      <pc:sldChg chg="delSp modSp">
        <pc:chgData name="Abhijit Kumar" userId="dfcfaa54380e4836" providerId="LiveId" clId="{898A97C6-F779-4A5F-BFB9-10E37EEDE666}" dt="2022-03-14T13:14:08.446" v="13" actId="478"/>
        <pc:sldMkLst>
          <pc:docMk/>
          <pc:sldMk cId="0" sldId="489"/>
        </pc:sldMkLst>
        <pc:picChg chg="del mod">
          <ac:chgData name="Abhijit Kumar" userId="dfcfaa54380e4836" providerId="LiveId" clId="{898A97C6-F779-4A5F-BFB9-10E37EEDE666}" dt="2022-03-14T13:14:08.446" v="13" actId="478"/>
          <ac:picMkLst>
            <pc:docMk/>
            <pc:sldMk cId="0" sldId="489"/>
            <ac:picMk id="35857" creationId="{C9BD53E2-4FF6-426D-85C3-21DE964ED097}"/>
          </ac:picMkLst>
        </pc:picChg>
      </pc:sldChg>
      <pc:sldChg chg="delSp modSp">
        <pc:chgData name="Abhijit Kumar" userId="dfcfaa54380e4836" providerId="LiveId" clId="{898A97C6-F779-4A5F-BFB9-10E37EEDE666}" dt="2022-03-14T13:14:24.306" v="23" actId="478"/>
        <pc:sldMkLst>
          <pc:docMk/>
          <pc:sldMk cId="0" sldId="491"/>
        </pc:sldMkLst>
        <pc:picChg chg="del mod">
          <ac:chgData name="Abhijit Kumar" userId="dfcfaa54380e4836" providerId="LiveId" clId="{898A97C6-F779-4A5F-BFB9-10E37EEDE666}" dt="2022-03-14T13:14:24.306" v="23" actId="478"/>
          <ac:picMkLst>
            <pc:docMk/>
            <pc:sldMk cId="0" sldId="491"/>
            <ac:picMk id="38923" creationId="{6B698B29-1131-4F96-8567-D3B88206E45E}"/>
          </ac:picMkLst>
        </pc:picChg>
      </pc:sldChg>
      <pc:sldChg chg="delSp modSp">
        <pc:chgData name="Abhijit Kumar" userId="dfcfaa54380e4836" providerId="LiveId" clId="{898A97C6-F779-4A5F-BFB9-10E37EEDE666}" dt="2022-03-14T13:14:27.137" v="25" actId="478"/>
        <pc:sldMkLst>
          <pc:docMk/>
          <pc:sldMk cId="0" sldId="492"/>
        </pc:sldMkLst>
        <pc:picChg chg="del mod">
          <ac:chgData name="Abhijit Kumar" userId="dfcfaa54380e4836" providerId="LiveId" clId="{898A97C6-F779-4A5F-BFB9-10E37EEDE666}" dt="2022-03-14T13:14:27.137" v="25" actId="478"/>
          <ac:picMkLst>
            <pc:docMk/>
            <pc:sldMk cId="0" sldId="492"/>
            <ac:picMk id="39953" creationId="{B87EAA15-158B-4060-8895-DE6574BA3E57}"/>
          </ac:picMkLst>
        </pc:picChg>
      </pc:sldChg>
      <pc:sldChg chg="delSp modSp">
        <pc:chgData name="Abhijit Kumar" userId="dfcfaa54380e4836" providerId="LiveId" clId="{898A97C6-F779-4A5F-BFB9-10E37EEDE666}" dt="2022-03-14T13:20:18.592" v="252" actId="478"/>
        <pc:sldMkLst>
          <pc:docMk/>
          <pc:sldMk cId="0" sldId="493"/>
        </pc:sldMkLst>
        <pc:picChg chg="del mod">
          <ac:chgData name="Abhijit Kumar" userId="dfcfaa54380e4836" providerId="LiveId" clId="{898A97C6-F779-4A5F-BFB9-10E37EEDE666}" dt="2022-03-14T13:20:18.592" v="252" actId="478"/>
          <ac:picMkLst>
            <pc:docMk/>
            <pc:sldMk cId="0" sldId="493"/>
            <ac:picMk id="42002" creationId="{AC47EF87-3005-4429-AC10-1D684B9D61AB}"/>
          </ac:picMkLst>
        </pc:picChg>
      </pc:sldChg>
      <pc:sldChg chg="delSp modSp">
        <pc:chgData name="Abhijit Kumar" userId="dfcfaa54380e4836" providerId="LiveId" clId="{898A97C6-F779-4A5F-BFB9-10E37EEDE666}" dt="2022-03-14T13:20:16.761" v="250" actId="478"/>
        <pc:sldMkLst>
          <pc:docMk/>
          <pc:sldMk cId="0" sldId="494"/>
        </pc:sldMkLst>
        <pc:picChg chg="del mod">
          <ac:chgData name="Abhijit Kumar" userId="dfcfaa54380e4836" providerId="LiveId" clId="{898A97C6-F779-4A5F-BFB9-10E37EEDE666}" dt="2022-03-14T13:20:16.761" v="250" actId="478"/>
          <ac:picMkLst>
            <pc:docMk/>
            <pc:sldMk cId="0" sldId="494"/>
            <ac:picMk id="43020" creationId="{DC3FE8CB-5DD5-4B9F-BEB8-B25AD11AA7C1}"/>
          </ac:picMkLst>
        </pc:picChg>
      </pc:sldChg>
      <pc:sldChg chg="delSp modSp">
        <pc:chgData name="Abhijit Kumar" userId="dfcfaa54380e4836" providerId="LiveId" clId="{898A97C6-F779-4A5F-BFB9-10E37EEDE666}" dt="2022-03-14T13:20:14.416" v="248" actId="478"/>
        <pc:sldMkLst>
          <pc:docMk/>
          <pc:sldMk cId="0" sldId="495"/>
        </pc:sldMkLst>
        <pc:picChg chg="del mod">
          <ac:chgData name="Abhijit Kumar" userId="dfcfaa54380e4836" providerId="LiveId" clId="{898A97C6-F779-4A5F-BFB9-10E37EEDE666}" dt="2022-03-14T13:20:14.416" v="248" actId="478"/>
          <ac:picMkLst>
            <pc:docMk/>
            <pc:sldMk cId="0" sldId="495"/>
            <ac:picMk id="44050" creationId="{D6555ACC-C7F9-4F68-9BA6-EFBF55D9309C}"/>
          </ac:picMkLst>
        </pc:picChg>
      </pc:sldChg>
      <pc:sldChg chg="delSp modSp">
        <pc:chgData name="Abhijit Kumar" userId="dfcfaa54380e4836" providerId="LiveId" clId="{898A97C6-F779-4A5F-BFB9-10E37EEDE666}" dt="2022-03-14T13:17:06.081" v="103" actId="478"/>
        <pc:sldMkLst>
          <pc:docMk/>
          <pc:sldMk cId="0" sldId="497"/>
        </pc:sldMkLst>
        <pc:picChg chg="del mod">
          <ac:chgData name="Abhijit Kumar" userId="dfcfaa54380e4836" providerId="LiveId" clId="{898A97C6-F779-4A5F-BFB9-10E37EEDE666}" dt="2022-03-14T13:17:06.081" v="103" actId="478"/>
          <ac:picMkLst>
            <pc:docMk/>
            <pc:sldMk cId="0" sldId="497"/>
            <ac:picMk id="86032" creationId="{9BA1C5D2-918E-433A-AFBB-A622533D5C08}"/>
          </ac:picMkLst>
        </pc:picChg>
      </pc:sldChg>
      <pc:sldChg chg="delSp modSp">
        <pc:chgData name="Abhijit Kumar" userId="dfcfaa54380e4836" providerId="LiveId" clId="{898A97C6-F779-4A5F-BFB9-10E37EEDE666}" dt="2022-03-14T13:18:31.035" v="156" actId="478"/>
        <pc:sldMkLst>
          <pc:docMk/>
          <pc:sldMk cId="0" sldId="498"/>
        </pc:sldMkLst>
        <pc:picChg chg="del mod">
          <ac:chgData name="Abhijit Kumar" userId="dfcfaa54380e4836" providerId="LiveId" clId="{898A97C6-F779-4A5F-BFB9-10E37EEDE666}" dt="2022-03-14T13:18:31.035" v="156" actId="478"/>
          <ac:picMkLst>
            <pc:docMk/>
            <pc:sldMk cId="0" sldId="498"/>
            <ac:picMk id="61446" creationId="{6007191E-2549-4CF1-9C42-095706127082}"/>
          </ac:picMkLst>
        </pc:picChg>
      </pc:sldChg>
      <pc:sldChg chg="delSp modSp">
        <pc:chgData name="Abhijit Kumar" userId="dfcfaa54380e4836" providerId="LiveId" clId="{898A97C6-F779-4A5F-BFB9-10E37EEDE666}" dt="2022-03-14T13:18:28.138" v="154" actId="478"/>
        <pc:sldMkLst>
          <pc:docMk/>
          <pc:sldMk cId="0" sldId="499"/>
        </pc:sldMkLst>
        <pc:picChg chg="del mod">
          <ac:chgData name="Abhijit Kumar" userId="dfcfaa54380e4836" providerId="LiveId" clId="{898A97C6-F779-4A5F-BFB9-10E37EEDE666}" dt="2022-03-14T13:18:28.138" v="154" actId="478"/>
          <ac:picMkLst>
            <pc:docMk/>
            <pc:sldMk cId="0" sldId="499"/>
            <ac:picMk id="62474" creationId="{ECCE4350-045B-4CF5-AE9C-FFFA7CE8D47F}"/>
          </ac:picMkLst>
        </pc:picChg>
      </pc:sldChg>
      <pc:sldChg chg="delSp modSp">
        <pc:chgData name="Abhijit Kumar" userId="dfcfaa54380e4836" providerId="LiveId" clId="{898A97C6-F779-4A5F-BFB9-10E37EEDE666}" dt="2022-03-14T13:18:10.770" v="152" actId="478"/>
        <pc:sldMkLst>
          <pc:docMk/>
          <pc:sldMk cId="0" sldId="501"/>
        </pc:sldMkLst>
        <pc:picChg chg="del mod">
          <ac:chgData name="Abhijit Kumar" userId="dfcfaa54380e4836" providerId="LiveId" clId="{898A97C6-F779-4A5F-BFB9-10E37EEDE666}" dt="2022-03-14T13:18:10.770" v="152" actId="478"/>
          <ac:picMkLst>
            <pc:docMk/>
            <pc:sldMk cId="0" sldId="501"/>
            <ac:picMk id="63496" creationId="{4C3BA58E-A6E2-4205-BAD6-931C1F487310}"/>
          </ac:picMkLst>
        </pc:picChg>
      </pc:sldChg>
      <pc:sldChg chg="delSp modSp">
        <pc:chgData name="Abhijit Kumar" userId="dfcfaa54380e4836" providerId="LiveId" clId="{898A97C6-F779-4A5F-BFB9-10E37EEDE666}" dt="2022-03-14T13:18:08.525" v="150" actId="478"/>
        <pc:sldMkLst>
          <pc:docMk/>
          <pc:sldMk cId="0" sldId="503"/>
        </pc:sldMkLst>
        <pc:picChg chg="del mod">
          <ac:chgData name="Abhijit Kumar" userId="dfcfaa54380e4836" providerId="LiveId" clId="{898A97C6-F779-4A5F-BFB9-10E37EEDE666}" dt="2022-03-14T13:18:08.525" v="150" actId="478"/>
          <ac:picMkLst>
            <pc:docMk/>
            <pc:sldMk cId="0" sldId="503"/>
            <ac:picMk id="64520" creationId="{279563FF-BC0B-478C-912C-7CF28E08F294}"/>
          </ac:picMkLst>
        </pc:picChg>
      </pc:sldChg>
      <pc:sldChg chg="delSp modSp">
        <pc:chgData name="Abhijit Kumar" userId="dfcfaa54380e4836" providerId="LiveId" clId="{898A97C6-F779-4A5F-BFB9-10E37EEDE666}" dt="2022-03-14T13:18:04.718" v="148" actId="478"/>
        <pc:sldMkLst>
          <pc:docMk/>
          <pc:sldMk cId="0" sldId="504"/>
        </pc:sldMkLst>
        <pc:picChg chg="del mod">
          <ac:chgData name="Abhijit Kumar" userId="dfcfaa54380e4836" providerId="LiveId" clId="{898A97C6-F779-4A5F-BFB9-10E37EEDE666}" dt="2022-03-14T13:18:04.718" v="148" actId="478"/>
          <ac:picMkLst>
            <pc:docMk/>
            <pc:sldMk cId="0" sldId="504"/>
            <ac:picMk id="65543" creationId="{A813DA1B-A4E1-4FD2-9871-CAE50F1E421F}"/>
          </ac:picMkLst>
        </pc:picChg>
      </pc:sldChg>
      <pc:sldChg chg="delSp modSp">
        <pc:chgData name="Abhijit Kumar" userId="dfcfaa54380e4836" providerId="LiveId" clId="{898A97C6-F779-4A5F-BFB9-10E37EEDE666}" dt="2022-03-14T13:18:01.490" v="146" actId="478"/>
        <pc:sldMkLst>
          <pc:docMk/>
          <pc:sldMk cId="0" sldId="505"/>
        </pc:sldMkLst>
        <pc:picChg chg="del mod">
          <ac:chgData name="Abhijit Kumar" userId="dfcfaa54380e4836" providerId="LiveId" clId="{898A97C6-F779-4A5F-BFB9-10E37EEDE666}" dt="2022-03-14T13:18:01.490" v="146" actId="478"/>
          <ac:picMkLst>
            <pc:docMk/>
            <pc:sldMk cId="0" sldId="505"/>
            <ac:picMk id="66568" creationId="{50D22579-C9AB-45CF-95CD-5EF7A48F065B}"/>
          </ac:picMkLst>
        </pc:picChg>
      </pc:sldChg>
      <pc:sldChg chg="delSp modSp">
        <pc:chgData name="Abhijit Kumar" userId="dfcfaa54380e4836" providerId="LiveId" clId="{898A97C6-F779-4A5F-BFB9-10E37EEDE666}" dt="2022-03-14T13:17:54.794" v="144" actId="478"/>
        <pc:sldMkLst>
          <pc:docMk/>
          <pc:sldMk cId="0" sldId="506"/>
        </pc:sldMkLst>
        <pc:picChg chg="del mod">
          <ac:chgData name="Abhijit Kumar" userId="dfcfaa54380e4836" providerId="LiveId" clId="{898A97C6-F779-4A5F-BFB9-10E37EEDE666}" dt="2022-03-14T13:17:54.794" v="144" actId="478"/>
          <ac:picMkLst>
            <pc:docMk/>
            <pc:sldMk cId="0" sldId="506"/>
            <ac:picMk id="67598" creationId="{C64233F6-DA25-4E83-9ADD-1899BE773704}"/>
          </ac:picMkLst>
        </pc:picChg>
      </pc:sldChg>
      <pc:sldChg chg="delSp modSp">
        <pc:chgData name="Abhijit Kumar" userId="dfcfaa54380e4836" providerId="LiveId" clId="{898A97C6-F779-4A5F-BFB9-10E37EEDE666}" dt="2022-03-14T13:17:52.504" v="142" actId="478"/>
        <pc:sldMkLst>
          <pc:docMk/>
          <pc:sldMk cId="0" sldId="507"/>
        </pc:sldMkLst>
        <pc:picChg chg="del mod">
          <ac:chgData name="Abhijit Kumar" userId="dfcfaa54380e4836" providerId="LiveId" clId="{898A97C6-F779-4A5F-BFB9-10E37EEDE666}" dt="2022-03-14T13:17:52.504" v="142" actId="478"/>
          <ac:picMkLst>
            <pc:docMk/>
            <pc:sldMk cId="0" sldId="507"/>
            <ac:picMk id="68627" creationId="{E16F4128-3AB2-4B4C-89A7-C3FFB1921222}"/>
          </ac:picMkLst>
        </pc:picChg>
      </pc:sldChg>
      <pc:sldChg chg="delSp modSp">
        <pc:chgData name="Abhijit Kumar" userId="dfcfaa54380e4836" providerId="LiveId" clId="{898A97C6-F779-4A5F-BFB9-10E37EEDE666}" dt="2022-03-14T13:17:50.081" v="140" actId="478"/>
        <pc:sldMkLst>
          <pc:docMk/>
          <pc:sldMk cId="0" sldId="508"/>
        </pc:sldMkLst>
        <pc:picChg chg="del mod">
          <ac:chgData name="Abhijit Kumar" userId="dfcfaa54380e4836" providerId="LiveId" clId="{898A97C6-F779-4A5F-BFB9-10E37EEDE666}" dt="2022-03-14T13:17:50.081" v="140" actId="478"/>
          <ac:picMkLst>
            <pc:docMk/>
            <pc:sldMk cId="0" sldId="508"/>
            <ac:picMk id="69640" creationId="{4A8FBDCD-5911-479C-98A9-C04556B820A2}"/>
          </ac:picMkLst>
        </pc:picChg>
      </pc:sldChg>
      <pc:sldChg chg="delSp modSp">
        <pc:chgData name="Abhijit Kumar" userId="dfcfaa54380e4836" providerId="LiveId" clId="{898A97C6-F779-4A5F-BFB9-10E37EEDE666}" dt="2022-03-14T13:17:47.932" v="138" actId="478"/>
        <pc:sldMkLst>
          <pc:docMk/>
          <pc:sldMk cId="0" sldId="509"/>
        </pc:sldMkLst>
        <pc:picChg chg="del mod">
          <ac:chgData name="Abhijit Kumar" userId="dfcfaa54380e4836" providerId="LiveId" clId="{898A97C6-F779-4A5F-BFB9-10E37EEDE666}" dt="2022-03-14T13:17:47.932" v="138" actId="478"/>
          <ac:picMkLst>
            <pc:docMk/>
            <pc:sldMk cId="0" sldId="509"/>
            <ac:picMk id="70668" creationId="{03297F9C-0667-4EC1-81C3-3A29428EBA6F}"/>
          </ac:picMkLst>
        </pc:picChg>
      </pc:sldChg>
      <pc:sldChg chg="delSp modSp">
        <pc:chgData name="Abhijit Kumar" userId="dfcfaa54380e4836" providerId="LiveId" clId="{898A97C6-F779-4A5F-BFB9-10E37EEDE666}" dt="2022-03-14T13:17:43.817" v="134" actId="478"/>
        <pc:sldMkLst>
          <pc:docMk/>
          <pc:sldMk cId="0" sldId="510"/>
        </pc:sldMkLst>
        <pc:picChg chg="del mod">
          <ac:chgData name="Abhijit Kumar" userId="dfcfaa54380e4836" providerId="LiveId" clId="{898A97C6-F779-4A5F-BFB9-10E37EEDE666}" dt="2022-03-14T13:17:43.817" v="134" actId="478"/>
          <ac:picMkLst>
            <pc:docMk/>
            <pc:sldMk cId="0" sldId="510"/>
            <ac:picMk id="72712" creationId="{5D524BF2-5A52-4A47-A658-14BD1D396750}"/>
          </ac:picMkLst>
        </pc:picChg>
      </pc:sldChg>
      <pc:sldChg chg="delSp modSp">
        <pc:chgData name="Abhijit Kumar" userId="dfcfaa54380e4836" providerId="LiveId" clId="{898A97C6-F779-4A5F-BFB9-10E37EEDE666}" dt="2022-03-14T13:17:41.498" v="132" actId="478"/>
        <pc:sldMkLst>
          <pc:docMk/>
          <pc:sldMk cId="0" sldId="511"/>
        </pc:sldMkLst>
        <pc:picChg chg="del mod">
          <ac:chgData name="Abhijit Kumar" userId="dfcfaa54380e4836" providerId="LiveId" clId="{898A97C6-F779-4A5F-BFB9-10E37EEDE666}" dt="2022-03-14T13:17:41.498" v="132" actId="478"/>
          <ac:picMkLst>
            <pc:docMk/>
            <pc:sldMk cId="0" sldId="511"/>
            <ac:picMk id="73742" creationId="{F7CDB2E0-365A-442E-B55F-6F721C38D74C}"/>
          </ac:picMkLst>
        </pc:picChg>
      </pc:sldChg>
      <pc:sldChg chg="delSp modSp">
        <pc:chgData name="Abhijit Kumar" userId="dfcfaa54380e4836" providerId="LiveId" clId="{898A97C6-F779-4A5F-BFB9-10E37EEDE666}" dt="2022-03-14T13:17:39.273" v="130" actId="478"/>
        <pc:sldMkLst>
          <pc:docMk/>
          <pc:sldMk cId="0" sldId="512"/>
        </pc:sldMkLst>
        <pc:picChg chg="del mod">
          <ac:chgData name="Abhijit Kumar" userId="dfcfaa54380e4836" providerId="LiveId" clId="{898A97C6-F779-4A5F-BFB9-10E37EEDE666}" dt="2022-03-14T13:17:39.273" v="130" actId="478"/>
          <ac:picMkLst>
            <pc:docMk/>
            <pc:sldMk cId="0" sldId="512"/>
            <ac:picMk id="74765" creationId="{683457DD-9503-4F9B-83F3-FA000CA02945}"/>
          </ac:picMkLst>
        </pc:picChg>
      </pc:sldChg>
      <pc:sldChg chg="delSp modSp">
        <pc:chgData name="Abhijit Kumar" userId="dfcfaa54380e4836" providerId="LiveId" clId="{898A97C6-F779-4A5F-BFB9-10E37EEDE666}" dt="2022-03-14T13:17:37.050" v="128" actId="478"/>
        <pc:sldMkLst>
          <pc:docMk/>
          <pc:sldMk cId="0" sldId="513"/>
        </pc:sldMkLst>
        <pc:picChg chg="del mod">
          <ac:chgData name="Abhijit Kumar" userId="dfcfaa54380e4836" providerId="LiveId" clId="{898A97C6-F779-4A5F-BFB9-10E37EEDE666}" dt="2022-03-14T13:17:37.050" v="128" actId="478"/>
          <ac:picMkLst>
            <pc:docMk/>
            <pc:sldMk cId="0" sldId="513"/>
            <ac:picMk id="75784" creationId="{071850D6-4B2C-4E4D-977B-1B129E40F0FE}"/>
          </ac:picMkLst>
        </pc:picChg>
      </pc:sldChg>
      <pc:sldChg chg="delSp modSp">
        <pc:chgData name="Abhijit Kumar" userId="dfcfaa54380e4836" providerId="LiveId" clId="{898A97C6-F779-4A5F-BFB9-10E37EEDE666}" dt="2022-03-14T13:17:35.074" v="126" actId="478"/>
        <pc:sldMkLst>
          <pc:docMk/>
          <pc:sldMk cId="0" sldId="514"/>
        </pc:sldMkLst>
        <pc:picChg chg="del mod">
          <ac:chgData name="Abhijit Kumar" userId="dfcfaa54380e4836" providerId="LiveId" clId="{898A97C6-F779-4A5F-BFB9-10E37EEDE666}" dt="2022-03-14T13:17:35.074" v="126" actId="478"/>
          <ac:picMkLst>
            <pc:docMk/>
            <pc:sldMk cId="0" sldId="514"/>
            <ac:picMk id="76810" creationId="{49540F4F-BA49-4B1F-BF74-3FCB258C420B}"/>
          </ac:picMkLst>
        </pc:picChg>
      </pc:sldChg>
      <pc:sldChg chg="delSp modSp">
        <pc:chgData name="Abhijit Kumar" userId="dfcfaa54380e4836" providerId="LiveId" clId="{898A97C6-F779-4A5F-BFB9-10E37EEDE666}" dt="2022-03-14T13:17:30.324" v="124" actId="478"/>
        <pc:sldMkLst>
          <pc:docMk/>
          <pc:sldMk cId="0" sldId="515"/>
        </pc:sldMkLst>
        <pc:picChg chg="del mod">
          <ac:chgData name="Abhijit Kumar" userId="dfcfaa54380e4836" providerId="LiveId" clId="{898A97C6-F779-4A5F-BFB9-10E37EEDE666}" dt="2022-03-14T13:17:30.324" v="124" actId="478"/>
          <ac:picMkLst>
            <pc:docMk/>
            <pc:sldMk cId="0" sldId="515"/>
            <ac:picMk id="77832" creationId="{85FD2999-84E4-4044-B5F3-934FA5CE7031}"/>
          </ac:picMkLst>
        </pc:picChg>
      </pc:sldChg>
      <pc:sldChg chg="delSp modSp">
        <pc:chgData name="Abhijit Kumar" userId="dfcfaa54380e4836" providerId="LiveId" clId="{898A97C6-F779-4A5F-BFB9-10E37EEDE666}" dt="2022-03-14T13:17:23.732" v="118" actId="478"/>
        <pc:sldMkLst>
          <pc:docMk/>
          <pc:sldMk cId="0" sldId="516"/>
        </pc:sldMkLst>
        <pc:picChg chg="del mod">
          <ac:chgData name="Abhijit Kumar" userId="dfcfaa54380e4836" providerId="LiveId" clId="{898A97C6-F779-4A5F-BFB9-10E37EEDE666}" dt="2022-03-14T13:17:23.732" v="118" actId="478"/>
          <ac:picMkLst>
            <pc:docMk/>
            <pc:sldMk cId="0" sldId="516"/>
            <ac:picMk id="78854" creationId="{415BCB71-EDDB-4736-B80D-A5DDD46E6637}"/>
          </ac:picMkLst>
        </pc:picChg>
      </pc:sldChg>
      <pc:sldChg chg="delSp modSp">
        <pc:chgData name="Abhijit Kumar" userId="dfcfaa54380e4836" providerId="LiveId" clId="{898A97C6-F779-4A5F-BFB9-10E37EEDE666}" dt="2022-03-14T13:17:16.908" v="113" actId="478"/>
        <pc:sldMkLst>
          <pc:docMk/>
          <pc:sldMk cId="0" sldId="517"/>
        </pc:sldMkLst>
        <pc:picChg chg="del mod">
          <ac:chgData name="Abhijit Kumar" userId="dfcfaa54380e4836" providerId="LiveId" clId="{898A97C6-F779-4A5F-BFB9-10E37EEDE666}" dt="2022-03-14T13:17:16.908" v="113" actId="478"/>
          <ac:picMkLst>
            <pc:docMk/>
            <pc:sldMk cId="0" sldId="517"/>
            <ac:picMk id="80902" creationId="{100F62A0-FA01-4312-9FAB-49C94438895B}"/>
          </ac:picMkLst>
        </pc:picChg>
      </pc:sldChg>
      <pc:sldChg chg="delSp modSp">
        <pc:chgData name="Abhijit Kumar" userId="dfcfaa54380e4836" providerId="LiveId" clId="{898A97C6-F779-4A5F-BFB9-10E37EEDE666}" dt="2022-03-14T13:17:14.805" v="111" actId="478"/>
        <pc:sldMkLst>
          <pc:docMk/>
          <pc:sldMk cId="0" sldId="518"/>
        </pc:sldMkLst>
        <pc:picChg chg="del mod">
          <ac:chgData name="Abhijit Kumar" userId="dfcfaa54380e4836" providerId="LiveId" clId="{898A97C6-F779-4A5F-BFB9-10E37EEDE666}" dt="2022-03-14T13:17:14.805" v="111" actId="478"/>
          <ac:picMkLst>
            <pc:docMk/>
            <pc:sldMk cId="0" sldId="518"/>
            <ac:picMk id="81930" creationId="{C8E5C1BF-406A-4148-A636-303C59C607EB}"/>
          </ac:picMkLst>
        </pc:picChg>
      </pc:sldChg>
      <pc:sldChg chg="delSp modSp">
        <pc:chgData name="Abhijit Kumar" userId="dfcfaa54380e4836" providerId="LiveId" clId="{898A97C6-F779-4A5F-BFB9-10E37EEDE666}" dt="2022-03-14T13:17:12.730" v="109" actId="478"/>
        <pc:sldMkLst>
          <pc:docMk/>
          <pc:sldMk cId="0" sldId="519"/>
        </pc:sldMkLst>
        <pc:picChg chg="del mod">
          <ac:chgData name="Abhijit Kumar" userId="dfcfaa54380e4836" providerId="LiveId" clId="{898A97C6-F779-4A5F-BFB9-10E37EEDE666}" dt="2022-03-14T13:17:12.730" v="109" actId="478"/>
          <ac:picMkLst>
            <pc:docMk/>
            <pc:sldMk cId="0" sldId="519"/>
            <ac:picMk id="82950" creationId="{DF4D4A4B-0F95-4A45-8D7D-3A69C6E20813}"/>
          </ac:picMkLst>
        </pc:picChg>
      </pc:sldChg>
      <pc:sldChg chg="delSp modSp">
        <pc:chgData name="Abhijit Kumar" userId="dfcfaa54380e4836" providerId="LiveId" clId="{898A97C6-F779-4A5F-BFB9-10E37EEDE666}" dt="2022-03-14T13:17:10.656" v="107" actId="478"/>
        <pc:sldMkLst>
          <pc:docMk/>
          <pc:sldMk cId="0" sldId="520"/>
        </pc:sldMkLst>
        <pc:picChg chg="del mod">
          <ac:chgData name="Abhijit Kumar" userId="dfcfaa54380e4836" providerId="LiveId" clId="{898A97C6-F779-4A5F-BFB9-10E37EEDE666}" dt="2022-03-14T13:17:10.656" v="107" actId="478"/>
          <ac:picMkLst>
            <pc:docMk/>
            <pc:sldMk cId="0" sldId="520"/>
            <ac:picMk id="83984" creationId="{16E1B644-6BCA-405F-8CC5-C855E502B01D}"/>
          </ac:picMkLst>
        </pc:picChg>
      </pc:sldChg>
      <pc:sldChg chg="delSp modSp">
        <pc:chgData name="Abhijit Kumar" userId="dfcfaa54380e4836" providerId="LiveId" clId="{898A97C6-F779-4A5F-BFB9-10E37EEDE666}" dt="2022-03-14T13:16:53.296" v="95" actId="478"/>
        <pc:sldMkLst>
          <pc:docMk/>
          <pc:sldMk cId="0" sldId="527"/>
        </pc:sldMkLst>
        <pc:picChg chg="del mod">
          <ac:chgData name="Abhijit Kumar" userId="dfcfaa54380e4836" providerId="LiveId" clId="{898A97C6-F779-4A5F-BFB9-10E37EEDE666}" dt="2022-03-14T13:16:53.296" v="95" actId="478"/>
          <ac:picMkLst>
            <pc:docMk/>
            <pc:sldMk cId="0" sldId="527"/>
            <ac:picMk id="95238" creationId="{BB6D7522-A12A-41F4-BEE3-41D53DF43519}"/>
          </ac:picMkLst>
        </pc:picChg>
      </pc:sldChg>
      <pc:sldChg chg="delSp modSp">
        <pc:chgData name="Abhijit Kumar" userId="dfcfaa54380e4836" providerId="LiveId" clId="{898A97C6-F779-4A5F-BFB9-10E37EEDE666}" dt="2022-03-14T13:16:51.390" v="93" actId="478"/>
        <pc:sldMkLst>
          <pc:docMk/>
          <pc:sldMk cId="0" sldId="528"/>
        </pc:sldMkLst>
        <pc:picChg chg="del mod">
          <ac:chgData name="Abhijit Kumar" userId="dfcfaa54380e4836" providerId="LiveId" clId="{898A97C6-F779-4A5F-BFB9-10E37EEDE666}" dt="2022-03-14T13:16:51.390" v="93" actId="478"/>
          <ac:picMkLst>
            <pc:docMk/>
            <pc:sldMk cId="0" sldId="528"/>
            <ac:picMk id="96262" creationId="{16E8CCC7-6451-4787-82ED-A7155B706618}"/>
          </ac:picMkLst>
        </pc:picChg>
      </pc:sldChg>
      <pc:sldChg chg="delSp modSp">
        <pc:chgData name="Abhijit Kumar" userId="dfcfaa54380e4836" providerId="LiveId" clId="{898A97C6-F779-4A5F-BFB9-10E37EEDE666}" dt="2022-03-14T13:17:02.475" v="101" actId="478"/>
        <pc:sldMkLst>
          <pc:docMk/>
          <pc:sldMk cId="0" sldId="534"/>
        </pc:sldMkLst>
        <pc:picChg chg="del mod">
          <ac:chgData name="Abhijit Kumar" userId="dfcfaa54380e4836" providerId="LiveId" clId="{898A97C6-F779-4A5F-BFB9-10E37EEDE666}" dt="2022-03-14T13:17:02.475" v="101" actId="478"/>
          <ac:picMkLst>
            <pc:docMk/>
            <pc:sldMk cId="0" sldId="534"/>
            <ac:picMk id="87047" creationId="{87FDE110-0FB2-4195-87FB-B258A1A83F03}"/>
          </ac:picMkLst>
        </pc:picChg>
      </pc:sldChg>
      <pc:sldChg chg="delSp modSp">
        <pc:chgData name="Abhijit Kumar" userId="dfcfaa54380e4836" providerId="LiveId" clId="{898A97C6-F779-4A5F-BFB9-10E37EEDE666}" dt="2022-03-14T13:14:56.875" v="35" actId="478"/>
        <pc:sldMkLst>
          <pc:docMk/>
          <pc:sldMk cId="0" sldId="535"/>
        </pc:sldMkLst>
        <pc:picChg chg="del mod">
          <ac:chgData name="Abhijit Kumar" userId="dfcfaa54380e4836" providerId="LiveId" clId="{898A97C6-F779-4A5F-BFB9-10E37EEDE666}" dt="2022-03-14T13:14:56.875" v="35" actId="478"/>
          <ac:picMkLst>
            <pc:docMk/>
            <pc:sldMk cId="0" sldId="535"/>
            <ac:picMk id="135175" creationId="{3F8B8925-1519-47E1-AA14-F1911F820127}"/>
          </ac:picMkLst>
        </pc:picChg>
      </pc:sldChg>
      <pc:sldChg chg="delSp">
        <pc:chgData name="Abhijit Kumar" userId="dfcfaa54380e4836" providerId="LiveId" clId="{898A97C6-F779-4A5F-BFB9-10E37EEDE666}" dt="2022-03-14T13:16:57.773" v="97" actId="478"/>
        <pc:sldMkLst>
          <pc:docMk/>
          <pc:sldMk cId="0" sldId="539"/>
        </pc:sldMkLst>
        <pc:picChg chg="del">
          <ac:chgData name="Abhijit Kumar" userId="dfcfaa54380e4836" providerId="LiveId" clId="{898A97C6-F779-4A5F-BFB9-10E37EEDE666}" dt="2022-03-14T13:16:57.773" v="97" actId="478"/>
          <ac:picMkLst>
            <pc:docMk/>
            <pc:sldMk cId="0" sldId="539"/>
            <ac:picMk id="93191" creationId="{CCA18F2F-5418-4B1A-8002-DD259100034F}"/>
          </ac:picMkLst>
        </pc:picChg>
      </pc:sldChg>
      <pc:sldChg chg="delSp">
        <pc:chgData name="Abhijit Kumar" userId="dfcfaa54380e4836" providerId="LiveId" clId="{898A97C6-F779-4A5F-BFB9-10E37EEDE666}" dt="2022-03-14T13:16:55.691" v="96" actId="478"/>
        <pc:sldMkLst>
          <pc:docMk/>
          <pc:sldMk cId="0" sldId="540"/>
        </pc:sldMkLst>
        <pc:picChg chg="del">
          <ac:chgData name="Abhijit Kumar" userId="dfcfaa54380e4836" providerId="LiveId" clId="{898A97C6-F779-4A5F-BFB9-10E37EEDE666}" dt="2022-03-14T13:16:55.691" v="96" actId="478"/>
          <ac:picMkLst>
            <pc:docMk/>
            <pc:sldMk cId="0" sldId="540"/>
            <ac:picMk id="94215" creationId="{A16EA3CB-2B1B-497F-B6FB-42CF2E5441AF}"/>
          </ac:picMkLst>
        </pc:picChg>
      </pc:sldChg>
      <pc:sldChg chg="delSp">
        <pc:chgData name="Abhijit Kumar" userId="dfcfaa54380e4836" providerId="LiveId" clId="{898A97C6-F779-4A5F-BFB9-10E37EEDE666}" dt="2022-03-14T13:14:59.294" v="36" actId="478"/>
        <pc:sldMkLst>
          <pc:docMk/>
          <pc:sldMk cId="0" sldId="543"/>
        </pc:sldMkLst>
        <pc:picChg chg="del">
          <ac:chgData name="Abhijit Kumar" userId="dfcfaa54380e4836" providerId="LiveId" clId="{898A97C6-F779-4A5F-BFB9-10E37EEDE666}" dt="2022-03-14T13:14:59.294" v="36" actId="478"/>
          <ac:picMkLst>
            <pc:docMk/>
            <pc:sldMk cId="0" sldId="543"/>
            <ac:picMk id="134151" creationId="{2BAB7EA4-A23E-4E7D-9F03-851F3544166F}"/>
          </ac:picMkLst>
        </pc:picChg>
      </pc:sldChg>
      <pc:sldChg chg="delSp modSp">
        <pc:chgData name="Abhijit Kumar" userId="dfcfaa54380e4836" providerId="LiveId" clId="{898A97C6-F779-4A5F-BFB9-10E37EEDE666}" dt="2022-03-14T13:14:54.364" v="33" actId="478"/>
        <pc:sldMkLst>
          <pc:docMk/>
          <pc:sldMk cId="0" sldId="544"/>
        </pc:sldMkLst>
        <pc:picChg chg="del mod">
          <ac:chgData name="Abhijit Kumar" userId="dfcfaa54380e4836" providerId="LiveId" clId="{898A97C6-F779-4A5F-BFB9-10E37EEDE666}" dt="2022-03-14T13:14:54.364" v="33" actId="478"/>
          <ac:picMkLst>
            <pc:docMk/>
            <pc:sldMk cId="0" sldId="544"/>
            <ac:picMk id="136199" creationId="{5ED3EA7A-4DEF-4E1C-BBFD-F5266084BEF6}"/>
          </ac:picMkLst>
        </pc:picChg>
      </pc:sldChg>
      <pc:sldChg chg="delSp">
        <pc:chgData name="Abhijit Kumar" userId="dfcfaa54380e4836" providerId="LiveId" clId="{898A97C6-F779-4A5F-BFB9-10E37EEDE666}" dt="2022-03-14T13:16:04.298" v="66" actId="478"/>
        <pc:sldMkLst>
          <pc:docMk/>
          <pc:sldMk cId="0" sldId="546"/>
        </pc:sldMkLst>
        <pc:picChg chg="del">
          <ac:chgData name="Abhijit Kumar" userId="dfcfaa54380e4836" providerId="LiveId" clId="{898A97C6-F779-4A5F-BFB9-10E37EEDE666}" dt="2022-03-14T13:16:04.298" v="66" actId="478"/>
          <ac:picMkLst>
            <pc:docMk/>
            <pc:sldMk cId="0" sldId="546"/>
            <ac:picMk id="112646" creationId="{B99517E3-5C56-4872-9DB3-2CF128ED70D8}"/>
          </ac:picMkLst>
        </pc:picChg>
      </pc:sldChg>
      <pc:sldChg chg="delSp modSp">
        <pc:chgData name="Abhijit Kumar" userId="dfcfaa54380e4836" providerId="LiveId" clId="{898A97C6-F779-4A5F-BFB9-10E37EEDE666}" dt="2022-03-14T13:16:01.650" v="65" actId="478"/>
        <pc:sldMkLst>
          <pc:docMk/>
          <pc:sldMk cId="0" sldId="547"/>
        </pc:sldMkLst>
        <pc:picChg chg="del mod">
          <ac:chgData name="Abhijit Kumar" userId="dfcfaa54380e4836" providerId="LiveId" clId="{898A97C6-F779-4A5F-BFB9-10E37EEDE666}" dt="2022-03-14T13:16:01.650" v="65" actId="478"/>
          <ac:picMkLst>
            <pc:docMk/>
            <pc:sldMk cId="0" sldId="547"/>
            <ac:picMk id="113670" creationId="{3412926D-F976-48FE-AD1C-E19E5B23425F}"/>
          </ac:picMkLst>
        </pc:picChg>
      </pc:sldChg>
      <pc:sldChg chg="delSp">
        <pc:chgData name="Abhijit Kumar" userId="dfcfaa54380e4836" providerId="LiveId" clId="{898A97C6-F779-4A5F-BFB9-10E37EEDE666}" dt="2022-03-14T13:15:59.353" v="63" actId="478"/>
        <pc:sldMkLst>
          <pc:docMk/>
          <pc:sldMk cId="0" sldId="548"/>
        </pc:sldMkLst>
        <pc:picChg chg="del">
          <ac:chgData name="Abhijit Kumar" userId="dfcfaa54380e4836" providerId="LiveId" clId="{898A97C6-F779-4A5F-BFB9-10E37EEDE666}" dt="2022-03-14T13:15:59.353" v="63" actId="478"/>
          <ac:picMkLst>
            <pc:docMk/>
            <pc:sldMk cId="0" sldId="548"/>
            <ac:picMk id="114694" creationId="{95A15D22-C6AE-4A0B-A86B-9A6955728EB4}"/>
          </ac:picMkLst>
        </pc:picChg>
      </pc:sldChg>
      <pc:sldChg chg="delSp modSp">
        <pc:chgData name="Abhijit Kumar" userId="dfcfaa54380e4836" providerId="LiveId" clId="{898A97C6-F779-4A5F-BFB9-10E37EEDE666}" dt="2022-03-14T13:15:45.322" v="57" actId="478"/>
        <pc:sldMkLst>
          <pc:docMk/>
          <pc:sldMk cId="0" sldId="549"/>
        </pc:sldMkLst>
        <pc:picChg chg="del mod">
          <ac:chgData name="Abhijit Kumar" userId="dfcfaa54380e4836" providerId="LiveId" clId="{898A97C6-F779-4A5F-BFB9-10E37EEDE666}" dt="2022-03-14T13:15:45.322" v="57" actId="478"/>
          <ac:picMkLst>
            <pc:docMk/>
            <pc:sldMk cId="0" sldId="549"/>
            <ac:picMk id="117766" creationId="{0F606898-4277-4E00-951F-12C4160FB080}"/>
          </ac:picMkLst>
        </pc:picChg>
      </pc:sldChg>
      <pc:sldChg chg="delSp">
        <pc:chgData name="Abhijit Kumar" userId="dfcfaa54380e4836" providerId="LiveId" clId="{898A97C6-F779-4A5F-BFB9-10E37EEDE666}" dt="2022-03-14T13:15:41.489" v="55" actId="478"/>
        <pc:sldMkLst>
          <pc:docMk/>
          <pc:sldMk cId="0" sldId="550"/>
        </pc:sldMkLst>
        <pc:picChg chg="del">
          <ac:chgData name="Abhijit Kumar" userId="dfcfaa54380e4836" providerId="LiveId" clId="{898A97C6-F779-4A5F-BFB9-10E37EEDE666}" dt="2022-03-14T13:15:41.489" v="55" actId="478"/>
          <ac:picMkLst>
            <pc:docMk/>
            <pc:sldMk cId="0" sldId="550"/>
            <ac:picMk id="118790" creationId="{E3FAE0A5-A1C1-4427-BFE5-9ACE68A34E37}"/>
          </ac:picMkLst>
        </pc:picChg>
      </pc:sldChg>
      <pc:sldChg chg="delSp">
        <pc:chgData name="Abhijit Kumar" userId="dfcfaa54380e4836" providerId="LiveId" clId="{898A97C6-F779-4A5F-BFB9-10E37EEDE666}" dt="2022-03-14T13:15:56.997" v="62" actId="478"/>
        <pc:sldMkLst>
          <pc:docMk/>
          <pc:sldMk cId="0" sldId="551"/>
        </pc:sldMkLst>
        <pc:picChg chg="del">
          <ac:chgData name="Abhijit Kumar" userId="dfcfaa54380e4836" providerId="LiveId" clId="{898A97C6-F779-4A5F-BFB9-10E37EEDE666}" dt="2022-03-14T13:15:56.997" v="62" actId="478"/>
          <ac:picMkLst>
            <pc:docMk/>
            <pc:sldMk cId="0" sldId="551"/>
            <ac:picMk id="115718" creationId="{677DEFD4-ECB9-4BDB-A431-9D36BAA785FD}"/>
          </ac:picMkLst>
        </pc:picChg>
      </pc:sldChg>
      <pc:sldChg chg="delSp">
        <pc:chgData name="Abhijit Kumar" userId="dfcfaa54380e4836" providerId="LiveId" clId="{898A97C6-F779-4A5F-BFB9-10E37EEDE666}" dt="2022-03-14T13:15:50.321" v="59" actId="478"/>
        <pc:sldMkLst>
          <pc:docMk/>
          <pc:sldMk cId="0" sldId="552"/>
        </pc:sldMkLst>
        <pc:picChg chg="del">
          <ac:chgData name="Abhijit Kumar" userId="dfcfaa54380e4836" providerId="LiveId" clId="{898A97C6-F779-4A5F-BFB9-10E37EEDE666}" dt="2022-03-14T13:15:50.321" v="59" actId="478"/>
          <ac:picMkLst>
            <pc:docMk/>
            <pc:sldMk cId="0" sldId="552"/>
            <ac:picMk id="116742" creationId="{DEEFCC61-366A-4AC2-A727-A3706DE33772}"/>
          </ac:picMkLst>
        </pc:picChg>
      </pc:sldChg>
      <pc:sldChg chg="delSp">
        <pc:chgData name="Abhijit Kumar" userId="dfcfaa54380e4836" providerId="LiveId" clId="{898A97C6-F779-4A5F-BFB9-10E37EEDE666}" dt="2022-03-14T13:15:39.147" v="54" actId="478"/>
        <pc:sldMkLst>
          <pc:docMk/>
          <pc:sldMk cId="0" sldId="553"/>
        </pc:sldMkLst>
        <pc:picChg chg="del">
          <ac:chgData name="Abhijit Kumar" userId="dfcfaa54380e4836" providerId="LiveId" clId="{898A97C6-F779-4A5F-BFB9-10E37EEDE666}" dt="2022-03-14T13:15:39.147" v="54" actId="478"/>
          <ac:picMkLst>
            <pc:docMk/>
            <pc:sldMk cId="0" sldId="553"/>
            <ac:picMk id="119814" creationId="{4B0840BA-6FC6-49B3-995E-F6C84085B353}"/>
          </ac:picMkLst>
        </pc:picChg>
      </pc:sldChg>
      <pc:sldChg chg="delSp">
        <pc:chgData name="Abhijit Kumar" userId="dfcfaa54380e4836" providerId="LiveId" clId="{898A97C6-F779-4A5F-BFB9-10E37EEDE666}" dt="2022-03-14T13:15:36.838" v="53" actId="478"/>
        <pc:sldMkLst>
          <pc:docMk/>
          <pc:sldMk cId="0" sldId="554"/>
        </pc:sldMkLst>
        <pc:picChg chg="del">
          <ac:chgData name="Abhijit Kumar" userId="dfcfaa54380e4836" providerId="LiveId" clId="{898A97C6-F779-4A5F-BFB9-10E37EEDE666}" dt="2022-03-14T13:15:36.838" v="53" actId="478"/>
          <ac:picMkLst>
            <pc:docMk/>
            <pc:sldMk cId="0" sldId="554"/>
            <ac:picMk id="120838" creationId="{B1E1549B-C934-4416-AF3E-125FE21F88A6}"/>
          </ac:picMkLst>
        </pc:picChg>
      </pc:sldChg>
      <pc:sldChg chg="delSp">
        <pc:chgData name="Abhijit Kumar" userId="dfcfaa54380e4836" providerId="LiveId" clId="{898A97C6-F779-4A5F-BFB9-10E37EEDE666}" dt="2022-03-14T13:15:34.477" v="52" actId="478"/>
        <pc:sldMkLst>
          <pc:docMk/>
          <pc:sldMk cId="0" sldId="555"/>
        </pc:sldMkLst>
        <pc:picChg chg="del">
          <ac:chgData name="Abhijit Kumar" userId="dfcfaa54380e4836" providerId="LiveId" clId="{898A97C6-F779-4A5F-BFB9-10E37EEDE666}" dt="2022-03-14T13:15:34.477" v="52" actId="478"/>
          <ac:picMkLst>
            <pc:docMk/>
            <pc:sldMk cId="0" sldId="555"/>
            <ac:picMk id="121862" creationId="{A238E680-DFB0-47C1-827C-AA0322AF17C1}"/>
          </ac:picMkLst>
        </pc:picChg>
      </pc:sldChg>
      <pc:sldChg chg="delSp">
        <pc:chgData name="Abhijit Kumar" userId="dfcfaa54380e4836" providerId="LiveId" clId="{898A97C6-F779-4A5F-BFB9-10E37EEDE666}" dt="2022-03-14T13:15:32.074" v="51" actId="478"/>
        <pc:sldMkLst>
          <pc:docMk/>
          <pc:sldMk cId="0" sldId="556"/>
        </pc:sldMkLst>
        <pc:picChg chg="del">
          <ac:chgData name="Abhijit Kumar" userId="dfcfaa54380e4836" providerId="LiveId" clId="{898A97C6-F779-4A5F-BFB9-10E37EEDE666}" dt="2022-03-14T13:15:32.074" v="51" actId="478"/>
          <ac:picMkLst>
            <pc:docMk/>
            <pc:sldMk cId="0" sldId="556"/>
            <ac:picMk id="122886" creationId="{54E45DEA-1154-4D8C-8E8E-A0EA7BBC35AE}"/>
          </ac:picMkLst>
        </pc:picChg>
      </pc:sldChg>
      <pc:sldChg chg="delSp">
        <pc:chgData name="Abhijit Kumar" userId="dfcfaa54380e4836" providerId="LiveId" clId="{898A97C6-F779-4A5F-BFB9-10E37EEDE666}" dt="2022-03-14T13:15:29.771" v="50" actId="478"/>
        <pc:sldMkLst>
          <pc:docMk/>
          <pc:sldMk cId="0" sldId="557"/>
        </pc:sldMkLst>
        <pc:picChg chg="del">
          <ac:chgData name="Abhijit Kumar" userId="dfcfaa54380e4836" providerId="LiveId" clId="{898A97C6-F779-4A5F-BFB9-10E37EEDE666}" dt="2022-03-14T13:15:29.771" v="50" actId="478"/>
          <ac:picMkLst>
            <pc:docMk/>
            <pc:sldMk cId="0" sldId="557"/>
            <ac:picMk id="123910" creationId="{6E552419-07D9-4598-95C3-45E329D5A830}"/>
          </ac:picMkLst>
        </pc:picChg>
      </pc:sldChg>
      <pc:sldChg chg="delSp modSp">
        <pc:chgData name="Abhijit Kumar" userId="dfcfaa54380e4836" providerId="LiveId" clId="{898A97C6-F779-4A5F-BFB9-10E37EEDE666}" dt="2022-03-14T13:15:27.456" v="49" actId="478"/>
        <pc:sldMkLst>
          <pc:docMk/>
          <pc:sldMk cId="0" sldId="558"/>
        </pc:sldMkLst>
        <pc:picChg chg="del mod">
          <ac:chgData name="Abhijit Kumar" userId="dfcfaa54380e4836" providerId="LiveId" clId="{898A97C6-F779-4A5F-BFB9-10E37EEDE666}" dt="2022-03-14T13:15:27.456" v="49" actId="478"/>
          <ac:picMkLst>
            <pc:docMk/>
            <pc:sldMk cId="0" sldId="558"/>
            <ac:picMk id="124934" creationId="{35F746B7-CAB2-4E6A-BE5E-97A6E6C84682}"/>
          </ac:picMkLst>
        </pc:picChg>
      </pc:sldChg>
      <pc:sldChg chg="delSp modSp">
        <pc:chgData name="Abhijit Kumar" userId="dfcfaa54380e4836" providerId="LiveId" clId="{898A97C6-F779-4A5F-BFB9-10E37EEDE666}" dt="2022-03-14T13:15:25.264" v="47" actId="478"/>
        <pc:sldMkLst>
          <pc:docMk/>
          <pc:sldMk cId="0" sldId="559"/>
        </pc:sldMkLst>
        <pc:picChg chg="del mod">
          <ac:chgData name="Abhijit Kumar" userId="dfcfaa54380e4836" providerId="LiveId" clId="{898A97C6-F779-4A5F-BFB9-10E37EEDE666}" dt="2022-03-14T13:15:25.264" v="47" actId="478"/>
          <ac:picMkLst>
            <pc:docMk/>
            <pc:sldMk cId="0" sldId="559"/>
            <ac:picMk id="125958" creationId="{F574776B-BF99-4032-84C7-170F7C0A89C0}"/>
          </ac:picMkLst>
        </pc:picChg>
      </pc:sldChg>
      <pc:sldChg chg="delSp modSp">
        <pc:chgData name="Abhijit Kumar" userId="dfcfaa54380e4836" providerId="LiveId" clId="{898A97C6-F779-4A5F-BFB9-10E37EEDE666}" dt="2022-03-14T13:15:22.986" v="45" actId="478"/>
        <pc:sldMkLst>
          <pc:docMk/>
          <pc:sldMk cId="0" sldId="560"/>
        </pc:sldMkLst>
        <pc:picChg chg="del mod">
          <ac:chgData name="Abhijit Kumar" userId="dfcfaa54380e4836" providerId="LiveId" clId="{898A97C6-F779-4A5F-BFB9-10E37EEDE666}" dt="2022-03-14T13:15:22.986" v="45" actId="478"/>
          <ac:picMkLst>
            <pc:docMk/>
            <pc:sldMk cId="0" sldId="560"/>
            <ac:picMk id="126982" creationId="{424EA038-0F8E-469C-A54B-EC97B97BED0A}"/>
          </ac:picMkLst>
        </pc:picChg>
      </pc:sldChg>
      <pc:sldChg chg="delSp">
        <pc:chgData name="Abhijit Kumar" userId="dfcfaa54380e4836" providerId="LiveId" clId="{898A97C6-F779-4A5F-BFB9-10E37EEDE666}" dt="2022-03-14T13:15:18.343" v="43" actId="478"/>
        <pc:sldMkLst>
          <pc:docMk/>
          <pc:sldMk cId="0" sldId="561"/>
        </pc:sldMkLst>
        <pc:picChg chg="del">
          <ac:chgData name="Abhijit Kumar" userId="dfcfaa54380e4836" providerId="LiveId" clId="{898A97C6-F779-4A5F-BFB9-10E37EEDE666}" dt="2022-03-14T13:15:18.343" v="43" actId="478"/>
          <ac:picMkLst>
            <pc:docMk/>
            <pc:sldMk cId="0" sldId="561"/>
            <ac:picMk id="128006" creationId="{8FD872A4-4769-45BF-AF67-DB686B42E417}"/>
          </ac:picMkLst>
        </pc:picChg>
      </pc:sldChg>
      <pc:sldChg chg="delSp modSp">
        <pc:chgData name="Abhijit Kumar" userId="dfcfaa54380e4836" providerId="LiveId" clId="{898A97C6-F779-4A5F-BFB9-10E37EEDE666}" dt="2022-03-14T13:14:51.610" v="31" actId="478"/>
        <pc:sldMkLst>
          <pc:docMk/>
          <pc:sldMk cId="0" sldId="565"/>
        </pc:sldMkLst>
        <pc:picChg chg="del mod">
          <ac:chgData name="Abhijit Kumar" userId="dfcfaa54380e4836" providerId="LiveId" clId="{898A97C6-F779-4A5F-BFB9-10E37EEDE666}" dt="2022-03-14T13:14:51.610" v="31" actId="478"/>
          <ac:picMkLst>
            <pc:docMk/>
            <pc:sldMk cId="0" sldId="565"/>
            <ac:picMk id="137221" creationId="{674F1A7C-E913-476E-A973-05B70F1867EB}"/>
          </ac:picMkLst>
        </pc:picChg>
      </pc:sldChg>
      <pc:sldChg chg="delSp modSp">
        <pc:chgData name="Abhijit Kumar" userId="dfcfaa54380e4836" providerId="LiveId" clId="{898A97C6-F779-4A5F-BFB9-10E37EEDE666}" dt="2022-03-14T13:14:11.427" v="15" actId="478"/>
        <pc:sldMkLst>
          <pc:docMk/>
          <pc:sldMk cId="0" sldId="569"/>
        </pc:sldMkLst>
        <pc:picChg chg="del mod">
          <ac:chgData name="Abhijit Kumar" userId="dfcfaa54380e4836" providerId="LiveId" clId="{898A97C6-F779-4A5F-BFB9-10E37EEDE666}" dt="2022-03-14T13:14:11.427" v="15" actId="478"/>
          <ac:picMkLst>
            <pc:docMk/>
            <pc:sldMk cId="0" sldId="569"/>
            <ac:picMk id="36867" creationId="{ADDA917D-3A60-43F6-B021-E745BF48B829}"/>
          </ac:picMkLst>
        </pc:picChg>
      </pc:sldChg>
      <pc:sldChg chg="delSp modSp">
        <pc:chgData name="Abhijit Kumar" userId="dfcfaa54380e4836" providerId="LiveId" clId="{898A97C6-F779-4A5F-BFB9-10E37EEDE666}" dt="2022-03-14T13:14:21.531" v="21" actId="478"/>
        <pc:sldMkLst>
          <pc:docMk/>
          <pc:sldMk cId="0" sldId="570"/>
        </pc:sldMkLst>
        <pc:picChg chg="del mod">
          <ac:chgData name="Abhijit Kumar" userId="dfcfaa54380e4836" providerId="LiveId" clId="{898A97C6-F779-4A5F-BFB9-10E37EEDE666}" dt="2022-03-14T13:14:21.531" v="21" actId="478"/>
          <ac:picMkLst>
            <pc:docMk/>
            <pc:sldMk cId="0" sldId="570"/>
            <ac:picMk id="37903" creationId="{038BF0F6-4138-429D-98D4-B80EE7C28380}"/>
          </ac:picMkLst>
        </pc:picChg>
      </pc:sldChg>
      <pc:sldChg chg="delSp modSp">
        <pc:chgData name="Abhijit Kumar" userId="dfcfaa54380e4836" providerId="LiveId" clId="{898A97C6-F779-4A5F-BFB9-10E37EEDE666}" dt="2022-03-14T13:20:22.319" v="256" actId="478"/>
        <pc:sldMkLst>
          <pc:docMk/>
          <pc:sldMk cId="0" sldId="571"/>
        </pc:sldMkLst>
        <pc:picChg chg="del mod">
          <ac:chgData name="Abhijit Kumar" userId="dfcfaa54380e4836" providerId="LiveId" clId="{898A97C6-F779-4A5F-BFB9-10E37EEDE666}" dt="2022-03-14T13:20:22.319" v="256" actId="478"/>
          <ac:picMkLst>
            <pc:docMk/>
            <pc:sldMk cId="0" sldId="571"/>
            <ac:picMk id="40963" creationId="{2F1053E5-5193-44B3-B325-E22B12A04CF0}"/>
          </ac:picMkLst>
        </pc:picChg>
      </pc:sldChg>
      <pc:sldChg chg="delSp modSp">
        <pc:chgData name="Abhijit Kumar" userId="dfcfaa54380e4836" providerId="LiveId" clId="{898A97C6-F779-4A5F-BFB9-10E37EEDE666}" dt="2022-03-14T13:20:12.782" v="246" actId="478"/>
        <pc:sldMkLst>
          <pc:docMk/>
          <pc:sldMk cId="0" sldId="572"/>
        </pc:sldMkLst>
        <pc:picChg chg="del mod">
          <ac:chgData name="Abhijit Kumar" userId="dfcfaa54380e4836" providerId="LiveId" clId="{898A97C6-F779-4A5F-BFB9-10E37EEDE666}" dt="2022-03-14T13:20:12.782" v="246" actId="478"/>
          <ac:picMkLst>
            <pc:docMk/>
            <pc:sldMk cId="0" sldId="572"/>
            <ac:picMk id="45059" creationId="{A5AC79B5-3791-49B3-9B4D-290640442EE9}"/>
          </ac:picMkLst>
        </pc:picChg>
      </pc:sldChg>
      <pc:sldChg chg="delSp modSp">
        <pc:chgData name="Abhijit Kumar" userId="dfcfaa54380e4836" providerId="LiveId" clId="{898A97C6-F779-4A5F-BFB9-10E37EEDE666}" dt="2022-03-14T13:17:45.857" v="136" actId="478"/>
        <pc:sldMkLst>
          <pc:docMk/>
          <pc:sldMk cId="0" sldId="573"/>
        </pc:sldMkLst>
        <pc:picChg chg="del mod">
          <ac:chgData name="Abhijit Kumar" userId="dfcfaa54380e4836" providerId="LiveId" clId="{898A97C6-F779-4A5F-BFB9-10E37EEDE666}" dt="2022-03-14T13:17:45.857" v="136" actId="478"/>
          <ac:picMkLst>
            <pc:docMk/>
            <pc:sldMk cId="0" sldId="573"/>
            <ac:picMk id="71685" creationId="{CECFAE69-2CF8-453D-971B-F18BE4E7624E}"/>
          </ac:picMkLst>
        </pc:picChg>
      </pc:sldChg>
      <pc:sldChg chg="delSp">
        <pc:chgData name="Abhijit Kumar" userId="dfcfaa54380e4836" providerId="LiveId" clId="{898A97C6-F779-4A5F-BFB9-10E37EEDE666}" dt="2022-03-14T13:17:21.559" v="116" actId="478"/>
        <pc:sldMkLst>
          <pc:docMk/>
          <pc:sldMk cId="0" sldId="574"/>
        </pc:sldMkLst>
        <pc:picChg chg="del">
          <ac:chgData name="Abhijit Kumar" userId="dfcfaa54380e4836" providerId="LiveId" clId="{898A97C6-F779-4A5F-BFB9-10E37EEDE666}" dt="2022-03-14T13:17:21.559" v="116" actId="478"/>
          <ac:picMkLst>
            <pc:docMk/>
            <pc:sldMk cId="0" sldId="574"/>
            <ac:picMk id="79877" creationId="{3B2747F6-6613-41D8-A563-A5E5AFDD7485}"/>
          </ac:picMkLst>
        </pc:picChg>
      </pc:sldChg>
      <pc:sldChg chg="delSp modSp">
        <pc:chgData name="Abhijit Kumar" userId="dfcfaa54380e4836" providerId="LiveId" clId="{898A97C6-F779-4A5F-BFB9-10E37EEDE666}" dt="2022-03-14T13:18:38.107" v="162" actId="478"/>
        <pc:sldMkLst>
          <pc:docMk/>
          <pc:sldMk cId="0" sldId="575"/>
        </pc:sldMkLst>
        <pc:picChg chg="del mod">
          <ac:chgData name="Abhijit Kumar" userId="dfcfaa54380e4836" providerId="LiveId" clId="{898A97C6-F779-4A5F-BFB9-10E37EEDE666}" dt="2022-03-14T13:18:38.107" v="162" actId="478"/>
          <ac:picMkLst>
            <pc:docMk/>
            <pc:sldMk cId="0" sldId="575"/>
            <ac:picMk id="56326" creationId="{41F999BB-FAEB-49D1-B871-D8A0A2DB2EBE}"/>
          </ac:picMkLst>
        </pc:picChg>
      </pc:sldChg>
      <pc:sldChg chg="delSp">
        <pc:chgData name="Abhijit Kumar" userId="dfcfaa54380e4836" providerId="LiveId" clId="{898A97C6-F779-4A5F-BFB9-10E37EEDE666}" dt="2022-03-14T13:16:11.386" v="70" actId="478"/>
        <pc:sldMkLst>
          <pc:docMk/>
          <pc:sldMk cId="0" sldId="576"/>
        </pc:sldMkLst>
        <pc:picChg chg="del">
          <ac:chgData name="Abhijit Kumar" userId="dfcfaa54380e4836" providerId="LiveId" clId="{898A97C6-F779-4A5F-BFB9-10E37EEDE666}" dt="2022-03-14T13:16:11.386" v="70" actId="478"/>
          <ac:picMkLst>
            <pc:docMk/>
            <pc:sldMk cId="0" sldId="576"/>
            <ac:picMk id="107526" creationId="{6E3075FA-7184-4F1A-A846-E7E3FA062094}"/>
          </ac:picMkLst>
        </pc:picChg>
      </pc:sldChg>
      <pc:sldChg chg="delSp modSp">
        <pc:chgData name="Abhijit Kumar" userId="dfcfaa54380e4836" providerId="LiveId" clId="{898A97C6-F779-4A5F-BFB9-10E37EEDE666}" dt="2022-03-14T13:18:35.962" v="160" actId="478"/>
        <pc:sldMkLst>
          <pc:docMk/>
          <pc:sldMk cId="0" sldId="579"/>
        </pc:sldMkLst>
        <pc:picChg chg="del mod">
          <ac:chgData name="Abhijit Kumar" userId="dfcfaa54380e4836" providerId="LiveId" clId="{898A97C6-F779-4A5F-BFB9-10E37EEDE666}" dt="2022-03-14T13:18:35.962" v="160" actId="478"/>
          <ac:picMkLst>
            <pc:docMk/>
            <pc:sldMk cId="0" sldId="579"/>
            <ac:picMk id="59399" creationId="{BD7C7ED0-46F4-4D01-A814-3F9F51ABA74C}"/>
          </ac:picMkLst>
        </pc:picChg>
      </pc:sldChg>
      <pc:sldChg chg="delSp">
        <pc:chgData name="Abhijit Kumar" userId="dfcfaa54380e4836" providerId="LiveId" clId="{898A97C6-F779-4A5F-BFB9-10E37EEDE666}" dt="2022-03-14T13:16:09.007" v="69" actId="478"/>
        <pc:sldMkLst>
          <pc:docMk/>
          <pc:sldMk cId="0" sldId="580"/>
        </pc:sldMkLst>
        <pc:picChg chg="del">
          <ac:chgData name="Abhijit Kumar" userId="dfcfaa54380e4836" providerId="LiveId" clId="{898A97C6-F779-4A5F-BFB9-10E37EEDE666}" dt="2022-03-14T13:16:09.007" v="69" actId="478"/>
          <ac:picMkLst>
            <pc:docMk/>
            <pc:sldMk cId="0" sldId="580"/>
            <ac:picMk id="110599" creationId="{43BD4E73-C60B-4EB2-B97F-9B0DE6A35E3F}"/>
          </ac:picMkLst>
        </pc:picChg>
      </pc:sldChg>
      <pc:sldChg chg="delSp modSp">
        <pc:chgData name="Abhijit Kumar" userId="dfcfaa54380e4836" providerId="LiveId" clId="{898A97C6-F779-4A5F-BFB9-10E37EEDE666}" dt="2022-03-14T13:18:40.117" v="164" actId="478"/>
        <pc:sldMkLst>
          <pc:docMk/>
          <pc:sldMk cId="0" sldId="581"/>
        </pc:sldMkLst>
        <pc:picChg chg="del mod">
          <ac:chgData name="Abhijit Kumar" userId="dfcfaa54380e4836" providerId="LiveId" clId="{898A97C6-F779-4A5F-BFB9-10E37EEDE666}" dt="2022-03-14T13:18:40.117" v="164" actId="478"/>
          <ac:picMkLst>
            <pc:docMk/>
            <pc:sldMk cId="0" sldId="581"/>
            <ac:picMk id="54276" creationId="{F9E117D1-9113-48F7-8A45-6110DD35BA4D}"/>
          </ac:picMkLst>
        </pc:picChg>
      </pc:sldChg>
      <pc:sldChg chg="delSp modSp">
        <pc:chgData name="Abhijit Kumar" userId="dfcfaa54380e4836" providerId="LiveId" clId="{898A97C6-F779-4A5F-BFB9-10E37EEDE666}" dt="2022-03-14T13:16:14.090" v="72" actId="478"/>
        <pc:sldMkLst>
          <pc:docMk/>
          <pc:sldMk cId="0" sldId="582"/>
        </pc:sldMkLst>
        <pc:picChg chg="del mod">
          <ac:chgData name="Abhijit Kumar" userId="dfcfaa54380e4836" providerId="LiveId" clId="{898A97C6-F779-4A5F-BFB9-10E37EEDE666}" dt="2022-03-14T13:16:14.090" v="72" actId="478"/>
          <ac:picMkLst>
            <pc:docMk/>
            <pc:sldMk cId="0" sldId="582"/>
            <ac:picMk id="105476" creationId="{BA354F6F-8377-4044-94CE-2D41DC9A47DA}"/>
          </ac:picMkLst>
        </pc:picChg>
      </pc:sldChg>
      <pc:sldChg chg="delSp modSp">
        <pc:chgData name="Abhijit Kumar" userId="dfcfaa54380e4836" providerId="LiveId" clId="{898A97C6-F779-4A5F-BFB9-10E37EEDE666}" dt="2022-03-14T13:18:33.496" v="158" actId="478"/>
        <pc:sldMkLst>
          <pc:docMk/>
          <pc:sldMk cId="0" sldId="583"/>
        </pc:sldMkLst>
        <pc:picChg chg="del mod">
          <ac:chgData name="Abhijit Kumar" userId="dfcfaa54380e4836" providerId="LiveId" clId="{898A97C6-F779-4A5F-BFB9-10E37EEDE666}" dt="2022-03-14T13:18:33.496" v="158" actId="478"/>
          <ac:picMkLst>
            <pc:docMk/>
            <pc:sldMk cId="0" sldId="583"/>
            <ac:picMk id="60423" creationId="{5952DE89-3BAA-4FCA-B256-FBC49DA84E67}"/>
          </ac:picMkLst>
        </pc:picChg>
      </pc:sldChg>
      <pc:sldChg chg="delSp modSp">
        <pc:chgData name="Abhijit Kumar" userId="dfcfaa54380e4836" providerId="LiveId" clId="{898A97C6-F779-4A5F-BFB9-10E37EEDE666}" dt="2022-03-14T13:16:06.634" v="68" actId="478"/>
        <pc:sldMkLst>
          <pc:docMk/>
          <pc:sldMk cId="0" sldId="584"/>
        </pc:sldMkLst>
        <pc:picChg chg="del mod">
          <ac:chgData name="Abhijit Kumar" userId="dfcfaa54380e4836" providerId="LiveId" clId="{898A97C6-F779-4A5F-BFB9-10E37EEDE666}" dt="2022-03-14T13:16:06.634" v="68" actId="478"/>
          <ac:picMkLst>
            <pc:docMk/>
            <pc:sldMk cId="0" sldId="584"/>
            <ac:picMk id="111623" creationId="{DE4E4C98-732D-4F4E-90E2-BBDBEAEAA5EE}"/>
          </ac:picMkLst>
        </pc:picChg>
      </pc:sldChg>
      <pc:sldChg chg="delSp">
        <pc:chgData name="Abhijit Kumar" userId="dfcfaa54380e4836" providerId="LiveId" clId="{898A97C6-F779-4A5F-BFB9-10E37EEDE666}" dt="2022-03-14T13:16:16.970" v="73" actId="478"/>
        <pc:sldMkLst>
          <pc:docMk/>
          <pc:sldMk cId="0" sldId="585"/>
        </pc:sldMkLst>
        <pc:picChg chg="del">
          <ac:chgData name="Abhijit Kumar" userId="dfcfaa54380e4836" providerId="LiveId" clId="{898A97C6-F779-4A5F-BFB9-10E37EEDE666}" dt="2022-03-14T13:16:16.970" v="73" actId="478"/>
          <ac:picMkLst>
            <pc:docMk/>
            <pc:sldMk cId="0" sldId="585"/>
            <ac:picMk id="104454" creationId="{4355963A-1181-45D3-938C-055DB63D36EB}"/>
          </ac:picMkLst>
        </pc:picChg>
      </pc:sldChg>
      <pc:sldChg chg="delSp modSp">
        <pc:chgData name="Abhijit Kumar" userId="dfcfaa54380e4836" providerId="LiveId" clId="{898A97C6-F779-4A5F-BFB9-10E37EEDE666}" dt="2022-03-14T13:19:52.210" v="224" actId="478"/>
        <pc:sldMkLst>
          <pc:docMk/>
          <pc:sldMk cId="0" sldId="586"/>
        </pc:sldMkLst>
        <pc:picChg chg="del mod">
          <ac:chgData name="Abhijit Kumar" userId="dfcfaa54380e4836" providerId="LiveId" clId="{898A97C6-F779-4A5F-BFB9-10E37EEDE666}" dt="2022-03-14T13:19:52.210" v="224" actId="478"/>
          <ac:picMkLst>
            <pc:docMk/>
            <pc:sldMk cId="0" sldId="586"/>
            <ac:picMk id="53254" creationId="{FD904C2D-F234-494B-B39F-BB728094DF18}"/>
          </ac:picMkLst>
        </pc:picChg>
      </pc:sldChg>
      <pc:sldChg chg="delSp modSp">
        <pc:chgData name="Abhijit Kumar" userId="dfcfaa54380e4836" providerId="LiveId" clId="{898A97C6-F779-4A5F-BFB9-10E37EEDE666}" dt="2022-03-14T13:20:09.552" v="242" actId="478"/>
        <pc:sldMkLst>
          <pc:docMk/>
          <pc:sldMk cId="0" sldId="587"/>
        </pc:sldMkLst>
        <pc:picChg chg="del mod">
          <ac:chgData name="Abhijit Kumar" userId="dfcfaa54380e4836" providerId="LiveId" clId="{898A97C6-F779-4A5F-BFB9-10E37EEDE666}" dt="2022-03-14T13:20:09.552" v="242" actId="478"/>
          <ac:picMkLst>
            <pc:docMk/>
            <pc:sldMk cId="0" sldId="587"/>
            <ac:picMk id="46087" creationId="{173FF282-3566-4278-9B43-18672444E886}"/>
          </ac:picMkLst>
        </pc:picChg>
      </pc:sldChg>
      <pc:sldChg chg="delSp modSp">
        <pc:chgData name="Abhijit Kumar" userId="dfcfaa54380e4836" providerId="LiveId" clId="{898A97C6-F779-4A5F-BFB9-10E37EEDE666}" dt="2022-03-14T13:20:04.532" v="238" actId="478"/>
        <pc:sldMkLst>
          <pc:docMk/>
          <pc:sldMk cId="0" sldId="588"/>
        </pc:sldMkLst>
        <pc:picChg chg="del mod">
          <ac:chgData name="Abhijit Kumar" userId="dfcfaa54380e4836" providerId="LiveId" clId="{898A97C6-F779-4A5F-BFB9-10E37EEDE666}" dt="2022-03-14T13:20:04.532" v="238" actId="478"/>
          <ac:picMkLst>
            <pc:docMk/>
            <pc:sldMk cId="0" sldId="588"/>
            <ac:picMk id="47111" creationId="{7FB97B7C-CFB7-43E3-9380-1AD8405C4943}"/>
          </ac:picMkLst>
        </pc:picChg>
      </pc:sldChg>
      <pc:sldChg chg="delSp modSp">
        <pc:chgData name="Abhijit Kumar" userId="dfcfaa54380e4836" providerId="LiveId" clId="{898A97C6-F779-4A5F-BFB9-10E37EEDE666}" dt="2022-03-14T13:20:00.909" v="234" actId="478"/>
        <pc:sldMkLst>
          <pc:docMk/>
          <pc:sldMk cId="0" sldId="591"/>
        </pc:sldMkLst>
        <pc:picChg chg="del mod">
          <ac:chgData name="Abhijit Kumar" userId="dfcfaa54380e4836" providerId="LiveId" clId="{898A97C6-F779-4A5F-BFB9-10E37EEDE666}" dt="2022-03-14T13:20:00.909" v="234" actId="478"/>
          <ac:picMkLst>
            <pc:docMk/>
            <pc:sldMk cId="0" sldId="591"/>
            <ac:picMk id="50183" creationId="{E784DEDD-63C2-4F2E-A2F7-5A8F5D76E059}"/>
          </ac:picMkLst>
        </pc:picChg>
      </pc:sldChg>
      <pc:sldChg chg="delSp modSp">
        <pc:chgData name="Abhijit Kumar" userId="dfcfaa54380e4836" providerId="LiveId" clId="{898A97C6-F779-4A5F-BFB9-10E37EEDE666}" dt="2022-03-14T13:19:59.332" v="232" actId="478"/>
        <pc:sldMkLst>
          <pc:docMk/>
          <pc:sldMk cId="0" sldId="592"/>
        </pc:sldMkLst>
        <pc:picChg chg="del mod">
          <ac:chgData name="Abhijit Kumar" userId="dfcfaa54380e4836" providerId="LiveId" clId="{898A97C6-F779-4A5F-BFB9-10E37EEDE666}" dt="2022-03-14T13:19:59.332" v="232" actId="478"/>
          <ac:picMkLst>
            <pc:docMk/>
            <pc:sldMk cId="0" sldId="592"/>
            <ac:picMk id="51207" creationId="{5CC3FF30-525A-4C11-8D27-25816A9BEA34}"/>
          </ac:picMkLst>
        </pc:picChg>
      </pc:sldChg>
      <pc:sldChg chg="delSp modSp">
        <pc:chgData name="Abhijit Kumar" userId="dfcfaa54380e4836" providerId="LiveId" clId="{898A97C6-F779-4A5F-BFB9-10E37EEDE666}" dt="2022-03-14T13:19:56.008" v="228" actId="478"/>
        <pc:sldMkLst>
          <pc:docMk/>
          <pc:sldMk cId="0" sldId="593"/>
        </pc:sldMkLst>
        <pc:picChg chg="del mod">
          <ac:chgData name="Abhijit Kumar" userId="dfcfaa54380e4836" providerId="LiveId" clId="{898A97C6-F779-4A5F-BFB9-10E37EEDE666}" dt="2022-03-14T13:19:56.008" v="228" actId="478"/>
          <ac:picMkLst>
            <pc:docMk/>
            <pc:sldMk cId="0" sldId="593"/>
            <ac:picMk id="52231" creationId="{A6585728-8BE7-40C5-9E51-0328B5B1DBE2}"/>
          </ac:picMkLst>
        </pc:picChg>
      </pc:sldChg>
      <pc:sldChg chg="delSp modSp">
        <pc:chgData name="Abhijit Kumar" userId="dfcfaa54380e4836" providerId="LiveId" clId="{898A97C6-F779-4A5F-BFB9-10E37EEDE666}" dt="2022-03-14T13:16:48.384" v="91" actId="478"/>
        <pc:sldMkLst>
          <pc:docMk/>
          <pc:sldMk cId="0" sldId="595"/>
        </pc:sldMkLst>
        <pc:picChg chg="del mod">
          <ac:chgData name="Abhijit Kumar" userId="dfcfaa54380e4836" providerId="LiveId" clId="{898A97C6-F779-4A5F-BFB9-10E37EEDE666}" dt="2022-03-14T13:16:48.384" v="91" actId="478"/>
          <ac:picMkLst>
            <pc:docMk/>
            <pc:sldMk cId="0" sldId="595"/>
            <ac:picMk id="98311" creationId="{C8E21460-C30A-46C6-AA28-DDC09C1D0057}"/>
          </ac:picMkLst>
        </pc:picChg>
      </pc:sldChg>
      <pc:sldChg chg="delSp modSp">
        <pc:chgData name="Abhijit Kumar" userId="dfcfaa54380e4836" providerId="LiveId" clId="{898A97C6-F779-4A5F-BFB9-10E37EEDE666}" dt="2022-03-14T13:16:43.168" v="87" actId="478"/>
        <pc:sldMkLst>
          <pc:docMk/>
          <pc:sldMk cId="0" sldId="596"/>
        </pc:sldMkLst>
        <pc:picChg chg="del mod">
          <ac:chgData name="Abhijit Kumar" userId="dfcfaa54380e4836" providerId="LiveId" clId="{898A97C6-F779-4A5F-BFB9-10E37EEDE666}" dt="2022-03-14T13:16:43.168" v="87" actId="478"/>
          <ac:picMkLst>
            <pc:docMk/>
            <pc:sldMk cId="0" sldId="596"/>
            <ac:picMk id="99335" creationId="{91751E37-1EE8-4839-A338-1C6D3A127F32}"/>
          </ac:picMkLst>
        </pc:picChg>
      </pc:sldChg>
      <pc:sldChg chg="delSp modSp">
        <pc:chgData name="Abhijit Kumar" userId="dfcfaa54380e4836" providerId="LiveId" clId="{898A97C6-F779-4A5F-BFB9-10E37EEDE666}" dt="2022-03-14T13:16:31.686" v="80" actId="478"/>
        <pc:sldMkLst>
          <pc:docMk/>
          <pc:sldMk cId="0" sldId="599"/>
        </pc:sldMkLst>
        <pc:picChg chg="del mod">
          <ac:chgData name="Abhijit Kumar" userId="dfcfaa54380e4836" providerId="LiveId" clId="{898A97C6-F779-4A5F-BFB9-10E37EEDE666}" dt="2022-03-14T13:16:31.686" v="80" actId="478"/>
          <ac:picMkLst>
            <pc:docMk/>
            <pc:sldMk cId="0" sldId="599"/>
            <ac:picMk id="102407" creationId="{79C1B039-A9E3-45E2-8C71-80899FF57948}"/>
          </ac:picMkLst>
        </pc:picChg>
      </pc:sldChg>
      <pc:sldChg chg="delSp modSp">
        <pc:chgData name="Abhijit Kumar" userId="dfcfaa54380e4836" providerId="LiveId" clId="{898A97C6-F779-4A5F-BFB9-10E37EEDE666}" dt="2022-03-14T13:16:21.375" v="75" actId="478"/>
        <pc:sldMkLst>
          <pc:docMk/>
          <pc:sldMk cId="0" sldId="600"/>
        </pc:sldMkLst>
        <pc:picChg chg="del mod">
          <ac:chgData name="Abhijit Kumar" userId="dfcfaa54380e4836" providerId="LiveId" clId="{898A97C6-F779-4A5F-BFB9-10E37EEDE666}" dt="2022-03-14T13:16:21.375" v="75" actId="478"/>
          <ac:picMkLst>
            <pc:docMk/>
            <pc:sldMk cId="0" sldId="600"/>
            <ac:picMk id="103431" creationId="{61651820-F4AA-4FC4-9428-9B01D3ED1959}"/>
          </ac:picMkLst>
        </pc:picChg>
      </pc:sldChg>
      <pc:sldChg chg="addSp modSp">
        <pc:chgData name="Abhijit Kumar" userId="dfcfaa54380e4836" providerId="LiveId" clId="{898A97C6-F779-4A5F-BFB9-10E37EEDE666}" dt="2022-03-14T13:30:28.022" v="275"/>
        <pc:sldMkLst>
          <pc:docMk/>
          <pc:sldMk cId="1767047584" sldId="601"/>
        </pc:sldMkLst>
        <pc:picChg chg="add mod">
          <ac:chgData name="Abhijit Kumar" userId="dfcfaa54380e4836" providerId="LiveId" clId="{898A97C6-F779-4A5F-BFB9-10E37EEDE666}" dt="2022-03-14T13:30:28.022" v="275"/>
          <ac:picMkLst>
            <pc:docMk/>
            <pc:sldMk cId="1767047584" sldId="601"/>
            <ac:picMk id="9" creationId="{39B1F524-EC85-4B5A-941D-9C0B2F50F5C2}"/>
          </ac:picMkLst>
        </pc:picChg>
      </pc:sldChg>
      <pc:sldChg chg="delSp modSp">
        <pc:chgData name="Abhijit Kumar" userId="dfcfaa54380e4836" providerId="LiveId" clId="{898A97C6-F779-4A5F-BFB9-10E37EEDE666}" dt="2022-03-14T13:20:02.686" v="236" actId="478"/>
        <pc:sldMkLst>
          <pc:docMk/>
          <pc:sldMk cId="248308457" sldId="603"/>
        </pc:sldMkLst>
        <pc:picChg chg="del mod">
          <ac:chgData name="Abhijit Kumar" userId="dfcfaa54380e4836" providerId="LiveId" clId="{898A97C6-F779-4A5F-BFB9-10E37EEDE666}" dt="2022-03-14T13:20:02.686" v="236" actId="478"/>
          <ac:picMkLst>
            <pc:docMk/>
            <pc:sldMk cId="248308457" sldId="603"/>
            <ac:picMk id="47111" creationId="{7FB97B7C-CFB7-43E3-9380-1AD8405C4943}"/>
          </ac:picMkLst>
        </pc:picChg>
      </pc:sldChg>
      <pc:sldChg chg="addSp delSp modSp">
        <pc:chgData name="Abhijit Kumar" userId="dfcfaa54380e4836" providerId="LiveId" clId="{898A97C6-F779-4A5F-BFB9-10E37EEDE666}" dt="2022-03-14T13:30:05.835" v="271"/>
        <pc:sldMkLst>
          <pc:docMk/>
          <pc:sldMk cId="1540520110" sldId="604"/>
        </pc:sldMkLst>
        <pc:picChg chg="add mod">
          <ac:chgData name="Abhijit Kumar" userId="dfcfaa54380e4836" providerId="LiveId" clId="{898A97C6-F779-4A5F-BFB9-10E37EEDE666}" dt="2022-03-14T13:30:05.835" v="271"/>
          <ac:picMkLst>
            <pc:docMk/>
            <pc:sldMk cId="1540520110" sldId="604"/>
            <ac:picMk id="9" creationId="{A7E506AD-9286-4830-92F5-F87F01AEB521}"/>
          </ac:picMkLst>
        </pc:picChg>
        <pc:picChg chg="del mod">
          <ac:chgData name="Abhijit Kumar" userId="dfcfaa54380e4836" providerId="LiveId" clId="{898A97C6-F779-4A5F-BFB9-10E37EEDE666}" dt="2022-03-14T13:14:14.911" v="17" actId="478"/>
          <ac:picMkLst>
            <pc:docMk/>
            <pc:sldMk cId="1540520110" sldId="604"/>
            <ac:picMk id="36867" creationId="{ADDA917D-3A60-43F6-B021-E745BF48B829}"/>
          </ac:picMkLst>
        </pc:picChg>
      </pc:sldChg>
      <pc:sldChg chg="delSp modSp">
        <pc:chgData name="Abhijit Kumar" userId="dfcfaa54380e4836" providerId="LiveId" clId="{898A97C6-F779-4A5F-BFB9-10E37EEDE666}" dt="2022-03-14T13:19:57.688" v="230" actId="478"/>
        <pc:sldMkLst>
          <pc:docMk/>
          <pc:sldMk cId="2441176354" sldId="606"/>
        </pc:sldMkLst>
        <pc:picChg chg="del mod">
          <ac:chgData name="Abhijit Kumar" userId="dfcfaa54380e4836" providerId="LiveId" clId="{898A97C6-F779-4A5F-BFB9-10E37EEDE666}" dt="2022-03-14T13:19:57.688" v="230" actId="478"/>
          <ac:picMkLst>
            <pc:docMk/>
            <pc:sldMk cId="2441176354" sldId="606"/>
            <ac:picMk id="51207" creationId="{5CC3FF30-525A-4C11-8D27-25816A9BEA34}"/>
          </ac:picMkLst>
        </pc:picChg>
      </pc:sldChg>
      <pc:sldChg chg="delSp modSp">
        <pc:chgData name="Abhijit Kumar" userId="dfcfaa54380e4836" providerId="LiveId" clId="{898A97C6-F779-4A5F-BFB9-10E37EEDE666}" dt="2022-03-14T13:19:54.205" v="226" actId="478"/>
        <pc:sldMkLst>
          <pc:docMk/>
          <pc:sldMk cId="2549746657" sldId="607"/>
        </pc:sldMkLst>
        <pc:picChg chg="del mod">
          <ac:chgData name="Abhijit Kumar" userId="dfcfaa54380e4836" providerId="LiveId" clId="{898A97C6-F779-4A5F-BFB9-10E37EEDE666}" dt="2022-03-14T13:19:54.205" v="226" actId="478"/>
          <ac:picMkLst>
            <pc:docMk/>
            <pc:sldMk cId="2549746657" sldId="607"/>
            <ac:picMk id="52231" creationId="{A6585728-8BE7-40C5-9E51-0328B5B1DBE2}"/>
          </ac:picMkLst>
        </pc:picChg>
      </pc:sldChg>
      <pc:sldChg chg="delSp modSp">
        <pc:chgData name="Abhijit Kumar" userId="dfcfaa54380e4836" providerId="LiveId" clId="{898A97C6-F779-4A5F-BFB9-10E37EEDE666}" dt="2022-03-14T13:20:20.427" v="254" actId="478"/>
        <pc:sldMkLst>
          <pc:docMk/>
          <pc:sldMk cId="3075675333" sldId="609"/>
        </pc:sldMkLst>
        <pc:picChg chg="del mod">
          <ac:chgData name="Abhijit Kumar" userId="dfcfaa54380e4836" providerId="LiveId" clId="{898A97C6-F779-4A5F-BFB9-10E37EEDE666}" dt="2022-03-14T13:20:20.427" v="254" actId="478"/>
          <ac:picMkLst>
            <pc:docMk/>
            <pc:sldMk cId="3075675333" sldId="609"/>
            <ac:picMk id="40963" creationId="{2F1053E5-5193-44B3-B325-E22B12A04CF0}"/>
          </ac:picMkLst>
        </pc:picChg>
      </pc:sldChg>
      <pc:sldChg chg="delSp modSp">
        <pc:chgData name="Abhijit Kumar" userId="dfcfaa54380e4836" providerId="LiveId" clId="{898A97C6-F779-4A5F-BFB9-10E37EEDE666}" dt="2022-03-14T13:20:11.197" v="244" actId="478"/>
        <pc:sldMkLst>
          <pc:docMk/>
          <pc:sldMk cId="2415177655" sldId="610"/>
        </pc:sldMkLst>
        <pc:picChg chg="del mod">
          <ac:chgData name="Abhijit Kumar" userId="dfcfaa54380e4836" providerId="LiveId" clId="{898A97C6-F779-4A5F-BFB9-10E37EEDE666}" dt="2022-03-14T13:20:11.197" v="244" actId="478"/>
          <ac:picMkLst>
            <pc:docMk/>
            <pc:sldMk cId="2415177655" sldId="610"/>
            <ac:picMk id="45059" creationId="{A5AC79B5-3791-49B3-9B4D-290640442EE9}"/>
          </ac:picMkLst>
        </pc:picChg>
      </pc:sldChg>
      <pc:sldChg chg="delSp modSp">
        <pc:chgData name="Abhijit Kumar" userId="dfcfaa54380e4836" providerId="LiveId" clId="{898A97C6-F779-4A5F-BFB9-10E37EEDE666}" dt="2022-03-14T13:17:19.050" v="115" actId="478"/>
        <pc:sldMkLst>
          <pc:docMk/>
          <pc:sldMk cId="2567462921" sldId="611"/>
        </pc:sldMkLst>
        <pc:picChg chg="del mod">
          <ac:chgData name="Abhijit Kumar" userId="dfcfaa54380e4836" providerId="LiveId" clId="{898A97C6-F779-4A5F-BFB9-10E37EEDE666}" dt="2022-03-14T13:17:19.050" v="115" actId="478"/>
          <ac:picMkLst>
            <pc:docMk/>
            <pc:sldMk cId="2567462921" sldId="611"/>
            <ac:picMk id="79877" creationId="{3B2747F6-6613-41D8-A563-A5E5AFDD7485}"/>
          </ac:picMkLst>
        </pc:picChg>
      </pc:sldChg>
      <pc:sldChg chg="delSp modSp">
        <pc:chgData name="Abhijit Kumar" userId="dfcfaa54380e4836" providerId="LiveId" clId="{898A97C6-F779-4A5F-BFB9-10E37EEDE666}" dt="2022-03-14T13:16:45.815" v="89" actId="478"/>
        <pc:sldMkLst>
          <pc:docMk/>
          <pc:sldMk cId="1081223932" sldId="612"/>
        </pc:sldMkLst>
        <pc:picChg chg="del mod">
          <ac:chgData name="Abhijit Kumar" userId="dfcfaa54380e4836" providerId="LiveId" clId="{898A97C6-F779-4A5F-BFB9-10E37EEDE666}" dt="2022-03-14T13:16:45.815" v="89" actId="478"/>
          <ac:picMkLst>
            <pc:docMk/>
            <pc:sldMk cId="1081223932" sldId="612"/>
            <ac:picMk id="98311" creationId="{C8E21460-C30A-46C6-AA28-DDC09C1D0057}"/>
          </ac:picMkLst>
        </pc:picChg>
      </pc:sldChg>
      <pc:sldChg chg="delSp">
        <pc:chgData name="Abhijit Kumar" userId="dfcfaa54380e4836" providerId="LiveId" clId="{898A97C6-F779-4A5F-BFB9-10E37EEDE666}" dt="2022-03-14T13:20:07.927" v="240" actId="478"/>
        <pc:sldMkLst>
          <pc:docMk/>
          <pc:sldMk cId="1006147242" sldId="613"/>
        </pc:sldMkLst>
        <pc:picChg chg="del">
          <ac:chgData name="Abhijit Kumar" userId="dfcfaa54380e4836" providerId="LiveId" clId="{898A97C6-F779-4A5F-BFB9-10E37EEDE666}" dt="2022-03-14T13:20:07.927" v="240" actId="478"/>
          <ac:picMkLst>
            <pc:docMk/>
            <pc:sldMk cId="1006147242" sldId="613"/>
            <ac:picMk id="46087" creationId="{173FF282-3566-4278-9B43-18672444E886}"/>
          </ac:picMkLst>
        </pc:picChg>
      </pc:sldChg>
      <pc:sldChg chg="delSp">
        <pc:chgData name="Abhijit Kumar" userId="dfcfaa54380e4836" providerId="LiveId" clId="{898A97C6-F779-4A5F-BFB9-10E37EEDE666}" dt="2022-03-14T13:20:06.143" v="239" actId="478"/>
        <pc:sldMkLst>
          <pc:docMk/>
          <pc:sldMk cId="4001678236" sldId="614"/>
        </pc:sldMkLst>
        <pc:picChg chg="del">
          <ac:chgData name="Abhijit Kumar" userId="dfcfaa54380e4836" providerId="LiveId" clId="{898A97C6-F779-4A5F-BFB9-10E37EEDE666}" dt="2022-03-14T13:20:06.143" v="239" actId="478"/>
          <ac:picMkLst>
            <pc:docMk/>
            <pc:sldMk cId="4001678236" sldId="614"/>
            <ac:picMk id="46087" creationId="{173FF282-3566-4278-9B43-18672444E886}"/>
          </ac:picMkLst>
        </pc:picChg>
      </pc:sldChg>
      <pc:sldChg chg="delSp modSp">
        <pc:chgData name="Abhijit Kumar" userId="dfcfaa54380e4836" providerId="LiveId" clId="{898A97C6-F779-4A5F-BFB9-10E37EEDE666}" dt="2022-03-14T13:16:37.501" v="84" actId="478"/>
        <pc:sldMkLst>
          <pc:docMk/>
          <pc:sldMk cId="2650979771" sldId="615"/>
        </pc:sldMkLst>
        <pc:picChg chg="del mod">
          <ac:chgData name="Abhijit Kumar" userId="dfcfaa54380e4836" providerId="LiveId" clId="{898A97C6-F779-4A5F-BFB9-10E37EEDE666}" dt="2022-03-14T13:16:37.501" v="84" actId="478"/>
          <ac:picMkLst>
            <pc:docMk/>
            <pc:sldMk cId="2650979771" sldId="615"/>
            <ac:picMk id="99335" creationId="{91751E37-1EE8-4839-A338-1C6D3A127F32}"/>
          </ac:picMkLst>
        </pc:picChg>
      </pc:sldChg>
      <pc:sldChg chg="delSp modSp">
        <pc:chgData name="Abhijit Kumar" userId="dfcfaa54380e4836" providerId="LiveId" clId="{898A97C6-F779-4A5F-BFB9-10E37EEDE666}" dt="2022-03-14T13:16:33.916" v="82" actId="478"/>
        <pc:sldMkLst>
          <pc:docMk/>
          <pc:sldMk cId="2971012778" sldId="616"/>
        </pc:sldMkLst>
        <pc:picChg chg="del mod">
          <ac:chgData name="Abhijit Kumar" userId="dfcfaa54380e4836" providerId="LiveId" clId="{898A97C6-F779-4A5F-BFB9-10E37EEDE666}" dt="2022-03-14T13:16:33.916" v="82" actId="478"/>
          <ac:picMkLst>
            <pc:docMk/>
            <pc:sldMk cId="2971012778" sldId="616"/>
            <ac:picMk id="99335" creationId="{91751E37-1EE8-4839-A338-1C6D3A127F32}"/>
          </ac:picMkLst>
        </pc:picChg>
      </pc:sldChg>
      <pc:sldChg chg="delSp modSp">
        <pc:chgData name="Abhijit Kumar" userId="dfcfaa54380e4836" providerId="LiveId" clId="{898A97C6-F779-4A5F-BFB9-10E37EEDE666}" dt="2022-03-14T13:15:04.301" v="39" actId="478"/>
        <pc:sldMkLst>
          <pc:docMk/>
          <pc:sldMk cId="2453484229" sldId="617"/>
        </pc:sldMkLst>
        <pc:picChg chg="del mod">
          <ac:chgData name="Abhijit Kumar" userId="dfcfaa54380e4836" providerId="LiveId" clId="{898A97C6-F779-4A5F-BFB9-10E37EEDE666}" dt="2022-03-14T13:15:04.301" v="39" actId="478"/>
          <ac:picMkLst>
            <pc:docMk/>
            <pc:sldMk cId="2453484229" sldId="617"/>
            <ac:picMk id="131079" creationId="{A195863D-9F4D-4546-8D9C-12116D3A58C6}"/>
          </ac:picMkLst>
        </pc:picChg>
      </pc:sldChg>
      <pc:sldChg chg="delSp modSp">
        <pc:chgData name="Abhijit Kumar" userId="dfcfaa54380e4836" providerId="LiveId" clId="{898A97C6-F779-4A5F-BFB9-10E37EEDE666}" dt="2022-03-14T13:16:27.176" v="78" actId="478"/>
        <pc:sldMkLst>
          <pc:docMk/>
          <pc:sldMk cId="2803808904" sldId="618"/>
        </pc:sldMkLst>
        <pc:picChg chg="del mod">
          <ac:chgData name="Abhijit Kumar" userId="dfcfaa54380e4836" providerId="LiveId" clId="{898A97C6-F779-4A5F-BFB9-10E37EEDE666}" dt="2022-03-14T13:16:27.176" v="78" actId="478"/>
          <ac:picMkLst>
            <pc:docMk/>
            <pc:sldMk cId="2803808904" sldId="618"/>
            <ac:picMk id="102407" creationId="{79C1B039-A9E3-45E2-8C71-80899FF57948}"/>
          </ac:picMkLst>
        </pc:picChg>
      </pc:sldChg>
      <pc:sldChg chg="delSp">
        <pc:chgData name="Abhijit Kumar" userId="dfcfaa54380e4836" providerId="LiveId" clId="{898A97C6-F779-4A5F-BFB9-10E37EEDE666}" dt="2022-03-14T13:16:24.423" v="76" actId="478"/>
        <pc:sldMkLst>
          <pc:docMk/>
          <pc:sldMk cId="1828356719" sldId="619"/>
        </pc:sldMkLst>
        <pc:picChg chg="del">
          <ac:chgData name="Abhijit Kumar" userId="dfcfaa54380e4836" providerId="LiveId" clId="{898A97C6-F779-4A5F-BFB9-10E37EEDE666}" dt="2022-03-14T13:16:24.423" v="76" actId="478"/>
          <ac:picMkLst>
            <pc:docMk/>
            <pc:sldMk cId="1828356719" sldId="619"/>
            <ac:picMk id="102407" creationId="{79C1B039-A9E3-45E2-8C71-80899FF57948}"/>
          </ac:picMkLst>
        </pc:picChg>
      </pc:sldChg>
      <pc:sldChg chg="delSp modSp">
        <pc:chgData name="Abhijit Kumar" userId="dfcfaa54380e4836" providerId="LiveId" clId="{898A97C6-F779-4A5F-BFB9-10E37EEDE666}" dt="2022-03-14T13:15:54.770" v="61" actId="478"/>
        <pc:sldMkLst>
          <pc:docMk/>
          <pc:sldMk cId="1392959682" sldId="620"/>
        </pc:sldMkLst>
        <pc:picChg chg="del mod">
          <ac:chgData name="Abhijit Kumar" userId="dfcfaa54380e4836" providerId="LiveId" clId="{898A97C6-F779-4A5F-BFB9-10E37EEDE666}" dt="2022-03-14T13:15:54.770" v="61" actId="478"/>
          <ac:picMkLst>
            <pc:docMk/>
            <pc:sldMk cId="1392959682" sldId="620"/>
            <ac:picMk id="115718" creationId="{677DEFD4-ECB9-4BDB-A431-9D36BAA785FD}"/>
          </ac:picMkLst>
        </pc:picChg>
      </pc:sldChg>
      <pc:sldChg chg="delSp">
        <pc:chgData name="Abhijit Kumar" userId="dfcfaa54380e4836" providerId="LiveId" clId="{898A97C6-F779-4A5F-BFB9-10E37EEDE666}" dt="2022-03-14T13:15:47.961" v="58" actId="478"/>
        <pc:sldMkLst>
          <pc:docMk/>
          <pc:sldMk cId="4195424212" sldId="621"/>
        </pc:sldMkLst>
        <pc:picChg chg="del">
          <ac:chgData name="Abhijit Kumar" userId="dfcfaa54380e4836" providerId="LiveId" clId="{898A97C6-F779-4A5F-BFB9-10E37EEDE666}" dt="2022-03-14T13:15:47.961" v="58" actId="478"/>
          <ac:picMkLst>
            <pc:docMk/>
            <pc:sldMk cId="4195424212" sldId="621"/>
            <ac:picMk id="116742" creationId="{DEEFCC61-366A-4AC2-A727-A3706DE33772}"/>
          </ac:picMkLst>
        </pc:picChg>
      </pc:sldChg>
      <pc:sldChg chg="addSp modSp">
        <pc:chgData name="Abhijit Kumar" userId="dfcfaa54380e4836" providerId="LiveId" clId="{898A97C6-F779-4A5F-BFB9-10E37EEDE666}" dt="2022-03-14T13:30:22.979" v="274" actId="1076"/>
        <pc:sldMkLst>
          <pc:docMk/>
          <pc:sldMk cId="4237956801" sldId="622"/>
        </pc:sldMkLst>
        <pc:spChg chg="mod">
          <ac:chgData name="Abhijit Kumar" userId="dfcfaa54380e4836" providerId="LiveId" clId="{898A97C6-F779-4A5F-BFB9-10E37EEDE666}" dt="2022-03-14T13:30:22.979" v="274" actId="1076"/>
          <ac:spMkLst>
            <pc:docMk/>
            <pc:sldMk cId="4237956801" sldId="622"/>
            <ac:spMk id="3" creationId="{AECEC2EA-6861-4109-876A-5C7CA3DAAE1F}"/>
          </ac:spMkLst>
        </pc:spChg>
        <pc:picChg chg="add mod">
          <ac:chgData name="Abhijit Kumar" userId="dfcfaa54380e4836" providerId="LiveId" clId="{898A97C6-F779-4A5F-BFB9-10E37EEDE666}" dt="2022-03-14T13:30:21.504" v="273"/>
          <ac:picMkLst>
            <pc:docMk/>
            <pc:sldMk cId="4237956801" sldId="622"/>
            <ac:picMk id="8" creationId="{33C35B88-3E16-4136-A3CE-A68C28EA89EB}"/>
          </ac:picMkLst>
        </pc:picChg>
      </pc:sldChg>
      <pc:sldChg chg="addSp delSp modSp">
        <pc:chgData name="Abhijit Kumar" userId="dfcfaa54380e4836" providerId="LiveId" clId="{898A97C6-F779-4A5F-BFB9-10E37EEDE666}" dt="2022-03-14T13:29:59.144" v="270"/>
        <pc:sldMkLst>
          <pc:docMk/>
          <pc:sldMk cId="3630258705" sldId="623"/>
        </pc:sldMkLst>
        <pc:picChg chg="add mod">
          <ac:chgData name="Abhijit Kumar" userId="dfcfaa54380e4836" providerId="LiveId" clId="{898A97C6-F779-4A5F-BFB9-10E37EEDE666}" dt="2022-03-14T13:29:59.144" v="270"/>
          <ac:picMkLst>
            <pc:docMk/>
            <pc:sldMk cId="3630258705" sldId="623"/>
            <ac:picMk id="8" creationId="{7D148FF3-E4B7-4268-AED1-3BAD26548ECB}"/>
          </ac:picMkLst>
        </pc:picChg>
        <pc:picChg chg="del mod">
          <ac:chgData name="Abhijit Kumar" userId="dfcfaa54380e4836" providerId="LiveId" clId="{898A97C6-F779-4A5F-BFB9-10E37EEDE666}" dt="2022-03-14T13:14:18.752" v="19" actId="478"/>
          <ac:picMkLst>
            <pc:docMk/>
            <pc:sldMk cId="3630258705" sldId="623"/>
            <ac:picMk id="25603" creationId="{BBA3DE9B-C08A-4978-A32E-A867807403B3}"/>
          </ac:picMkLst>
        </pc:picChg>
      </pc:sldChg>
      <pc:sldChg chg="addSp delSp modSp">
        <pc:chgData name="Abhijit Kumar" userId="dfcfaa54380e4836" providerId="LiveId" clId="{898A97C6-F779-4A5F-BFB9-10E37EEDE666}" dt="2022-03-14T13:30:13.536" v="272"/>
        <pc:sldMkLst>
          <pc:docMk/>
          <pc:sldMk cId="1791229782" sldId="624"/>
        </pc:sldMkLst>
        <pc:picChg chg="add mod">
          <ac:chgData name="Abhijit Kumar" userId="dfcfaa54380e4836" providerId="LiveId" clId="{898A97C6-F779-4A5F-BFB9-10E37EEDE666}" dt="2022-03-14T13:30:13.536" v="272"/>
          <ac:picMkLst>
            <pc:docMk/>
            <pc:sldMk cId="1791229782" sldId="624"/>
            <ac:picMk id="8" creationId="{D94E8A3F-21CA-4D3F-9FC3-8152E123E199}"/>
          </ac:picMkLst>
        </pc:picChg>
        <pc:picChg chg="del mod">
          <ac:chgData name="Abhijit Kumar" userId="dfcfaa54380e4836" providerId="LiveId" clId="{898A97C6-F779-4A5F-BFB9-10E37EEDE666}" dt="2022-03-14T13:13:59.423" v="8" actId="478"/>
          <ac:picMkLst>
            <pc:docMk/>
            <pc:sldMk cId="1791229782" sldId="624"/>
            <ac:picMk id="25603" creationId="{BBA3DE9B-C08A-4978-A32E-A867807403B3}"/>
          </ac:picMkLst>
        </pc:picChg>
      </pc:sldChg>
      <pc:sldChg chg="addSp delSp modSp">
        <pc:chgData name="Abhijit Kumar" userId="dfcfaa54380e4836" providerId="LiveId" clId="{898A97C6-F779-4A5F-BFB9-10E37EEDE666}" dt="2022-03-14T13:29:34.726" v="269"/>
        <pc:sldMkLst>
          <pc:docMk/>
          <pc:sldMk cId="1112718290" sldId="625"/>
        </pc:sldMkLst>
        <pc:picChg chg="add mod">
          <ac:chgData name="Abhijit Kumar" userId="dfcfaa54380e4836" providerId="LiveId" clId="{898A97C6-F779-4A5F-BFB9-10E37EEDE666}" dt="2022-03-14T13:29:34.726" v="269"/>
          <ac:picMkLst>
            <pc:docMk/>
            <pc:sldMk cId="1112718290" sldId="625"/>
            <ac:picMk id="9" creationId="{9D3DC9B3-302B-4C1D-B168-06FE9EBFE5A0}"/>
          </ac:picMkLst>
        </pc:picChg>
        <pc:picChg chg="del mod">
          <ac:chgData name="Abhijit Kumar" userId="dfcfaa54380e4836" providerId="LiveId" clId="{898A97C6-F779-4A5F-BFB9-10E37EEDE666}" dt="2022-03-14T13:17:28.254" v="122" actId="478"/>
          <ac:picMkLst>
            <pc:docMk/>
            <pc:sldMk cId="1112718290" sldId="625"/>
            <ac:picMk id="25603" creationId="{BBA3DE9B-C08A-4978-A32E-A867807403B3}"/>
          </ac:picMkLst>
        </pc:picChg>
      </pc:sldChg>
      <pc:sldChg chg="delSp modSp">
        <pc:chgData name="Abhijit Kumar" userId="dfcfaa54380e4836" providerId="LiveId" clId="{898A97C6-F779-4A5F-BFB9-10E37EEDE666}" dt="2022-03-14T13:13:17.737" v="1" actId="478"/>
        <pc:sldMkLst>
          <pc:docMk/>
          <pc:sldMk cId="3871153849" sldId="626"/>
        </pc:sldMkLst>
        <pc:picChg chg="del mod">
          <ac:chgData name="Abhijit Kumar" userId="dfcfaa54380e4836" providerId="LiveId" clId="{898A97C6-F779-4A5F-BFB9-10E37EEDE666}" dt="2022-03-14T13:13:17.737" v="1" actId="478"/>
          <ac:picMkLst>
            <pc:docMk/>
            <pc:sldMk cId="3871153849" sldId="626"/>
            <ac:picMk id="28679" creationId="{EBA8D88F-2F7E-4A92-8ABD-525C23C18C54}"/>
          </ac:picMkLst>
        </pc:picChg>
      </pc:sldChg>
      <pc:sldChg chg="addSp delSp modSp">
        <pc:chgData name="Abhijit Kumar" userId="dfcfaa54380e4836" providerId="LiveId" clId="{898A97C6-F779-4A5F-BFB9-10E37EEDE666}" dt="2022-03-14T13:29:27.286" v="268"/>
        <pc:sldMkLst>
          <pc:docMk/>
          <pc:sldMk cId="682863920" sldId="627"/>
        </pc:sldMkLst>
        <pc:picChg chg="add mod">
          <ac:chgData name="Abhijit Kumar" userId="dfcfaa54380e4836" providerId="LiveId" clId="{898A97C6-F779-4A5F-BFB9-10E37EEDE666}" dt="2022-03-14T13:29:27.286" v="268"/>
          <ac:picMkLst>
            <pc:docMk/>
            <pc:sldMk cId="682863920" sldId="627"/>
            <ac:picMk id="9" creationId="{63A3B5F6-9EDE-43E2-8CCD-64B15B83AD3B}"/>
          </ac:picMkLst>
        </pc:picChg>
        <pc:picChg chg="del mod">
          <ac:chgData name="Abhijit Kumar" userId="dfcfaa54380e4836" providerId="LiveId" clId="{898A97C6-F779-4A5F-BFB9-10E37EEDE666}" dt="2022-03-14T13:17:26.321" v="120" actId="478"/>
          <ac:picMkLst>
            <pc:docMk/>
            <pc:sldMk cId="682863920" sldId="627"/>
            <ac:picMk id="25603" creationId="{BBA3DE9B-C08A-4978-A32E-A867807403B3}"/>
          </ac:picMkLst>
        </pc:picChg>
      </pc:sldChg>
      <pc:sldChg chg="delSp modSp">
        <pc:chgData name="Abhijit Kumar" userId="dfcfaa54380e4836" providerId="LiveId" clId="{898A97C6-F779-4A5F-BFB9-10E37EEDE666}" dt="2022-03-14T13:17:08.371" v="105" actId="478"/>
        <pc:sldMkLst>
          <pc:docMk/>
          <pc:sldMk cId="2216161718" sldId="628"/>
        </pc:sldMkLst>
        <pc:picChg chg="del mod">
          <ac:chgData name="Abhijit Kumar" userId="dfcfaa54380e4836" providerId="LiveId" clId="{898A97C6-F779-4A5F-BFB9-10E37EEDE666}" dt="2022-03-14T13:17:08.371" v="105" actId="478"/>
          <ac:picMkLst>
            <pc:docMk/>
            <pc:sldMk cId="2216161718" sldId="628"/>
            <ac:picMk id="83984" creationId="{16E1B644-6BCA-405F-8CC5-C855E502B01D}"/>
          </ac:picMkLst>
        </pc:picChg>
      </pc:sldChg>
      <pc:sldChg chg="delSp modSp">
        <pc:chgData name="Abhijit Kumar" userId="dfcfaa54380e4836" providerId="LiveId" clId="{898A97C6-F779-4A5F-BFB9-10E37EEDE666}" dt="2022-03-14T13:17:00.399" v="99" actId="478"/>
        <pc:sldMkLst>
          <pc:docMk/>
          <pc:sldMk cId="769611709" sldId="629"/>
        </pc:sldMkLst>
        <pc:picChg chg="del mod">
          <ac:chgData name="Abhijit Kumar" userId="dfcfaa54380e4836" providerId="LiveId" clId="{898A97C6-F779-4A5F-BFB9-10E37EEDE666}" dt="2022-03-14T13:17:00.399" v="99" actId="478"/>
          <ac:picMkLst>
            <pc:docMk/>
            <pc:sldMk cId="769611709" sldId="629"/>
            <ac:picMk id="87047" creationId="{87FDE110-0FB2-4195-87FB-B258A1A83F03}"/>
          </ac:picMkLst>
        </pc:picChg>
      </pc:sldChg>
      <pc:sldChg chg="delSp">
        <pc:chgData name="Abhijit Kumar" userId="dfcfaa54380e4836" providerId="LiveId" clId="{898A97C6-F779-4A5F-BFB9-10E37EEDE666}" dt="2022-03-14T13:16:40.279" v="85" actId="478"/>
        <pc:sldMkLst>
          <pc:docMk/>
          <pc:sldMk cId="2062333743" sldId="630"/>
        </pc:sldMkLst>
        <pc:picChg chg="del">
          <ac:chgData name="Abhijit Kumar" userId="dfcfaa54380e4836" providerId="LiveId" clId="{898A97C6-F779-4A5F-BFB9-10E37EEDE666}" dt="2022-03-14T13:16:40.279" v="85" actId="478"/>
          <ac:picMkLst>
            <pc:docMk/>
            <pc:sldMk cId="2062333743" sldId="630"/>
            <ac:picMk id="99335" creationId="{91751E37-1EE8-4839-A338-1C6D3A127F32}"/>
          </ac:picMkLst>
        </pc:picChg>
      </pc:sldChg>
      <pc:sldChg chg="delSp modSp">
        <pc:chgData name="Abhijit Kumar" userId="dfcfaa54380e4836" providerId="LiveId" clId="{898A97C6-F779-4A5F-BFB9-10E37EEDE666}" dt="2022-03-14T13:19:50.353" v="222" actId="478"/>
        <pc:sldMkLst>
          <pc:docMk/>
          <pc:sldMk cId="0" sldId="631"/>
        </pc:sldMkLst>
        <pc:picChg chg="del mod">
          <ac:chgData name="Abhijit Kumar" userId="dfcfaa54380e4836" providerId="LiveId" clId="{898A97C6-F779-4A5F-BFB9-10E37EEDE666}" dt="2022-03-14T13:19:50.353" v="222" actId="478"/>
          <ac:picMkLst>
            <pc:docMk/>
            <pc:sldMk cId="0" sldId="631"/>
            <ac:picMk id="53254" creationId="{FD904C2D-F234-494B-B39F-BB728094DF18}"/>
          </ac:picMkLst>
        </pc:picChg>
      </pc:sldChg>
      <pc:sldChg chg="delSp modSp">
        <pc:chgData name="Abhijit Kumar" userId="dfcfaa54380e4836" providerId="LiveId" clId="{898A97C6-F779-4A5F-BFB9-10E37EEDE666}" dt="2022-03-14T13:19:48.749" v="220" actId="478"/>
        <pc:sldMkLst>
          <pc:docMk/>
          <pc:sldMk cId="0" sldId="632"/>
        </pc:sldMkLst>
        <pc:picChg chg="del mod">
          <ac:chgData name="Abhijit Kumar" userId="dfcfaa54380e4836" providerId="LiveId" clId="{898A97C6-F779-4A5F-BFB9-10E37EEDE666}" dt="2022-03-14T13:19:48.749" v="220" actId="478"/>
          <ac:picMkLst>
            <pc:docMk/>
            <pc:sldMk cId="0" sldId="632"/>
            <ac:picMk id="53254" creationId="{FD904C2D-F234-494B-B39F-BB728094DF18}"/>
          </ac:picMkLst>
        </pc:picChg>
      </pc:sldChg>
      <pc:sldChg chg="delSp modSp">
        <pc:chgData name="Abhijit Kumar" userId="dfcfaa54380e4836" providerId="LiveId" clId="{898A97C6-F779-4A5F-BFB9-10E37EEDE666}" dt="2022-03-14T13:19:47.038" v="218" actId="478"/>
        <pc:sldMkLst>
          <pc:docMk/>
          <pc:sldMk cId="0" sldId="633"/>
        </pc:sldMkLst>
        <pc:picChg chg="del mod">
          <ac:chgData name="Abhijit Kumar" userId="dfcfaa54380e4836" providerId="LiveId" clId="{898A97C6-F779-4A5F-BFB9-10E37EEDE666}" dt="2022-03-14T13:19:47.038" v="218" actId="478"/>
          <ac:picMkLst>
            <pc:docMk/>
            <pc:sldMk cId="0" sldId="633"/>
            <ac:picMk id="53254" creationId="{FD904C2D-F234-494B-B39F-BB728094DF18}"/>
          </ac:picMkLst>
        </pc:picChg>
      </pc:sldChg>
      <pc:sldChg chg="delSp modSp">
        <pc:chgData name="Abhijit Kumar" userId="dfcfaa54380e4836" providerId="LiveId" clId="{898A97C6-F779-4A5F-BFB9-10E37EEDE666}" dt="2022-03-14T13:19:45.257" v="216" actId="478"/>
        <pc:sldMkLst>
          <pc:docMk/>
          <pc:sldMk cId="0" sldId="634"/>
        </pc:sldMkLst>
        <pc:picChg chg="del mod">
          <ac:chgData name="Abhijit Kumar" userId="dfcfaa54380e4836" providerId="LiveId" clId="{898A97C6-F779-4A5F-BFB9-10E37EEDE666}" dt="2022-03-14T13:19:45.257" v="216" actId="478"/>
          <ac:picMkLst>
            <pc:docMk/>
            <pc:sldMk cId="0" sldId="634"/>
            <ac:picMk id="53254" creationId="{FD904C2D-F234-494B-B39F-BB728094DF18}"/>
          </ac:picMkLst>
        </pc:picChg>
      </pc:sldChg>
      <pc:sldChg chg="delSp modSp">
        <pc:chgData name="Abhijit Kumar" userId="dfcfaa54380e4836" providerId="LiveId" clId="{898A97C6-F779-4A5F-BFB9-10E37EEDE666}" dt="2022-03-14T13:19:43.250" v="214" actId="478"/>
        <pc:sldMkLst>
          <pc:docMk/>
          <pc:sldMk cId="0" sldId="635"/>
        </pc:sldMkLst>
        <pc:picChg chg="del mod">
          <ac:chgData name="Abhijit Kumar" userId="dfcfaa54380e4836" providerId="LiveId" clId="{898A97C6-F779-4A5F-BFB9-10E37EEDE666}" dt="2022-03-14T13:19:43.250" v="214" actId="478"/>
          <ac:picMkLst>
            <pc:docMk/>
            <pc:sldMk cId="0" sldId="635"/>
            <ac:picMk id="53254" creationId="{FD904C2D-F234-494B-B39F-BB728094DF18}"/>
          </ac:picMkLst>
        </pc:picChg>
      </pc:sldChg>
      <pc:sldChg chg="delSp modSp">
        <pc:chgData name="Abhijit Kumar" userId="dfcfaa54380e4836" providerId="LiveId" clId="{898A97C6-F779-4A5F-BFB9-10E37EEDE666}" dt="2022-03-14T13:19:41.447" v="212" actId="478"/>
        <pc:sldMkLst>
          <pc:docMk/>
          <pc:sldMk cId="0" sldId="636"/>
        </pc:sldMkLst>
        <pc:picChg chg="del mod">
          <ac:chgData name="Abhijit Kumar" userId="dfcfaa54380e4836" providerId="LiveId" clId="{898A97C6-F779-4A5F-BFB9-10E37EEDE666}" dt="2022-03-14T13:19:41.447" v="212" actId="478"/>
          <ac:picMkLst>
            <pc:docMk/>
            <pc:sldMk cId="0" sldId="636"/>
            <ac:picMk id="53254" creationId="{FD904C2D-F234-494B-B39F-BB728094DF18}"/>
          </ac:picMkLst>
        </pc:picChg>
      </pc:sldChg>
      <pc:sldChg chg="delSp">
        <pc:chgData name="Abhijit Kumar" userId="dfcfaa54380e4836" providerId="LiveId" clId="{898A97C6-F779-4A5F-BFB9-10E37EEDE666}" dt="2022-03-14T13:19:35.985" v="210" actId="478"/>
        <pc:sldMkLst>
          <pc:docMk/>
          <pc:sldMk cId="0" sldId="637"/>
        </pc:sldMkLst>
        <pc:picChg chg="del">
          <ac:chgData name="Abhijit Kumar" userId="dfcfaa54380e4836" providerId="LiveId" clId="{898A97C6-F779-4A5F-BFB9-10E37EEDE666}" dt="2022-03-14T13:19:35.985" v="210" actId="478"/>
          <ac:picMkLst>
            <pc:docMk/>
            <pc:sldMk cId="0" sldId="637"/>
            <ac:picMk id="53254" creationId="{FD904C2D-F234-494B-B39F-BB728094DF18}"/>
          </ac:picMkLst>
        </pc:picChg>
      </pc:sldChg>
      <pc:sldChg chg="delSp modSp">
        <pc:chgData name="Abhijit Kumar" userId="dfcfaa54380e4836" providerId="LiveId" clId="{898A97C6-F779-4A5F-BFB9-10E37EEDE666}" dt="2022-03-14T13:19:33.282" v="209" actId="478"/>
        <pc:sldMkLst>
          <pc:docMk/>
          <pc:sldMk cId="0" sldId="638"/>
        </pc:sldMkLst>
        <pc:picChg chg="del mod">
          <ac:chgData name="Abhijit Kumar" userId="dfcfaa54380e4836" providerId="LiveId" clId="{898A97C6-F779-4A5F-BFB9-10E37EEDE666}" dt="2022-03-14T13:19:33.282" v="209" actId="478"/>
          <ac:picMkLst>
            <pc:docMk/>
            <pc:sldMk cId="0" sldId="638"/>
            <ac:picMk id="53254" creationId="{FD904C2D-F234-494B-B39F-BB728094DF18}"/>
          </ac:picMkLst>
        </pc:picChg>
      </pc:sldChg>
      <pc:sldChg chg="delSp modSp">
        <pc:chgData name="Abhijit Kumar" userId="dfcfaa54380e4836" providerId="LiveId" clId="{898A97C6-F779-4A5F-BFB9-10E37EEDE666}" dt="2022-03-14T13:19:31.238" v="207" actId="478"/>
        <pc:sldMkLst>
          <pc:docMk/>
          <pc:sldMk cId="0" sldId="639"/>
        </pc:sldMkLst>
        <pc:picChg chg="del mod">
          <ac:chgData name="Abhijit Kumar" userId="dfcfaa54380e4836" providerId="LiveId" clId="{898A97C6-F779-4A5F-BFB9-10E37EEDE666}" dt="2022-03-14T13:19:31.238" v="207" actId="478"/>
          <ac:picMkLst>
            <pc:docMk/>
            <pc:sldMk cId="0" sldId="639"/>
            <ac:picMk id="53254" creationId="{FD904C2D-F234-494B-B39F-BB728094DF18}"/>
          </ac:picMkLst>
        </pc:picChg>
      </pc:sldChg>
      <pc:sldChg chg="delSp modSp">
        <pc:chgData name="Abhijit Kumar" userId="dfcfaa54380e4836" providerId="LiveId" clId="{898A97C6-F779-4A5F-BFB9-10E37EEDE666}" dt="2022-03-14T13:19:29.262" v="205" actId="478"/>
        <pc:sldMkLst>
          <pc:docMk/>
          <pc:sldMk cId="0" sldId="640"/>
        </pc:sldMkLst>
        <pc:picChg chg="del mod">
          <ac:chgData name="Abhijit Kumar" userId="dfcfaa54380e4836" providerId="LiveId" clId="{898A97C6-F779-4A5F-BFB9-10E37EEDE666}" dt="2022-03-14T13:19:29.262" v="205" actId="478"/>
          <ac:picMkLst>
            <pc:docMk/>
            <pc:sldMk cId="0" sldId="640"/>
            <ac:picMk id="53254" creationId="{FD904C2D-F234-494B-B39F-BB728094DF18}"/>
          </ac:picMkLst>
        </pc:picChg>
      </pc:sldChg>
      <pc:sldChg chg="delSp">
        <pc:chgData name="Abhijit Kumar" userId="dfcfaa54380e4836" providerId="LiveId" clId="{898A97C6-F779-4A5F-BFB9-10E37EEDE666}" dt="2022-03-14T13:19:27.405" v="203" actId="478"/>
        <pc:sldMkLst>
          <pc:docMk/>
          <pc:sldMk cId="0" sldId="641"/>
        </pc:sldMkLst>
        <pc:picChg chg="del">
          <ac:chgData name="Abhijit Kumar" userId="dfcfaa54380e4836" providerId="LiveId" clId="{898A97C6-F779-4A5F-BFB9-10E37EEDE666}" dt="2022-03-14T13:19:27.405" v="203" actId="478"/>
          <ac:picMkLst>
            <pc:docMk/>
            <pc:sldMk cId="0" sldId="641"/>
            <ac:picMk id="53254" creationId="{FD904C2D-F234-494B-B39F-BB728094DF18}"/>
          </ac:picMkLst>
        </pc:picChg>
      </pc:sldChg>
      <pc:sldChg chg="delSp modSp">
        <pc:chgData name="Abhijit Kumar" userId="dfcfaa54380e4836" providerId="LiveId" clId="{898A97C6-F779-4A5F-BFB9-10E37EEDE666}" dt="2022-03-14T13:19:18.527" v="194" actId="478"/>
        <pc:sldMkLst>
          <pc:docMk/>
          <pc:sldMk cId="0" sldId="642"/>
        </pc:sldMkLst>
        <pc:picChg chg="del mod">
          <ac:chgData name="Abhijit Kumar" userId="dfcfaa54380e4836" providerId="LiveId" clId="{898A97C6-F779-4A5F-BFB9-10E37EEDE666}" dt="2022-03-14T13:19:18.527" v="194" actId="478"/>
          <ac:picMkLst>
            <pc:docMk/>
            <pc:sldMk cId="0" sldId="642"/>
            <ac:picMk id="53254" creationId="{FD904C2D-F234-494B-B39F-BB728094DF18}"/>
          </ac:picMkLst>
        </pc:picChg>
      </pc:sldChg>
      <pc:sldChg chg="delSp modSp">
        <pc:chgData name="Abhijit Kumar" userId="dfcfaa54380e4836" providerId="LiveId" clId="{898A97C6-F779-4A5F-BFB9-10E37EEDE666}" dt="2022-03-14T13:19:20.231" v="196" actId="478"/>
        <pc:sldMkLst>
          <pc:docMk/>
          <pc:sldMk cId="0" sldId="643"/>
        </pc:sldMkLst>
        <pc:picChg chg="del mod">
          <ac:chgData name="Abhijit Kumar" userId="dfcfaa54380e4836" providerId="LiveId" clId="{898A97C6-F779-4A5F-BFB9-10E37EEDE666}" dt="2022-03-14T13:19:20.231" v="196" actId="478"/>
          <ac:picMkLst>
            <pc:docMk/>
            <pc:sldMk cId="0" sldId="643"/>
            <ac:picMk id="84996" creationId="{33627912-45AE-44B6-ACF7-B83FA29E060C}"/>
          </ac:picMkLst>
        </pc:picChg>
      </pc:sldChg>
      <pc:sldChg chg="delSp modSp">
        <pc:chgData name="Abhijit Kumar" userId="dfcfaa54380e4836" providerId="LiveId" clId="{898A97C6-F779-4A5F-BFB9-10E37EEDE666}" dt="2022-03-14T13:19:25.616" v="202" actId="478"/>
        <pc:sldMkLst>
          <pc:docMk/>
          <pc:sldMk cId="0" sldId="644"/>
        </pc:sldMkLst>
        <pc:picChg chg="del mod">
          <ac:chgData name="Abhijit Kumar" userId="dfcfaa54380e4836" providerId="LiveId" clId="{898A97C6-F779-4A5F-BFB9-10E37EEDE666}" dt="2022-03-14T13:19:25.616" v="202" actId="478"/>
          <ac:picMkLst>
            <pc:docMk/>
            <pc:sldMk cId="0" sldId="644"/>
            <ac:picMk id="84996" creationId="{33627912-45AE-44B6-ACF7-B83FA29E060C}"/>
          </ac:picMkLst>
        </pc:picChg>
      </pc:sldChg>
      <pc:sldChg chg="delSp modSp">
        <pc:chgData name="Abhijit Kumar" userId="dfcfaa54380e4836" providerId="LiveId" clId="{898A97C6-F779-4A5F-BFB9-10E37EEDE666}" dt="2022-03-14T13:19:16.878" v="192" actId="478"/>
        <pc:sldMkLst>
          <pc:docMk/>
          <pc:sldMk cId="0" sldId="645"/>
        </pc:sldMkLst>
        <pc:picChg chg="del mod">
          <ac:chgData name="Abhijit Kumar" userId="dfcfaa54380e4836" providerId="LiveId" clId="{898A97C6-F779-4A5F-BFB9-10E37EEDE666}" dt="2022-03-14T13:19:16.878" v="192" actId="478"/>
          <ac:picMkLst>
            <pc:docMk/>
            <pc:sldMk cId="0" sldId="645"/>
            <ac:picMk id="88070" creationId="{66CDA515-45EB-4241-8240-5A97587CA925}"/>
          </ac:picMkLst>
        </pc:picChg>
      </pc:sldChg>
      <pc:sldChg chg="delSp modSp">
        <pc:chgData name="Abhijit Kumar" userId="dfcfaa54380e4836" providerId="LiveId" clId="{898A97C6-F779-4A5F-BFB9-10E37EEDE666}" dt="2022-03-14T13:19:11.780" v="188" actId="478"/>
        <pc:sldMkLst>
          <pc:docMk/>
          <pc:sldMk cId="0" sldId="646"/>
        </pc:sldMkLst>
        <pc:picChg chg="del mod">
          <ac:chgData name="Abhijit Kumar" userId="dfcfaa54380e4836" providerId="LiveId" clId="{898A97C6-F779-4A5F-BFB9-10E37EEDE666}" dt="2022-03-14T13:19:11.780" v="188" actId="478"/>
          <ac:picMkLst>
            <pc:docMk/>
            <pc:sldMk cId="0" sldId="646"/>
            <ac:picMk id="89093" creationId="{2045D8E2-C261-413C-B609-D239E0E123B7}"/>
          </ac:picMkLst>
        </pc:picChg>
      </pc:sldChg>
      <pc:sldChg chg="delSp modSp">
        <pc:chgData name="Abhijit Kumar" userId="dfcfaa54380e4836" providerId="LiveId" clId="{898A97C6-F779-4A5F-BFB9-10E37EEDE666}" dt="2022-03-14T13:19:01.303" v="179" actId="478"/>
        <pc:sldMkLst>
          <pc:docMk/>
          <pc:sldMk cId="0" sldId="647"/>
        </pc:sldMkLst>
        <pc:picChg chg="del mod">
          <ac:chgData name="Abhijit Kumar" userId="dfcfaa54380e4836" providerId="LiveId" clId="{898A97C6-F779-4A5F-BFB9-10E37EEDE666}" dt="2022-03-14T13:19:01.303" v="179" actId="478"/>
          <ac:picMkLst>
            <pc:docMk/>
            <pc:sldMk cId="0" sldId="647"/>
            <ac:picMk id="90119" creationId="{77FAEA16-A060-4FFD-945F-708BCB93797F}"/>
          </ac:picMkLst>
        </pc:picChg>
      </pc:sldChg>
      <pc:sldChg chg="delSp modSp">
        <pc:chgData name="Abhijit Kumar" userId="dfcfaa54380e4836" providerId="LiveId" clId="{898A97C6-F779-4A5F-BFB9-10E37EEDE666}" dt="2022-03-14T13:18:59.628" v="177" actId="478"/>
        <pc:sldMkLst>
          <pc:docMk/>
          <pc:sldMk cId="0" sldId="648"/>
        </pc:sldMkLst>
        <pc:picChg chg="del mod">
          <ac:chgData name="Abhijit Kumar" userId="dfcfaa54380e4836" providerId="LiveId" clId="{898A97C6-F779-4A5F-BFB9-10E37EEDE666}" dt="2022-03-14T13:18:59.628" v="177" actId="478"/>
          <ac:picMkLst>
            <pc:docMk/>
            <pc:sldMk cId="0" sldId="648"/>
            <ac:picMk id="91143" creationId="{5DF72AE8-09FE-4542-8D8A-9387974A89F3}"/>
          </ac:picMkLst>
        </pc:picChg>
      </pc:sldChg>
      <pc:sldChg chg="delSp">
        <pc:chgData name="Abhijit Kumar" userId="dfcfaa54380e4836" providerId="LiveId" clId="{898A97C6-F779-4A5F-BFB9-10E37EEDE666}" dt="2022-03-14T13:18:57.739" v="175" actId="478"/>
        <pc:sldMkLst>
          <pc:docMk/>
          <pc:sldMk cId="0" sldId="649"/>
        </pc:sldMkLst>
        <pc:picChg chg="del">
          <ac:chgData name="Abhijit Kumar" userId="dfcfaa54380e4836" providerId="LiveId" clId="{898A97C6-F779-4A5F-BFB9-10E37EEDE666}" dt="2022-03-14T13:18:57.739" v="175" actId="478"/>
          <ac:picMkLst>
            <pc:docMk/>
            <pc:sldMk cId="0" sldId="649"/>
            <ac:picMk id="92167" creationId="{AFC749AD-7CC3-4EB2-B114-DDD9FC38E5E7}"/>
          </ac:picMkLst>
        </pc:picChg>
      </pc:sldChg>
      <pc:sldChg chg="delSp modSp">
        <pc:chgData name="Abhijit Kumar" userId="dfcfaa54380e4836" providerId="LiveId" clId="{898A97C6-F779-4A5F-BFB9-10E37EEDE666}" dt="2022-03-14T13:19:14.473" v="190" actId="478"/>
        <pc:sldMkLst>
          <pc:docMk/>
          <pc:sldMk cId="0" sldId="650"/>
        </pc:sldMkLst>
        <pc:picChg chg="del mod">
          <ac:chgData name="Abhijit Kumar" userId="dfcfaa54380e4836" providerId="LiveId" clId="{898A97C6-F779-4A5F-BFB9-10E37EEDE666}" dt="2022-03-14T13:19:14.473" v="190" actId="478"/>
          <ac:picMkLst>
            <pc:docMk/>
            <pc:sldMk cId="0" sldId="650"/>
            <ac:picMk id="88070" creationId="{66CDA515-45EB-4241-8240-5A97587CA925}"/>
          </ac:picMkLst>
        </pc:picChg>
      </pc:sldChg>
      <pc:sldChg chg="delSp modSp">
        <pc:chgData name="Abhijit Kumar" userId="dfcfaa54380e4836" providerId="LiveId" clId="{898A97C6-F779-4A5F-BFB9-10E37EEDE666}" dt="2022-03-14T13:19:09.889" v="186" actId="478"/>
        <pc:sldMkLst>
          <pc:docMk/>
          <pc:sldMk cId="0" sldId="651"/>
        </pc:sldMkLst>
        <pc:picChg chg="del mod">
          <ac:chgData name="Abhijit Kumar" userId="dfcfaa54380e4836" providerId="LiveId" clId="{898A97C6-F779-4A5F-BFB9-10E37EEDE666}" dt="2022-03-14T13:19:09.889" v="186" actId="478"/>
          <ac:picMkLst>
            <pc:docMk/>
            <pc:sldMk cId="0" sldId="651"/>
            <ac:picMk id="88070" creationId="{66CDA515-45EB-4241-8240-5A97587CA925}"/>
          </ac:picMkLst>
        </pc:picChg>
      </pc:sldChg>
      <pc:sldChg chg="delSp modSp">
        <pc:chgData name="Abhijit Kumar" userId="dfcfaa54380e4836" providerId="LiveId" clId="{898A97C6-F779-4A5F-BFB9-10E37EEDE666}" dt="2022-03-14T13:19:06.902" v="184" actId="478"/>
        <pc:sldMkLst>
          <pc:docMk/>
          <pc:sldMk cId="0" sldId="652"/>
        </pc:sldMkLst>
        <pc:picChg chg="del mod">
          <ac:chgData name="Abhijit Kumar" userId="dfcfaa54380e4836" providerId="LiveId" clId="{898A97C6-F779-4A5F-BFB9-10E37EEDE666}" dt="2022-03-14T13:19:06.902" v="184" actId="478"/>
          <ac:picMkLst>
            <pc:docMk/>
            <pc:sldMk cId="0" sldId="652"/>
            <ac:picMk id="88070" creationId="{66CDA515-45EB-4241-8240-5A97587CA925}"/>
          </ac:picMkLst>
        </pc:picChg>
      </pc:sldChg>
      <pc:sldChg chg="delSp modSp">
        <pc:chgData name="Abhijit Kumar" userId="dfcfaa54380e4836" providerId="LiveId" clId="{898A97C6-F779-4A5F-BFB9-10E37EEDE666}" dt="2022-03-14T13:19:03.164" v="181" actId="478"/>
        <pc:sldMkLst>
          <pc:docMk/>
          <pc:sldMk cId="0" sldId="653"/>
        </pc:sldMkLst>
        <pc:picChg chg="del mod">
          <ac:chgData name="Abhijit Kumar" userId="dfcfaa54380e4836" providerId="LiveId" clId="{898A97C6-F779-4A5F-BFB9-10E37EEDE666}" dt="2022-03-14T13:19:03.164" v="181" actId="478"/>
          <ac:picMkLst>
            <pc:docMk/>
            <pc:sldMk cId="0" sldId="653"/>
            <ac:picMk id="88070" creationId="{66CDA515-45EB-4241-8240-5A97587CA925}"/>
          </ac:picMkLst>
        </pc:picChg>
      </pc:sldChg>
      <pc:sldChg chg="delSp modSp">
        <pc:chgData name="Abhijit Kumar" userId="dfcfaa54380e4836" providerId="LiveId" clId="{898A97C6-F779-4A5F-BFB9-10E37EEDE666}" dt="2022-03-14T13:18:55.910" v="174" actId="478"/>
        <pc:sldMkLst>
          <pc:docMk/>
          <pc:sldMk cId="0" sldId="654"/>
        </pc:sldMkLst>
        <pc:picChg chg="del mod">
          <ac:chgData name="Abhijit Kumar" userId="dfcfaa54380e4836" providerId="LiveId" clId="{898A97C6-F779-4A5F-BFB9-10E37EEDE666}" dt="2022-03-14T13:18:55.910" v="174" actId="478"/>
          <ac:picMkLst>
            <pc:docMk/>
            <pc:sldMk cId="0" sldId="654"/>
            <ac:picMk id="91143" creationId="{5DF72AE8-09FE-4542-8D8A-9387974A89F3}"/>
          </ac:picMkLst>
        </pc:picChg>
      </pc:sldChg>
      <pc:sldChg chg="delSp modSp">
        <pc:chgData name="Abhijit Kumar" userId="dfcfaa54380e4836" providerId="LiveId" clId="{898A97C6-F779-4A5F-BFB9-10E37EEDE666}" dt="2022-03-14T13:18:50.299" v="172" actId="478"/>
        <pc:sldMkLst>
          <pc:docMk/>
          <pc:sldMk cId="0" sldId="655"/>
        </pc:sldMkLst>
        <pc:picChg chg="del mod">
          <ac:chgData name="Abhijit Kumar" userId="dfcfaa54380e4836" providerId="LiveId" clId="{898A97C6-F779-4A5F-BFB9-10E37EEDE666}" dt="2022-03-14T13:18:50.299" v="172" actId="478"/>
          <ac:picMkLst>
            <pc:docMk/>
            <pc:sldMk cId="0" sldId="655"/>
            <ac:picMk id="91143" creationId="{5DF72AE8-09FE-4542-8D8A-9387974A89F3}"/>
          </ac:picMkLst>
        </pc:picChg>
      </pc:sldChg>
      <pc:sldChg chg="delSp modSp">
        <pc:chgData name="Abhijit Kumar" userId="dfcfaa54380e4836" providerId="LiveId" clId="{898A97C6-F779-4A5F-BFB9-10E37EEDE666}" dt="2022-03-14T13:18:45.996" v="170" actId="478"/>
        <pc:sldMkLst>
          <pc:docMk/>
          <pc:sldMk cId="0" sldId="656"/>
        </pc:sldMkLst>
        <pc:picChg chg="del mod">
          <ac:chgData name="Abhijit Kumar" userId="dfcfaa54380e4836" providerId="LiveId" clId="{898A97C6-F779-4A5F-BFB9-10E37EEDE666}" dt="2022-03-14T13:18:45.996" v="170" actId="478"/>
          <ac:picMkLst>
            <pc:docMk/>
            <pc:sldMk cId="0" sldId="656"/>
            <ac:picMk id="91143" creationId="{5DF72AE8-09FE-4542-8D8A-9387974A89F3}"/>
          </ac:picMkLst>
        </pc:picChg>
      </pc:sldChg>
      <pc:sldChg chg="delSp modSp">
        <pc:chgData name="Abhijit Kumar" userId="dfcfaa54380e4836" providerId="LiveId" clId="{898A97C6-F779-4A5F-BFB9-10E37EEDE666}" dt="2022-03-14T13:18:42.148" v="166" actId="478"/>
        <pc:sldMkLst>
          <pc:docMk/>
          <pc:sldMk cId="0" sldId="657"/>
        </pc:sldMkLst>
        <pc:picChg chg="del mod">
          <ac:chgData name="Abhijit Kumar" userId="dfcfaa54380e4836" providerId="LiveId" clId="{898A97C6-F779-4A5F-BFB9-10E37EEDE666}" dt="2022-03-14T13:18:42.148" v="166" actId="478"/>
          <ac:picMkLst>
            <pc:docMk/>
            <pc:sldMk cId="0" sldId="657"/>
            <ac:picMk id="91143" creationId="{5DF72AE8-09FE-4542-8D8A-9387974A89F3}"/>
          </ac:picMkLst>
        </pc:picChg>
      </pc:sldChg>
      <pc:sldChg chg="delSp modSp">
        <pc:chgData name="Abhijit Kumar" userId="dfcfaa54380e4836" providerId="LiveId" clId="{898A97C6-F779-4A5F-BFB9-10E37EEDE666}" dt="2022-03-14T13:18:44.178" v="168" actId="478"/>
        <pc:sldMkLst>
          <pc:docMk/>
          <pc:sldMk cId="0" sldId="658"/>
        </pc:sldMkLst>
        <pc:picChg chg="del mod">
          <ac:chgData name="Abhijit Kumar" userId="dfcfaa54380e4836" providerId="LiveId" clId="{898A97C6-F779-4A5F-BFB9-10E37EEDE666}" dt="2022-03-14T13:18:44.178" v="168" actId="478"/>
          <ac:picMkLst>
            <pc:docMk/>
            <pc:sldMk cId="0" sldId="658"/>
            <ac:picMk id="91143" creationId="{5DF72AE8-09FE-4542-8D8A-9387974A89F3}"/>
          </ac:picMkLst>
        </pc:picChg>
      </pc:sldChg>
      <pc:sldChg chg="delSp modSp">
        <pc:chgData name="Abhijit Kumar" userId="dfcfaa54380e4836" providerId="LiveId" clId="{898A97C6-F779-4A5F-BFB9-10E37EEDE666}" dt="2022-03-14T13:19:23.798" v="200" actId="478"/>
        <pc:sldMkLst>
          <pc:docMk/>
          <pc:sldMk cId="0" sldId="659"/>
        </pc:sldMkLst>
        <pc:picChg chg="del mod">
          <ac:chgData name="Abhijit Kumar" userId="dfcfaa54380e4836" providerId="LiveId" clId="{898A97C6-F779-4A5F-BFB9-10E37EEDE666}" dt="2022-03-14T13:19:23.798" v="200" actId="478"/>
          <ac:picMkLst>
            <pc:docMk/>
            <pc:sldMk cId="0" sldId="659"/>
            <ac:picMk id="84996" creationId="{33627912-45AE-44B6-ACF7-B83FA29E060C}"/>
          </ac:picMkLst>
        </pc:picChg>
      </pc:sldChg>
      <pc:sldChg chg="delSp modSp">
        <pc:chgData name="Abhijit Kumar" userId="dfcfaa54380e4836" providerId="LiveId" clId="{898A97C6-F779-4A5F-BFB9-10E37EEDE666}" dt="2022-03-14T13:19:22.014" v="198" actId="478"/>
        <pc:sldMkLst>
          <pc:docMk/>
          <pc:sldMk cId="0" sldId="660"/>
        </pc:sldMkLst>
        <pc:picChg chg="del mod">
          <ac:chgData name="Abhijit Kumar" userId="dfcfaa54380e4836" providerId="LiveId" clId="{898A97C6-F779-4A5F-BFB9-10E37EEDE666}" dt="2022-03-14T13:19:22.014" v="198" actId="478"/>
          <ac:picMkLst>
            <pc:docMk/>
            <pc:sldMk cId="0" sldId="660"/>
            <ac:picMk id="84996" creationId="{33627912-45AE-44B6-ACF7-B83FA29E060C}"/>
          </ac:picMkLst>
        </pc:picChg>
      </pc:sldChg>
      <pc:sldMasterChg chg="addSp modSp modSldLayout">
        <pc:chgData name="Abhijit Kumar" userId="dfcfaa54380e4836" providerId="LiveId" clId="{898A97C6-F779-4A5F-BFB9-10E37EEDE666}" dt="2022-03-14T13:28:23.087" v="267" actId="478"/>
        <pc:sldMasterMkLst>
          <pc:docMk/>
          <pc:sldMasterMk cId="0" sldId="2147483648"/>
        </pc:sldMasterMkLst>
        <pc:picChg chg="add mod">
          <ac:chgData name="Abhijit Kumar" userId="dfcfaa54380e4836" providerId="LiveId" clId="{898A97C6-F779-4A5F-BFB9-10E37EEDE666}" dt="2022-03-14T13:28:13.736" v="265"/>
          <ac:picMkLst>
            <pc:docMk/>
            <pc:sldMasterMk cId="0" sldId="2147483648"/>
            <ac:picMk id="7" creationId="{5105147F-F9B6-48F8-A55A-F09C7FD66EEE}"/>
          </ac:picMkLst>
        </pc:picChg>
        <pc:sldLayoutChg chg="addSp modSp">
          <pc:chgData name="Abhijit Kumar" userId="dfcfaa54380e4836" providerId="LiveId" clId="{898A97C6-F779-4A5F-BFB9-10E37EEDE666}" dt="2022-03-14T13:25:44.072" v="257"/>
          <pc:sldLayoutMkLst>
            <pc:docMk/>
            <pc:sldMasterMk cId="0" sldId="2147483648"/>
            <pc:sldLayoutMk cId="2946863965" sldId="2147483649"/>
          </pc:sldLayoutMkLst>
          <pc:picChg chg="add mod">
            <ac:chgData name="Abhijit Kumar" userId="dfcfaa54380e4836" providerId="LiveId" clId="{898A97C6-F779-4A5F-BFB9-10E37EEDE666}" dt="2022-03-14T13:25:44.072" v="257"/>
            <ac:picMkLst>
              <pc:docMk/>
              <pc:sldMasterMk cId="0" sldId="2147483648"/>
              <pc:sldLayoutMk cId="2946863965" sldId="2147483649"/>
              <ac:picMk id="7" creationId="{E0645B59-1A25-4790-8E9F-1DCCDE13F840}"/>
            </ac:picMkLst>
          </pc:picChg>
        </pc:sldLayoutChg>
        <pc:sldLayoutChg chg="addSp modSp">
          <pc:chgData name="Abhijit Kumar" userId="dfcfaa54380e4836" providerId="LiveId" clId="{898A97C6-F779-4A5F-BFB9-10E37EEDE666}" dt="2022-03-14T13:26:37.194" v="258"/>
          <pc:sldLayoutMkLst>
            <pc:docMk/>
            <pc:sldMasterMk cId="0" sldId="2147483648"/>
            <pc:sldLayoutMk cId="3074899931" sldId="2147483650"/>
          </pc:sldLayoutMkLst>
          <pc:picChg chg="add mod">
            <ac:chgData name="Abhijit Kumar" userId="dfcfaa54380e4836" providerId="LiveId" clId="{898A97C6-F779-4A5F-BFB9-10E37EEDE666}" dt="2022-03-14T13:26:37.194" v="258"/>
            <ac:picMkLst>
              <pc:docMk/>
              <pc:sldMasterMk cId="0" sldId="2147483648"/>
              <pc:sldLayoutMk cId="3074899931" sldId="2147483650"/>
              <ac:picMk id="7" creationId="{CEA44385-F93E-4747-98C8-79FA97C79E01}"/>
            </ac:picMkLst>
          </pc:picChg>
        </pc:sldLayoutChg>
        <pc:sldLayoutChg chg="addSp delSp modSp mod">
          <pc:chgData name="Abhijit Kumar" userId="dfcfaa54380e4836" providerId="LiveId" clId="{898A97C6-F779-4A5F-BFB9-10E37EEDE666}" dt="2022-03-14T13:28:23.087" v="267" actId="478"/>
          <pc:sldLayoutMkLst>
            <pc:docMk/>
            <pc:sldMasterMk cId="0" sldId="2147483648"/>
            <pc:sldLayoutMk cId="444115327" sldId="2147483651"/>
          </pc:sldLayoutMkLst>
          <pc:picChg chg="add del mod">
            <ac:chgData name="Abhijit Kumar" userId="dfcfaa54380e4836" providerId="LiveId" clId="{898A97C6-F779-4A5F-BFB9-10E37EEDE666}" dt="2022-03-14T13:28:23.087" v="267" actId="478"/>
            <ac:picMkLst>
              <pc:docMk/>
              <pc:sldMasterMk cId="0" sldId="2147483648"/>
              <pc:sldLayoutMk cId="444115327" sldId="2147483651"/>
              <ac:picMk id="7" creationId="{5EFFF338-0634-473E-80C0-F4359D1F2B3B}"/>
            </ac:picMkLst>
          </pc:picChg>
        </pc:sldLayoutChg>
      </pc:sldMasterChg>
    </pc:docChg>
  </pc:docChgLst>
  <pc:docChgLst>
    <pc:chgData name="Guest User" userId="S::urn:spo:anon#950068dced056e1d6a377d9b47d240b44fd611f37cfb0d61556cc5984cfa2643::" providerId="AD" clId="Web-{027C99BF-4323-F875-C376-1EA6CCB421BD}"/>
    <pc:docChg chg="addSld delSld modSld">
      <pc:chgData name="Guest User" userId="S::urn:spo:anon#950068dced056e1d6a377d9b47d240b44fd611f37cfb0d61556cc5984cfa2643::" providerId="AD" clId="Web-{027C99BF-4323-F875-C376-1EA6CCB421BD}" dt="2022-03-16T10:13:39.065" v="658" actId="20577"/>
      <pc:docMkLst>
        <pc:docMk/>
      </pc:docMkLst>
      <pc:sldChg chg="addSp delSp modSp">
        <pc:chgData name="Guest User" userId="S::urn:spo:anon#950068dced056e1d6a377d9b47d240b44fd611f37cfb0d61556cc5984cfa2643::" providerId="AD" clId="Web-{027C99BF-4323-F875-C376-1EA6CCB421BD}" dt="2022-03-16T07:03:52.256" v="396" actId="20577"/>
        <pc:sldMkLst>
          <pc:docMk/>
          <pc:sldMk cId="0" sldId="587"/>
        </pc:sldMkLst>
        <pc:spChg chg="add del mod">
          <ac:chgData name="Guest User" userId="S::urn:spo:anon#950068dced056e1d6a377d9b47d240b44fd611f37cfb0d61556cc5984cfa2643::" providerId="AD" clId="Web-{027C99BF-4323-F875-C376-1EA6CCB421BD}" dt="2022-03-16T07:00:42.470" v="310"/>
          <ac:spMkLst>
            <pc:docMk/>
            <pc:sldMk cId="0" sldId="587"/>
            <ac:spMk id="2" creationId="{43CF31A0-29A3-4E20-A49D-8048FE6D1E07}"/>
          </ac:spMkLst>
        </pc:spChg>
        <pc:spChg chg="mod">
          <ac:chgData name="Guest User" userId="S::urn:spo:anon#950068dced056e1d6a377d9b47d240b44fd611f37cfb0d61556cc5984cfa2643::" providerId="AD" clId="Web-{027C99BF-4323-F875-C376-1EA6CCB421BD}" dt="2022-03-16T07:03:52.256" v="396" actId="20577"/>
          <ac:spMkLst>
            <pc:docMk/>
            <pc:sldMk cId="0" sldId="587"/>
            <ac:spMk id="6" creationId="{A9E94FD6-B73D-4335-8BC3-25036009CF82}"/>
          </ac:spMkLst>
        </pc:spChg>
      </pc:sldChg>
      <pc:sldChg chg="modSp">
        <pc:chgData name="Guest User" userId="S::urn:spo:anon#950068dced056e1d6a377d9b47d240b44fd611f37cfb0d61556cc5984cfa2643::" providerId="AD" clId="Web-{027C99BF-4323-F875-C376-1EA6CCB421BD}" dt="2022-03-16T06:34:56.072" v="45" actId="20577"/>
        <pc:sldMkLst>
          <pc:docMk/>
          <pc:sldMk cId="4237956801" sldId="622"/>
        </pc:sldMkLst>
        <pc:spChg chg="mod">
          <ac:chgData name="Guest User" userId="S::urn:spo:anon#950068dced056e1d6a377d9b47d240b44fd611f37cfb0d61556cc5984cfa2643::" providerId="AD" clId="Web-{027C99BF-4323-F875-C376-1EA6CCB421BD}" dt="2022-03-16T06:34:56.072" v="45" actId="20577"/>
          <ac:spMkLst>
            <pc:docMk/>
            <pc:sldMk cId="4237956801" sldId="622"/>
            <ac:spMk id="3" creationId="{AECEC2EA-6861-4109-876A-5C7CA3DAAE1F}"/>
          </ac:spMkLst>
        </pc:spChg>
      </pc:sldChg>
      <pc:sldChg chg="modSp">
        <pc:chgData name="Guest User" userId="S::urn:spo:anon#950068dced056e1d6a377d9b47d240b44fd611f37cfb0d61556cc5984cfa2643::" providerId="AD" clId="Web-{027C99BF-4323-F875-C376-1EA6CCB421BD}" dt="2022-03-16T08:18:50.898" v="400" actId="20577"/>
        <pc:sldMkLst>
          <pc:docMk/>
          <pc:sldMk cId="1791229782" sldId="624"/>
        </pc:sldMkLst>
        <pc:spChg chg="mod">
          <ac:chgData name="Guest User" userId="S::urn:spo:anon#950068dced056e1d6a377d9b47d240b44fd611f37cfb0d61556cc5984cfa2643::" providerId="AD" clId="Web-{027C99BF-4323-F875-C376-1EA6CCB421BD}" dt="2022-03-16T08:18:50.898" v="400" actId="20577"/>
          <ac:spMkLst>
            <pc:docMk/>
            <pc:sldMk cId="1791229782" sldId="624"/>
            <ac:spMk id="3" creationId="{AECEC2EA-6861-4109-876A-5C7CA3DAAE1F}"/>
          </ac:spMkLst>
        </pc:spChg>
        <pc:spChg chg="mod">
          <ac:chgData name="Guest User" userId="S::urn:spo:anon#950068dced056e1d6a377d9b47d240b44fd611f37cfb0d61556cc5984cfa2643::" providerId="AD" clId="Web-{027C99BF-4323-F875-C376-1EA6CCB421BD}" dt="2022-03-16T06:52:42.380" v="223" actId="20577"/>
          <ac:spMkLst>
            <pc:docMk/>
            <pc:sldMk cId="1791229782" sldId="624"/>
            <ac:spMk id="139" creationId="{1A95671B-3CC6-4792-9114-B74FAEA224E6}"/>
          </ac:spMkLst>
        </pc:spChg>
      </pc:sldChg>
      <pc:sldChg chg="addSp delSp modSp addAnim delAnim">
        <pc:chgData name="Guest User" userId="S::urn:spo:anon#950068dced056e1d6a377d9b47d240b44fd611f37cfb0d61556cc5984cfa2643::" providerId="AD" clId="Web-{027C99BF-4323-F875-C376-1EA6CCB421BD}" dt="2022-03-16T08:33:28.201" v="479" actId="20577"/>
        <pc:sldMkLst>
          <pc:docMk/>
          <pc:sldMk cId="3871153849" sldId="626"/>
        </pc:sldMkLst>
        <pc:spChg chg="mod">
          <ac:chgData name="Guest User" userId="S::urn:spo:anon#950068dced056e1d6a377d9b47d240b44fd611f37cfb0d61556cc5984cfa2643::" providerId="AD" clId="Web-{027C99BF-4323-F875-C376-1EA6CCB421BD}" dt="2022-03-16T08:33:28.201" v="479" actId="20577"/>
          <ac:spMkLst>
            <pc:docMk/>
            <pc:sldMk cId="3871153849" sldId="626"/>
            <ac:spMk id="28674" creationId="{242E7310-A5CE-46CC-AD4E-F2A3783B11F2}"/>
          </ac:spMkLst>
        </pc:spChg>
        <pc:graphicFrameChg chg="add del mod">
          <ac:chgData name="Guest User" userId="S::urn:spo:anon#950068dced056e1d6a377d9b47d240b44fd611f37cfb0d61556cc5984cfa2643::" providerId="AD" clId="Web-{027C99BF-4323-F875-C376-1EA6CCB421BD}" dt="2022-03-16T06:37:10.919" v="59"/>
          <ac:graphicFrameMkLst>
            <pc:docMk/>
            <pc:sldMk cId="3871153849" sldId="626"/>
            <ac:graphicFrameMk id="3" creationId="{94A61A63-CF8F-4475-AF6C-2453690E927E}"/>
          </ac:graphicFrameMkLst>
        </pc:graphicFrameChg>
      </pc:sldChg>
      <pc:sldChg chg="addSp modSp new">
        <pc:chgData name="Guest User" userId="S::urn:spo:anon#950068dced056e1d6a377d9b47d240b44fd611f37cfb0d61556cc5984cfa2643::" providerId="AD" clId="Web-{027C99BF-4323-F875-C376-1EA6CCB421BD}" dt="2022-03-16T08:28:03.271" v="451" actId="20577"/>
        <pc:sldMkLst>
          <pc:docMk/>
          <pc:sldMk cId="1837374798" sldId="666"/>
        </pc:sldMkLst>
        <pc:spChg chg="mod">
          <ac:chgData name="Guest User" userId="S::urn:spo:anon#950068dced056e1d6a377d9b47d240b44fd611f37cfb0d61556cc5984cfa2643::" providerId="AD" clId="Web-{027C99BF-4323-F875-C376-1EA6CCB421BD}" dt="2022-03-16T08:28:03.271" v="451" actId="20577"/>
          <ac:spMkLst>
            <pc:docMk/>
            <pc:sldMk cId="1837374798" sldId="666"/>
            <ac:spMk id="3" creationId="{7CEBD6B8-214B-472F-A231-0903C87A1F73}"/>
          </ac:spMkLst>
        </pc:spChg>
        <pc:spChg chg="add mod">
          <ac:chgData name="Guest User" userId="S::urn:spo:anon#950068dced056e1d6a377d9b47d240b44fd611f37cfb0d61556cc5984cfa2643::" providerId="AD" clId="Web-{027C99BF-4323-F875-C376-1EA6CCB421BD}" dt="2022-03-16T08:18:32.194" v="399" actId="1076"/>
          <ac:spMkLst>
            <pc:docMk/>
            <pc:sldMk cId="1837374798" sldId="666"/>
            <ac:spMk id="8" creationId="{B3EAD58D-5284-4843-9905-A0B096D8E4A9}"/>
          </ac:spMkLst>
        </pc:spChg>
      </pc:sldChg>
      <pc:sldChg chg="addSp modSp new">
        <pc:chgData name="Guest User" userId="S::urn:spo:anon#950068dced056e1d6a377d9b47d240b44fd611f37cfb0d61556cc5984cfa2643::" providerId="AD" clId="Web-{027C99BF-4323-F875-C376-1EA6CCB421BD}" dt="2022-03-16T08:29:16.820" v="470" actId="20577"/>
        <pc:sldMkLst>
          <pc:docMk/>
          <pc:sldMk cId="247157422" sldId="667"/>
        </pc:sldMkLst>
        <pc:spChg chg="mod">
          <ac:chgData name="Guest User" userId="S::urn:spo:anon#950068dced056e1d6a377d9b47d240b44fd611f37cfb0d61556cc5984cfa2643::" providerId="AD" clId="Web-{027C99BF-4323-F875-C376-1EA6CCB421BD}" dt="2022-03-16T08:29:16.820" v="470" actId="20577"/>
          <ac:spMkLst>
            <pc:docMk/>
            <pc:sldMk cId="247157422" sldId="667"/>
            <ac:spMk id="3" creationId="{C018B645-C182-4C41-8F7A-FBD6F4E1339E}"/>
          </ac:spMkLst>
        </pc:spChg>
        <pc:spChg chg="add">
          <ac:chgData name="Guest User" userId="S::urn:spo:anon#950068dced056e1d6a377d9b47d240b44fd611f37cfb0d61556cc5984cfa2643::" providerId="AD" clId="Web-{027C99BF-4323-F875-C376-1EA6CCB421BD}" dt="2022-03-16T08:27:42.364" v="449"/>
          <ac:spMkLst>
            <pc:docMk/>
            <pc:sldMk cId="247157422" sldId="667"/>
            <ac:spMk id="8" creationId="{43C2D8E9-2651-4F3A-9E29-FA042F64A873}"/>
          </ac:spMkLst>
        </pc:spChg>
      </pc:sldChg>
      <pc:sldChg chg="addSp modSp new">
        <pc:chgData name="Guest User" userId="S::urn:spo:anon#950068dced056e1d6a377d9b47d240b44fd611f37cfb0d61556cc5984cfa2643::" providerId="AD" clId="Web-{027C99BF-4323-F875-C376-1EA6CCB421BD}" dt="2022-03-16T08:35:07.735" v="510" actId="20577"/>
        <pc:sldMkLst>
          <pc:docMk/>
          <pc:sldMk cId="3762842525" sldId="668"/>
        </pc:sldMkLst>
        <pc:spChg chg="mod">
          <ac:chgData name="Guest User" userId="S::urn:spo:anon#950068dced056e1d6a377d9b47d240b44fd611f37cfb0d61556cc5984cfa2643::" providerId="AD" clId="Web-{027C99BF-4323-F875-C376-1EA6CCB421BD}" dt="2022-03-16T08:35:07.735" v="510" actId="20577"/>
          <ac:spMkLst>
            <pc:docMk/>
            <pc:sldMk cId="3762842525" sldId="668"/>
            <ac:spMk id="3" creationId="{9DCE7292-1275-4AFD-B450-0250E07F4CA1}"/>
          </ac:spMkLst>
        </pc:spChg>
        <pc:spChg chg="add mod">
          <ac:chgData name="Guest User" userId="S::urn:spo:anon#950068dced056e1d6a377d9b47d240b44fd611f37cfb0d61556cc5984cfa2643::" providerId="AD" clId="Web-{027C99BF-4323-F875-C376-1EA6CCB421BD}" dt="2022-03-16T08:32:47.934" v="474" actId="14100"/>
          <ac:spMkLst>
            <pc:docMk/>
            <pc:sldMk cId="3762842525" sldId="668"/>
            <ac:spMk id="8" creationId="{835EB9E6-7A01-4070-ADBC-A33FF09D8823}"/>
          </ac:spMkLst>
        </pc:spChg>
      </pc:sldChg>
      <pc:sldChg chg="addSp modSp new del">
        <pc:chgData name="Guest User" userId="S::urn:spo:anon#950068dced056e1d6a377d9b47d240b44fd611f37cfb0d61556cc5984cfa2643::" providerId="AD" clId="Web-{027C99BF-4323-F875-C376-1EA6CCB421BD}" dt="2022-03-16T08:40:54.103" v="517"/>
        <pc:sldMkLst>
          <pc:docMk/>
          <pc:sldMk cId="609567096" sldId="669"/>
        </pc:sldMkLst>
        <pc:spChg chg="mod">
          <ac:chgData name="Guest User" userId="S::urn:spo:anon#950068dced056e1d6a377d9b47d240b44fd611f37cfb0d61556cc5984cfa2643::" providerId="AD" clId="Web-{027C99BF-4323-F875-C376-1EA6CCB421BD}" dt="2022-03-16T08:36:17.393" v="514" actId="20577"/>
          <ac:spMkLst>
            <pc:docMk/>
            <pc:sldMk cId="609567096" sldId="669"/>
            <ac:spMk id="2" creationId="{AC6596A4-ED0B-4552-9947-733CE0DDE5D4}"/>
          </ac:spMkLst>
        </pc:spChg>
        <pc:spChg chg="add mod">
          <ac:chgData name="Guest User" userId="S::urn:spo:anon#950068dced056e1d6a377d9b47d240b44fd611f37cfb0d61556cc5984cfa2643::" providerId="AD" clId="Web-{027C99BF-4323-F875-C376-1EA6CCB421BD}" dt="2022-03-16T08:36:17.564" v="516" actId="1076"/>
          <ac:spMkLst>
            <pc:docMk/>
            <pc:sldMk cId="609567096" sldId="669"/>
            <ac:spMk id="8" creationId="{7DB60C03-B261-4754-B1E8-E9E8986330EB}"/>
          </ac:spMkLst>
        </pc:spChg>
      </pc:sldChg>
      <pc:sldChg chg="new del">
        <pc:chgData name="Guest User" userId="S::urn:spo:anon#950068dced056e1d6a377d9b47d240b44fd611f37cfb0d61556cc5984cfa2643::" providerId="AD" clId="Web-{027C99BF-4323-F875-C376-1EA6CCB421BD}" dt="2022-03-16T08:42:03.620" v="521"/>
        <pc:sldMkLst>
          <pc:docMk/>
          <pc:sldMk cId="1619908310" sldId="669"/>
        </pc:sldMkLst>
      </pc:sldChg>
      <pc:sldChg chg="addSp delSp modSp new">
        <pc:chgData name="Guest User" userId="S::urn:spo:anon#950068dced056e1d6a377d9b47d240b44fd611f37cfb0d61556cc5984cfa2643::" providerId="AD" clId="Web-{027C99BF-4323-F875-C376-1EA6CCB421BD}" dt="2022-03-16T09:11:15.367" v="643" actId="20577"/>
        <pc:sldMkLst>
          <pc:docMk/>
          <pc:sldMk cId="3773776726" sldId="669"/>
        </pc:sldMkLst>
        <pc:spChg chg="mod">
          <ac:chgData name="Guest User" userId="S::urn:spo:anon#950068dced056e1d6a377d9b47d240b44fd611f37cfb0d61556cc5984cfa2643::" providerId="AD" clId="Web-{027C99BF-4323-F875-C376-1EA6CCB421BD}" dt="2022-03-16T09:11:15.367" v="643" actId="20577"/>
          <ac:spMkLst>
            <pc:docMk/>
            <pc:sldMk cId="3773776726" sldId="669"/>
            <ac:spMk id="3" creationId="{863673FA-BFC4-4F96-B894-069FDD8F992F}"/>
          </ac:spMkLst>
        </pc:spChg>
        <pc:spChg chg="add mod">
          <ac:chgData name="Guest User" userId="S::urn:spo:anon#950068dced056e1d6a377d9b47d240b44fd611f37cfb0d61556cc5984cfa2643::" providerId="AD" clId="Web-{027C99BF-4323-F875-C376-1EA6CCB421BD}" dt="2022-03-16T08:43:49.201" v="541" actId="20577"/>
          <ac:spMkLst>
            <pc:docMk/>
            <pc:sldMk cId="3773776726" sldId="669"/>
            <ac:spMk id="8" creationId="{CEFCA019-0F43-4592-A61F-A332CA8EB65B}"/>
          </ac:spMkLst>
        </pc:spChg>
        <pc:spChg chg="add del">
          <ac:chgData name="Guest User" userId="S::urn:spo:anon#950068dced056e1d6a377d9b47d240b44fd611f37cfb0d61556cc5984cfa2643::" providerId="AD" clId="Web-{027C99BF-4323-F875-C376-1EA6CCB421BD}" dt="2022-03-16T08:44:06.107" v="546"/>
          <ac:spMkLst>
            <pc:docMk/>
            <pc:sldMk cId="3773776726" sldId="669"/>
            <ac:spMk id="9" creationId="{C34A5BDF-64E2-4BFA-B3F2-2366C33487B7}"/>
          </ac:spMkLst>
        </pc:spChg>
      </pc:sldChg>
      <pc:sldChg chg="add del replId">
        <pc:chgData name="Guest User" userId="S::urn:spo:anon#950068dced056e1d6a377d9b47d240b44fd611f37cfb0d61556cc5984cfa2643::" providerId="AD" clId="Web-{027C99BF-4323-F875-C376-1EA6CCB421BD}" dt="2022-03-16T08:42:00.635" v="520"/>
        <pc:sldMkLst>
          <pc:docMk/>
          <pc:sldMk cId="347513206" sldId="670"/>
        </pc:sldMkLst>
      </pc:sldChg>
      <pc:sldChg chg="modSp new">
        <pc:chgData name="Guest User" userId="S::urn:spo:anon#950068dced056e1d6a377d9b47d240b44fd611f37cfb0d61556cc5984cfa2643::" providerId="AD" clId="Web-{027C99BF-4323-F875-C376-1EA6CCB421BD}" dt="2022-03-16T10:13:39.065" v="658" actId="20577"/>
        <pc:sldMkLst>
          <pc:docMk/>
          <pc:sldMk cId="2216738647" sldId="670"/>
        </pc:sldMkLst>
        <pc:spChg chg="mod">
          <ac:chgData name="Guest User" userId="S::urn:spo:anon#950068dced056e1d6a377d9b47d240b44fd611f37cfb0d61556cc5984cfa2643::" providerId="AD" clId="Web-{027C99BF-4323-F875-C376-1EA6CCB421BD}" dt="2022-03-16T10:13:39.065" v="658" actId="20577"/>
          <ac:spMkLst>
            <pc:docMk/>
            <pc:sldMk cId="2216738647" sldId="670"/>
            <ac:spMk id="2" creationId="{51670CE9-945A-4BD9-BCD1-588E2C8DA87A}"/>
          </ac:spMkLst>
        </pc:spChg>
      </pc:sldChg>
    </pc:docChg>
  </pc:docChgLst>
  <pc:docChgLst>
    <pc:chgData name="Abhijit Kumar" userId="S::abhijit.cse@niet.co.in::3a2d0ee7-e628-420c-bdd7-c6344c2b50fa" providerId="AD" clId="Web-{9437C12B-5F47-0746-873B-BD1644D3AFFA}"/>
    <pc:docChg chg="delSld modSld">
      <pc:chgData name="Abhijit Kumar" userId="S::abhijit.cse@niet.co.in::3a2d0ee7-e628-420c-bdd7-c6344c2b50fa" providerId="AD" clId="Web-{9437C12B-5F47-0746-873B-BD1644D3AFFA}" dt="2022-03-21T04:58:55.263" v="34" actId="14100"/>
      <pc:docMkLst>
        <pc:docMk/>
      </pc:docMkLst>
      <pc:sldChg chg="modSp">
        <pc:chgData name="Abhijit Kumar" userId="S::abhijit.cse@niet.co.in::3a2d0ee7-e628-420c-bdd7-c6344c2b50fa" providerId="AD" clId="Web-{9437C12B-5F47-0746-873B-BD1644D3AFFA}" dt="2022-03-21T04:56:04.086" v="18" actId="14100"/>
        <pc:sldMkLst>
          <pc:docMk/>
          <pc:sldMk cId="0" sldId="486"/>
        </pc:sldMkLst>
        <pc:spChg chg="mod">
          <ac:chgData name="Abhijit Kumar" userId="S::abhijit.cse@niet.co.in::3a2d0ee7-e628-420c-bdd7-c6344c2b50fa" providerId="AD" clId="Web-{9437C12B-5F47-0746-873B-BD1644D3AFFA}" dt="2022-03-21T04:56:04.086" v="18" actId="14100"/>
          <ac:spMkLst>
            <pc:docMk/>
            <pc:sldMk cId="0" sldId="486"/>
            <ac:spMk id="4" creationId="{DCCAAEAB-CD57-430A-B995-576B252FFC0F}"/>
          </ac:spMkLst>
        </pc:spChg>
      </pc:sldChg>
      <pc:sldChg chg="modSp">
        <pc:chgData name="Abhijit Kumar" userId="S::abhijit.cse@niet.co.in::3a2d0ee7-e628-420c-bdd7-c6344c2b50fa" providerId="AD" clId="Web-{9437C12B-5F47-0746-873B-BD1644D3AFFA}" dt="2022-03-21T04:58:38.309" v="32" actId="14100"/>
        <pc:sldMkLst>
          <pc:docMk/>
          <pc:sldMk cId="0" sldId="631"/>
        </pc:sldMkLst>
        <pc:spChg chg="mod">
          <ac:chgData name="Abhijit Kumar" userId="S::abhijit.cse@niet.co.in::3a2d0ee7-e628-420c-bdd7-c6344c2b50fa" providerId="AD" clId="Web-{9437C12B-5F47-0746-873B-BD1644D3AFFA}" dt="2022-03-21T04:58:38.309" v="32" actId="14100"/>
          <ac:spMkLst>
            <pc:docMk/>
            <pc:sldMk cId="0" sldId="631"/>
            <ac:spMk id="8" creationId="{00000000-0000-0000-0000-000000000000}"/>
          </ac:spMkLst>
        </pc:spChg>
      </pc:sldChg>
      <pc:sldChg chg="modSp">
        <pc:chgData name="Abhijit Kumar" userId="S::abhijit.cse@niet.co.in::3a2d0ee7-e628-420c-bdd7-c6344c2b50fa" providerId="AD" clId="Web-{9437C12B-5F47-0746-873B-BD1644D3AFFA}" dt="2022-03-21T04:58:46.687" v="33" actId="14100"/>
        <pc:sldMkLst>
          <pc:docMk/>
          <pc:sldMk cId="0" sldId="632"/>
        </pc:sldMkLst>
        <pc:spChg chg="mod">
          <ac:chgData name="Abhijit Kumar" userId="S::abhijit.cse@niet.co.in::3a2d0ee7-e628-420c-bdd7-c6344c2b50fa" providerId="AD" clId="Web-{9437C12B-5F47-0746-873B-BD1644D3AFFA}" dt="2022-03-21T04:58:46.687" v="33" actId="14100"/>
          <ac:spMkLst>
            <pc:docMk/>
            <pc:sldMk cId="0" sldId="632"/>
            <ac:spMk id="8" creationId="{00000000-0000-0000-0000-000000000000}"/>
          </ac:spMkLst>
        </pc:spChg>
      </pc:sldChg>
      <pc:sldChg chg="modSp">
        <pc:chgData name="Abhijit Kumar" userId="S::abhijit.cse@niet.co.in::3a2d0ee7-e628-420c-bdd7-c6344c2b50fa" providerId="AD" clId="Web-{9437C12B-5F47-0746-873B-BD1644D3AFFA}" dt="2022-03-21T04:58:55.263" v="34" actId="14100"/>
        <pc:sldMkLst>
          <pc:docMk/>
          <pc:sldMk cId="0" sldId="633"/>
        </pc:sldMkLst>
        <pc:spChg chg="mod">
          <ac:chgData name="Abhijit Kumar" userId="S::abhijit.cse@niet.co.in::3a2d0ee7-e628-420c-bdd7-c6344c2b50fa" providerId="AD" clId="Web-{9437C12B-5F47-0746-873B-BD1644D3AFFA}" dt="2022-03-21T04:58:55.263" v="34" actId="14100"/>
          <ac:spMkLst>
            <pc:docMk/>
            <pc:sldMk cId="0" sldId="633"/>
            <ac:spMk id="8" creationId="{00000000-0000-0000-0000-000000000000}"/>
          </ac:spMkLst>
        </pc:spChg>
      </pc:sldChg>
      <pc:sldChg chg="modSp">
        <pc:chgData name="Abhijit Kumar" userId="S::abhijit.cse@niet.co.in::3a2d0ee7-e628-420c-bdd7-c6344c2b50fa" providerId="AD" clId="Web-{9437C12B-5F47-0746-873B-BD1644D3AFFA}" dt="2022-03-21T04:57:01.619" v="20" actId="14100"/>
        <pc:sldMkLst>
          <pc:docMk/>
          <pc:sldMk cId="44675904" sldId="662"/>
        </pc:sldMkLst>
        <pc:spChg chg="mod">
          <ac:chgData name="Abhijit Kumar" userId="S::abhijit.cse@niet.co.in::3a2d0ee7-e628-420c-bdd7-c6344c2b50fa" providerId="AD" clId="Web-{9437C12B-5F47-0746-873B-BD1644D3AFFA}" dt="2022-03-21T04:57:01.619" v="20" actId="14100"/>
          <ac:spMkLst>
            <pc:docMk/>
            <pc:sldMk cId="44675904" sldId="662"/>
            <ac:spMk id="8" creationId="{00000000-0000-0000-0000-000000000000}"/>
          </ac:spMkLst>
        </pc:spChg>
      </pc:sldChg>
      <pc:sldChg chg="modSp">
        <pc:chgData name="Abhijit Kumar" userId="S::abhijit.cse@niet.co.in::3a2d0ee7-e628-420c-bdd7-c6344c2b50fa" providerId="AD" clId="Web-{9437C12B-5F47-0746-873B-BD1644D3AFFA}" dt="2022-03-21T04:57:17.776" v="22" actId="14100"/>
        <pc:sldMkLst>
          <pc:docMk/>
          <pc:sldMk cId="3226076657" sldId="663"/>
        </pc:sldMkLst>
        <pc:spChg chg="mod">
          <ac:chgData name="Abhijit Kumar" userId="S::abhijit.cse@niet.co.in::3a2d0ee7-e628-420c-bdd7-c6344c2b50fa" providerId="AD" clId="Web-{9437C12B-5F47-0746-873B-BD1644D3AFFA}" dt="2022-03-21T04:57:17.776" v="22" actId="14100"/>
          <ac:spMkLst>
            <pc:docMk/>
            <pc:sldMk cId="3226076657" sldId="663"/>
            <ac:spMk id="8" creationId="{00000000-0000-0000-0000-000000000000}"/>
          </ac:spMkLst>
        </pc:spChg>
      </pc:sldChg>
      <pc:sldChg chg="modSp">
        <pc:chgData name="Abhijit Kumar" userId="S::abhijit.cse@niet.co.in::3a2d0ee7-e628-420c-bdd7-c6344c2b50fa" providerId="AD" clId="Web-{9437C12B-5F47-0746-873B-BD1644D3AFFA}" dt="2022-03-21T04:57:38.808" v="24" actId="14100"/>
        <pc:sldMkLst>
          <pc:docMk/>
          <pc:sldMk cId="299102712" sldId="664"/>
        </pc:sldMkLst>
        <pc:picChg chg="mod">
          <ac:chgData name="Abhijit Kumar" userId="S::abhijit.cse@niet.co.in::3a2d0ee7-e628-420c-bdd7-c6344c2b50fa" providerId="AD" clId="Web-{9437C12B-5F47-0746-873B-BD1644D3AFFA}" dt="2022-03-21T04:57:38.808" v="24" actId="14100"/>
          <ac:picMkLst>
            <pc:docMk/>
            <pc:sldMk cId="299102712" sldId="664"/>
            <ac:picMk id="2" creationId="{D0243769-7960-4C82-B8CC-9B67AA7717A4}"/>
          </ac:picMkLst>
        </pc:picChg>
      </pc:sldChg>
      <pc:sldChg chg="modSp">
        <pc:chgData name="Abhijit Kumar" userId="S::abhijit.cse@niet.co.in::3a2d0ee7-e628-420c-bdd7-c6344c2b50fa" providerId="AD" clId="Web-{9437C12B-5F47-0746-873B-BD1644D3AFFA}" dt="2022-03-21T04:57:28.714" v="23" actId="14100"/>
        <pc:sldMkLst>
          <pc:docMk/>
          <pc:sldMk cId="2407758693" sldId="665"/>
        </pc:sldMkLst>
        <pc:spChg chg="mod">
          <ac:chgData name="Abhijit Kumar" userId="S::abhijit.cse@niet.co.in::3a2d0ee7-e628-420c-bdd7-c6344c2b50fa" providerId="AD" clId="Web-{9437C12B-5F47-0746-873B-BD1644D3AFFA}" dt="2022-03-21T04:57:28.714" v="23" actId="14100"/>
          <ac:spMkLst>
            <pc:docMk/>
            <pc:sldMk cId="2407758693" sldId="665"/>
            <ac:spMk id="8" creationId="{00000000-0000-0000-0000-000000000000}"/>
          </ac:spMkLst>
        </pc:spChg>
      </pc:sldChg>
      <pc:sldChg chg="delSp modSp">
        <pc:chgData name="Abhijit Kumar" userId="S::abhijit.cse@niet.co.in::3a2d0ee7-e628-420c-bdd7-c6344c2b50fa" providerId="AD" clId="Web-{9437C12B-5F47-0746-873B-BD1644D3AFFA}" dt="2022-03-21T04:55:19.647" v="12" actId="14100"/>
        <pc:sldMkLst>
          <pc:docMk/>
          <pc:sldMk cId="1837374798" sldId="666"/>
        </pc:sldMkLst>
        <pc:spChg chg="del">
          <ac:chgData name="Abhijit Kumar" userId="S::abhijit.cse@niet.co.in::3a2d0ee7-e628-420c-bdd7-c6344c2b50fa" providerId="AD" clId="Web-{9437C12B-5F47-0746-873B-BD1644D3AFFA}" dt="2022-03-21T04:55:12.084" v="10"/>
          <ac:spMkLst>
            <pc:docMk/>
            <pc:sldMk cId="1837374798" sldId="666"/>
            <ac:spMk id="2" creationId="{E7B655D3-76CB-4B4B-85AC-ECAD019D3E84}"/>
          </ac:spMkLst>
        </pc:spChg>
        <pc:spChg chg="mod">
          <ac:chgData name="Abhijit Kumar" userId="S::abhijit.cse@niet.co.in::3a2d0ee7-e628-420c-bdd7-c6344c2b50fa" providerId="AD" clId="Web-{9437C12B-5F47-0746-873B-BD1644D3AFFA}" dt="2022-03-21T04:55:19.647" v="12" actId="14100"/>
          <ac:spMkLst>
            <pc:docMk/>
            <pc:sldMk cId="1837374798" sldId="666"/>
            <ac:spMk id="8" creationId="{B3EAD58D-5284-4843-9905-A0B096D8E4A9}"/>
          </ac:spMkLst>
        </pc:spChg>
      </pc:sldChg>
      <pc:sldChg chg="delSp modSp">
        <pc:chgData name="Abhijit Kumar" userId="S::abhijit.cse@niet.co.in::3a2d0ee7-e628-420c-bdd7-c6344c2b50fa" providerId="AD" clId="Web-{9437C12B-5F47-0746-873B-BD1644D3AFFA}" dt="2022-03-21T04:55:51.211" v="17"/>
        <pc:sldMkLst>
          <pc:docMk/>
          <pc:sldMk cId="247157422" sldId="667"/>
        </pc:sldMkLst>
        <pc:spChg chg="del">
          <ac:chgData name="Abhijit Kumar" userId="S::abhijit.cse@niet.co.in::3a2d0ee7-e628-420c-bdd7-c6344c2b50fa" providerId="AD" clId="Web-{9437C12B-5F47-0746-873B-BD1644D3AFFA}" dt="2022-03-21T04:55:51.211" v="17"/>
          <ac:spMkLst>
            <pc:docMk/>
            <pc:sldMk cId="247157422" sldId="667"/>
            <ac:spMk id="2" creationId="{5A416FAB-C346-4FD5-8E34-4DE165C2F042}"/>
          </ac:spMkLst>
        </pc:spChg>
        <pc:spChg chg="mod">
          <ac:chgData name="Abhijit Kumar" userId="S::abhijit.cse@niet.co.in::3a2d0ee7-e628-420c-bdd7-c6344c2b50fa" providerId="AD" clId="Web-{9437C12B-5F47-0746-873B-BD1644D3AFFA}" dt="2022-03-21T04:55:45.992" v="16" actId="14100"/>
          <ac:spMkLst>
            <pc:docMk/>
            <pc:sldMk cId="247157422" sldId="667"/>
            <ac:spMk id="8" creationId="{43C2D8E9-2651-4F3A-9E29-FA042F64A873}"/>
          </ac:spMkLst>
        </pc:spChg>
      </pc:sldChg>
      <pc:sldChg chg="delSp modSp">
        <pc:chgData name="Abhijit Kumar" userId="S::abhijit.cse@niet.co.in::3a2d0ee7-e628-420c-bdd7-c6344c2b50fa" providerId="AD" clId="Web-{9437C12B-5F47-0746-873B-BD1644D3AFFA}" dt="2022-03-21T04:54:40.287" v="5" actId="14100"/>
        <pc:sldMkLst>
          <pc:docMk/>
          <pc:sldMk cId="3762842525" sldId="668"/>
        </pc:sldMkLst>
        <pc:spChg chg="del">
          <ac:chgData name="Abhijit Kumar" userId="S::abhijit.cse@niet.co.in::3a2d0ee7-e628-420c-bdd7-c6344c2b50fa" providerId="AD" clId="Web-{9437C12B-5F47-0746-873B-BD1644D3AFFA}" dt="2022-03-21T04:54:34.615" v="4"/>
          <ac:spMkLst>
            <pc:docMk/>
            <pc:sldMk cId="3762842525" sldId="668"/>
            <ac:spMk id="2" creationId="{8A8CAE27-48DD-432E-8EED-A8F74E2846FE}"/>
          </ac:spMkLst>
        </pc:spChg>
        <pc:spChg chg="mod">
          <ac:chgData name="Abhijit Kumar" userId="S::abhijit.cse@niet.co.in::3a2d0ee7-e628-420c-bdd7-c6344c2b50fa" providerId="AD" clId="Web-{9437C12B-5F47-0746-873B-BD1644D3AFFA}" dt="2022-03-21T04:54:40.287" v="5" actId="14100"/>
          <ac:spMkLst>
            <pc:docMk/>
            <pc:sldMk cId="3762842525" sldId="668"/>
            <ac:spMk id="8" creationId="{835EB9E6-7A01-4070-ADBC-A33FF09D8823}"/>
          </ac:spMkLst>
        </pc:spChg>
      </pc:sldChg>
      <pc:sldChg chg="delSp modSp">
        <pc:chgData name="Abhijit Kumar" userId="S::abhijit.cse@niet.co.in::3a2d0ee7-e628-420c-bdd7-c6344c2b50fa" providerId="AD" clId="Web-{9437C12B-5F47-0746-873B-BD1644D3AFFA}" dt="2022-03-21T04:58:25.371" v="31" actId="14100"/>
        <pc:sldMkLst>
          <pc:docMk/>
          <pc:sldMk cId="3773776726" sldId="669"/>
        </pc:sldMkLst>
        <pc:spChg chg="del">
          <ac:chgData name="Abhijit Kumar" userId="S::abhijit.cse@niet.co.in::3a2d0ee7-e628-420c-bdd7-c6344c2b50fa" providerId="AD" clId="Web-{9437C12B-5F47-0746-873B-BD1644D3AFFA}" dt="2022-03-21T04:58:13.434" v="29"/>
          <ac:spMkLst>
            <pc:docMk/>
            <pc:sldMk cId="3773776726" sldId="669"/>
            <ac:spMk id="2" creationId="{F33CDB90-A8BF-42F2-93DB-62F6CABE6598}"/>
          </ac:spMkLst>
        </pc:spChg>
        <pc:spChg chg="mod">
          <ac:chgData name="Abhijit Kumar" userId="S::abhijit.cse@niet.co.in::3a2d0ee7-e628-420c-bdd7-c6344c2b50fa" providerId="AD" clId="Web-{9437C12B-5F47-0746-873B-BD1644D3AFFA}" dt="2022-03-21T04:58:25.371" v="31" actId="14100"/>
          <ac:spMkLst>
            <pc:docMk/>
            <pc:sldMk cId="3773776726" sldId="669"/>
            <ac:spMk id="3" creationId="{863673FA-BFC4-4F96-B894-069FDD8F992F}"/>
          </ac:spMkLst>
        </pc:spChg>
        <pc:spChg chg="mod">
          <ac:chgData name="Abhijit Kumar" userId="S::abhijit.cse@niet.co.in::3a2d0ee7-e628-420c-bdd7-c6344c2b50fa" providerId="AD" clId="Web-{9437C12B-5F47-0746-873B-BD1644D3AFFA}" dt="2022-03-21T04:58:18.762" v="30" actId="14100"/>
          <ac:spMkLst>
            <pc:docMk/>
            <pc:sldMk cId="3773776726" sldId="669"/>
            <ac:spMk id="8" creationId="{CEFCA019-0F43-4592-A61F-A332CA8EB65B}"/>
          </ac:spMkLst>
        </pc:spChg>
      </pc:sldChg>
      <pc:sldChg chg="del">
        <pc:chgData name="Abhijit Kumar" userId="S::abhijit.cse@niet.co.in::3a2d0ee7-e628-420c-bdd7-c6344c2b50fa" providerId="AD" clId="Web-{9437C12B-5F47-0746-873B-BD1644D3AFFA}" dt="2022-03-21T04:54:00.910" v="0"/>
        <pc:sldMkLst>
          <pc:docMk/>
          <pc:sldMk cId="2216738647" sldId="670"/>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2F49A9E-C1B2-49B7-A68D-F60D5F333662}"/>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cs typeface="+mn-cs"/>
              </a:defRPr>
            </a:lvl1pPr>
          </a:lstStyle>
          <a:p>
            <a:pPr>
              <a:defRPr/>
            </a:pPr>
            <a:endParaRPr lang="en-US"/>
          </a:p>
        </p:txBody>
      </p:sp>
      <p:sp>
        <p:nvSpPr>
          <p:cNvPr id="3" name="Date Placeholder 2">
            <a:extLst>
              <a:ext uri="{FF2B5EF4-FFF2-40B4-BE49-F238E27FC236}">
                <a16:creationId xmlns:a16="http://schemas.microsoft.com/office/drawing/2014/main" id="{55FDDD76-8938-479C-83E8-063BBADB2F59}"/>
              </a:ext>
            </a:extLst>
          </p:cNvPr>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eaLnBrk="1" fontAlgn="auto" hangingPunct="1">
              <a:spcBef>
                <a:spcPts val="0"/>
              </a:spcBef>
              <a:spcAft>
                <a:spcPts val="0"/>
              </a:spcAft>
              <a:defRPr sz="1200">
                <a:latin typeface="+mn-lt"/>
                <a:cs typeface="+mn-cs"/>
              </a:defRPr>
            </a:lvl1pPr>
          </a:lstStyle>
          <a:p>
            <a:pPr>
              <a:defRPr/>
            </a:pPr>
            <a:fld id="{12560861-793B-4866-B061-796A871E679A}" type="datetimeFigureOut">
              <a:rPr lang="en-US"/>
              <a:pPr>
                <a:defRPr/>
              </a:pPr>
              <a:t>5/17/2022</a:t>
            </a:fld>
            <a:endParaRPr lang="en-US"/>
          </a:p>
        </p:txBody>
      </p:sp>
      <p:sp>
        <p:nvSpPr>
          <p:cNvPr id="4" name="Footer Placeholder 3">
            <a:extLst>
              <a:ext uri="{FF2B5EF4-FFF2-40B4-BE49-F238E27FC236}">
                <a16:creationId xmlns:a16="http://schemas.microsoft.com/office/drawing/2014/main" id="{1A55262A-574C-4414-8C3B-F95105A7D91A}"/>
              </a:ext>
            </a:extLst>
          </p:cNvPr>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cs typeface="+mn-cs"/>
              </a:defRPr>
            </a:lvl1pPr>
          </a:lstStyle>
          <a:p>
            <a:pPr>
              <a:defRPr/>
            </a:pPr>
            <a:endParaRPr lang="en-US"/>
          </a:p>
        </p:txBody>
      </p:sp>
      <p:sp>
        <p:nvSpPr>
          <p:cNvPr id="5" name="Slide Number Placeholder 4">
            <a:extLst>
              <a:ext uri="{FF2B5EF4-FFF2-40B4-BE49-F238E27FC236}">
                <a16:creationId xmlns:a16="http://schemas.microsoft.com/office/drawing/2014/main" id="{3B64F68C-2A42-4760-9C4A-587E1589EAE7}"/>
              </a:ext>
            </a:extLst>
          </p:cNvPr>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anose="020F0502020204030204" pitchFamily="34" charset="0"/>
              </a:defRPr>
            </a:lvl1pPr>
          </a:lstStyle>
          <a:p>
            <a:fld id="{65979CA8-5303-4C73-A8E7-751F93F812DF}"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9074ECC-DF74-4240-A529-34E452994B98}"/>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cs typeface="+mn-cs"/>
              </a:defRPr>
            </a:lvl1pPr>
          </a:lstStyle>
          <a:p>
            <a:pPr>
              <a:defRPr/>
            </a:pPr>
            <a:endParaRPr lang="en-US"/>
          </a:p>
        </p:txBody>
      </p:sp>
      <p:sp>
        <p:nvSpPr>
          <p:cNvPr id="3" name="Date Placeholder 2">
            <a:extLst>
              <a:ext uri="{FF2B5EF4-FFF2-40B4-BE49-F238E27FC236}">
                <a16:creationId xmlns:a16="http://schemas.microsoft.com/office/drawing/2014/main" id="{120792F7-C655-46E8-A0A0-9BA9024D40C6}"/>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eaLnBrk="1" fontAlgn="auto" hangingPunct="1">
              <a:spcBef>
                <a:spcPts val="0"/>
              </a:spcBef>
              <a:spcAft>
                <a:spcPts val="0"/>
              </a:spcAft>
              <a:defRPr sz="1200">
                <a:latin typeface="+mn-lt"/>
                <a:cs typeface="+mn-cs"/>
              </a:defRPr>
            </a:lvl1pPr>
          </a:lstStyle>
          <a:p>
            <a:pPr>
              <a:defRPr/>
            </a:pPr>
            <a:fld id="{E939B5F0-4D85-4F02-BE43-F42E838193E0}" type="datetimeFigureOut">
              <a:rPr lang="en-US"/>
              <a:pPr>
                <a:defRPr/>
              </a:pPr>
              <a:t>5/17/2022</a:t>
            </a:fld>
            <a:endParaRPr lang="en-US"/>
          </a:p>
        </p:txBody>
      </p:sp>
      <p:sp>
        <p:nvSpPr>
          <p:cNvPr id="4" name="Slide Image Placeholder 3">
            <a:extLst>
              <a:ext uri="{FF2B5EF4-FFF2-40B4-BE49-F238E27FC236}">
                <a16:creationId xmlns:a16="http://schemas.microsoft.com/office/drawing/2014/main" id="{DCC8343B-865D-4DDD-B890-062B84DF55C5}"/>
              </a:ext>
            </a:extLst>
          </p:cNvPr>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DE2E4236-0B59-4B51-952D-65E448207CED}"/>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F86B2036-8268-4015-AF36-1B87C1C4896F}"/>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cs typeface="+mn-cs"/>
              </a:defRPr>
            </a:lvl1pPr>
          </a:lstStyle>
          <a:p>
            <a:pPr>
              <a:defRPr/>
            </a:pPr>
            <a:endParaRPr lang="en-US"/>
          </a:p>
        </p:txBody>
      </p:sp>
      <p:sp>
        <p:nvSpPr>
          <p:cNvPr id="7" name="Slide Number Placeholder 6">
            <a:extLst>
              <a:ext uri="{FF2B5EF4-FFF2-40B4-BE49-F238E27FC236}">
                <a16:creationId xmlns:a16="http://schemas.microsoft.com/office/drawing/2014/main" id="{9471F255-8FB9-482A-A79B-668B5D8BB566}"/>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anose="020F0502020204030204" pitchFamily="34" charset="0"/>
              </a:defRPr>
            </a:lvl1pPr>
          </a:lstStyle>
          <a:p>
            <a:fld id="{78B1DA3E-BC96-4815-8B31-0DD03965347A}"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lide Image Placeholder 1">
            <a:extLst>
              <a:ext uri="{FF2B5EF4-FFF2-40B4-BE49-F238E27FC236}">
                <a16:creationId xmlns:a16="http://schemas.microsoft.com/office/drawing/2014/main" id="{CCA7DFF3-1FDD-40FB-940F-FAAF896F5A9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3" name="Notes Placeholder 2">
            <a:extLst>
              <a:ext uri="{FF2B5EF4-FFF2-40B4-BE49-F238E27FC236}">
                <a16:creationId xmlns:a16="http://schemas.microsoft.com/office/drawing/2014/main" id="{DF310CB7-0368-46CC-8DC1-7ED282EF933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5124" name="Slide Number Placeholder 3">
            <a:extLst>
              <a:ext uri="{FF2B5EF4-FFF2-40B4-BE49-F238E27FC236}">
                <a16:creationId xmlns:a16="http://schemas.microsoft.com/office/drawing/2014/main" id="{B8AF2B57-E8E9-4ABC-9F7A-8C0871838D0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FECDF90-E87B-4CA8-A846-6457DD32BC79}" type="slidenum">
              <a:rPr lang="en-US" altLang="en-US"/>
              <a:pPr>
                <a:spcBef>
                  <a:spcPct val="0"/>
                </a:spcBef>
              </a:pPr>
              <a:t>1</a:t>
            </a:fld>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Image Placeholder 1">
            <a:extLst>
              <a:ext uri="{FF2B5EF4-FFF2-40B4-BE49-F238E27FC236}">
                <a16:creationId xmlns:a16="http://schemas.microsoft.com/office/drawing/2014/main" id="{D1799143-7CCB-4895-B55C-583F604B573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171" name="Notes Placeholder 2">
            <a:extLst>
              <a:ext uri="{FF2B5EF4-FFF2-40B4-BE49-F238E27FC236}">
                <a16:creationId xmlns:a16="http://schemas.microsoft.com/office/drawing/2014/main" id="{4992BBFB-FF85-481F-9DB4-1FB8CA144E9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7172" name="Slide Number Placeholder 3">
            <a:extLst>
              <a:ext uri="{FF2B5EF4-FFF2-40B4-BE49-F238E27FC236}">
                <a16:creationId xmlns:a16="http://schemas.microsoft.com/office/drawing/2014/main" id="{4CB9563F-3C7B-4A41-B7C9-7FFA88F51DE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B527F15E-56F8-40FB-BCF6-76798BF6CB80}" type="slidenum">
              <a:rPr lang="en-US" altLang="en-US"/>
              <a:pPr>
                <a:spcBef>
                  <a:spcPct val="0"/>
                </a:spcBef>
              </a:pPr>
              <a:t>2</a:t>
            </a:fld>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a:extLst>
              <a:ext uri="{FF2B5EF4-FFF2-40B4-BE49-F238E27FC236}">
                <a16:creationId xmlns:a16="http://schemas.microsoft.com/office/drawing/2014/main" id="{1C785ED3-FAEF-47A9-BCE4-0959B319DD9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5299" name="Notes Placeholder 2">
            <a:extLst>
              <a:ext uri="{FF2B5EF4-FFF2-40B4-BE49-F238E27FC236}">
                <a16:creationId xmlns:a16="http://schemas.microsoft.com/office/drawing/2014/main" id="{AFCB374A-588F-4C75-8090-349AABD6C78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55300" name="Slide Number Placeholder 3">
            <a:extLst>
              <a:ext uri="{FF2B5EF4-FFF2-40B4-BE49-F238E27FC236}">
                <a16:creationId xmlns:a16="http://schemas.microsoft.com/office/drawing/2014/main" id="{61AF26E5-6681-4DF0-B064-4F0F094506A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7096FCBB-1E59-424C-845E-F04356A12666}" type="slidenum">
              <a:rPr lang="en-US" altLang="en-US"/>
              <a:pPr>
                <a:spcBef>
                  <a:spcPct val="0"/>
                </a:spcBef>
              </a:pPr>
              <a:t>96</a:t>
            </a:fld>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a:extLst>
              <a:ext uri="{FF2B5EF4-FFF2-40B4-BE49-F238E27FC236}">
                <a16:creationId xmlns:a16="http://schemas.microsoft.com/office/drawing/2014/main" id="{C527D9DE-6F3C-491F-8932-0870ECC8D9C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7347" name="Notes Placeholder 2">
            <a:extLst>
              <a:ext uri="{FF2B5EF4-FFF2-40B4-BE49-F238E27FC236}">
                <a16:creationId xmlns:a16="http://schemas.microsoft.com/office/drawing/2014/main" id="{BFA21B52-6BE2-4DD1-8F1F-55A105C7354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57348" name="Slide Number Placeholder 3">
            <a:extLst>
              <a:ext uri="{FF2B5EF4-FFF2-40B4-BE49-F238E27FC236}">
                <a16:creationId xmlns:a16="http://schemas.microsoft.com/office/drawing/2014/main" id="{310140FF-265E-4CD6-85B1-11915AE0DB6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2F3C418F-FC08-48A8-B2A0-E3B234A7A852}" type="slidenum">
              <a:rPr lang="en-US" altLang="en-US"/>
              <a:pPr>
                <a:spcBef>
                  <a:spcPct val="0"/>
                </a:spcBef>
              </a:pPr>
              <a:t>97</a:t>
            </a:fld>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Slide Image Placeholder 1">
            <a:extLst>
              <a:ext uri="{FF2B5EF4-FFF2-40B4-BE49-F238E27FC236}">
                <a16:creationId xmlns:a16="http://schemas.microsoft.com/office/drawing/2014/main" id="{A7C41711-C0B6-40B6-98EB-CC4AF72AA2E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6499" name="Notes Placeholder 2">
            <a:extLst>
              <a:ext uri="{FF2B5EF4-FFF2-40B4-BE49-F238E27FC236}">
                <a16:creationId xmlns:a16="http://schemas.microsoft.com/office/drawing/2014/main" id="{DBE4D808-8126-4078-B374-87CE3AAE620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06500" name="Slide Number Placeholder 3">
            <a:extLst>
              <a:ext uri="{FF2B5EF4-FFF2-40B4-BE49-F238E27FC236}">
                <a16:creationId xmlns:a16="http://schemas.microsoft.com/office/drawing/2014/main" id="{BCAD3A20-E240-4F46-9B83-051AE92B97F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23FD566-8A54-4683-93E1-D3C6B6C779C8}" type="slidenum">
              <a:rPr lang="en-US" altLang="en-US"/>
              <a:pPr>
                <a:spcBef>
                  <a:spcPct val="0"/>
                </a:spcBef>
              </a:pPr>
              <a:t>146</a:t>
            </a:fld>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Slide Image Placeholder 1">
            <a:extLst>
              <a:ext uri="{FF2B5EF4-FFF2-40B4-BE49-F238E27FC236}">
                <a16:creationId xmlns:a16="http://schemas.microsoft.com/office/drawing/2014/main" id="{58C76E41-AEF5-4E53-B9AB-57A68D18382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8547" name="Notes Placeholder 2">
            <a:extLst>
              <a:ext uri="{FF2B5EF4-FFF2-40B4-BE49-F238E27FC236}">
                <a16:creationId xmlns:a16="http://schemas.microsoft.com/office/drawing/2014/main" id="{F840C2AD-3C3E-43A9-8607-79D498FDCBC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08548" name="Slide Number Placeholder 3">
            <a:extLst>
              <a:ext uri="{FF2B5EF4-FFF2-40B4-BE49-F238E27FC236}">
                <a16:creationId xmlns:a16="http://schemas.microsoft.com/office/drawing/2014/main" id="{8E05B99C-3EBA-40B4-B87E-2E17CF50890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1F67D650-E288-43BE-924C-AFFAA86EA29E}" type="slidenum">
              <a:rPr lang="en-US" altLang="en-US"/>
              <a:pPr>
                <a:spcBef>
                  <a:spcPct val="0"/>
                </a:spcBef>
              </a:pPr>
              <a:t>147</a:t>
            </a:fld>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Slide Image Placeholder 1">
            <a:extLst>
              <a:ext uri="{FF2B5EF4-FFF2-40B4-BE49-F238E27FC236}">
                <a16:creationId xmlns:a16="http://schemas.microsoft.com/office/drawing/2014/main" id="{54B2A574-5222-4BA5-830C-32E926711E4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8243" name="Notes Placeholder 2">
            <a:extLst>
              <a:ext uri="{FF2B5EF4-FFF2-40B4-BE49-F238E27FC236}">
                <a16:creationId xmlns:a16="http://schemas.microsoft.com/office/drawing/2014/main" id="{79C8DB33-789A-4194-8D0F-A8498E6F6AE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38244" name="Slide Number Placeholder 3">
            <a:extLst>
              <a:ext uri="{FF2B5EF4-FFF2-40B4-BE49-F238E27FC236}">
                <a16:creationId xmlns:a16="http://schemas.microsoft.com/office/drawing/2014/main" id="{2C2E303E-6664-48C9-815F-91A1D828F04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5BFF44FD-487B-4172-84DE-2C14631A9320}" type="slidenum">
              <a:rPr lang="en-US" altLang="en-US"/>
              <a:pPr>
                <a:spcBef>
                  <a:spcPct val="0"/>
                </a:spcBef>
              </a:pPr>
              <a:t>176</a:t>
            </a:fld>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a:extLst>
              <a:ext uri="{FF2B5EF4-FFF2-40B4-BE49-F238E27FC236}">
                <a16:creationId xmlns:a16="http://schemas.microsoft.com/office/drawing/2014/main" id="{9D051D9C-ABFC-4D4B-BAC6-9040FED92B73}"/>
              </a:ext>
            </a:extLst>
          </p:cNvPr>
          <p:cNvSpPr>
            <a:spLocks noGrp="1"/>
          </p:cNvSpPr>
          <p:nvPr>
            <p:ph type="dt" sz="half" idx="10"/>
          </p:nvPr>
        </p:nvSpPr>
        <p:spPr/>
        <p:txBody>
          <a:bodyPr/>
          <a:lstStyle>
            <a:lvl1pPr>
              <a:defRPr/>
            </a:lvl1pPr>
          </a:lstStyle>
          <a:p>
            <a:pPr>
              <a:defRPr/>
            </a:pPr>
            <a:fld id="{C6B129A3-F5AE-4967-8BB9-338806A21F21}" type="datetime1">
              <a:rPr lang="en-US" smtClean="0"/>
              <a:pPr>
                <a:defRPr/>
              </a:pPr>
              <a:t>5/17/2022</a:t>
            </a:fld>
            <a:endParaRPr lang="en-US"/>
          </a:p>
        </p:txBody>
      </p:sp>
      <p:sp>
        <p:nvSpPr>
          <p:cNvPr id="5" name="Footer Placeholder 4">
            <a:extLst>
              <a:ext uri="{FF2B5EF4-FFF2-40B4-BE49-F238E27FC236}">
                <a16:creationId xmlns:a16="http://schemas.microsoft.com/office/drawing/2014/main" id="{B578F207-770D-4FE2-80B4-0C0E1EF051DC}"/>
              </a:ext>
            </a:extLst>
          </p:cNvPr>
          <p:cNvSpPr>
            <a:spLocks noGrp="1"/>
          </p:cNvSpPr>
          <p:nvPr>
            <p:ph type="ftr" sz="quarter" idx="11"/>
          </p:nvPr>
        </p:nvSpPr>
        <p:spPr/>
        <p:txBody>
          <a:bodyPr/>
          <a:lstStyle>
            <a:lvl1pPr>
              <a:defRPr/>
            </a:lvl1pPr>
          </a:lstStyle>
          <a:p>
            <a:pPr>
              <a:defRPr/>
            </a:pPr>
            <a:r>
              <a:rPr lang="en-US"/>
              <a:t>(Programming in Advanced Python)                                 Unit No:2</a:t>
            </a:r>
          </a:p>
        </p:txBody>
      </p:sp>
      <p:sp>
        <p:nvSpPr>
          <p:cNvPr id="6" name="Slide Number Placeholder 5">
            <a:extLst>
              <a:ext uri="{FF2B5EF4-FFF2-40B4-BE49-F238E27FC236}">
                <a16:creationId xmlns:a16="http://schemas.microsoft.com/office/drawing/2014/main" id="{3FE8C746-D8FC-49CD-ADB9-DB9C7F0FCD26}"/>
              </a:ext>
            </a:extLst>
          </p:cNvPr>
          <p:cNvSpPr>
            <a:spLocks noGrp="1"/>
          </p:cNvSpPr>
          <p:nvPr>
            <p:ph type="sldNum" sz="quarter" idx="12"/>
          </p:nvPr>
        </p:nvSpPr>
        <p:spPr/>
        <p:txBody>
          <a:bodyPr/>
          <a:lstStyle>
            <a:lvl1pPr>
              <a:defRPr/>
            </a:lvl1pPr>
          </a:lstStyle>
          <a:p>
            <a:fld id="{10E970C1-47E6-43D1-8564-BEC67B1CDE0D}" type="slidenum">
              <a:rPr lang="en-US" altLang="en-US"/>
              <a:pPr/>
              <a:t>‹#›</a:t>
            </a:fld>
            <a:endParaRPr lang="en-US" altLang="en-US"/>
          </a:p>
        </p:txBody>
      </p:sp>
      <p:pic>
        <p:nvPicPr>
          <p:cNvPr id="7" name="Picture 6">
            <a:extLst>
              <a:ext uri="{FF2B5EF4-FFF2-40B4-BE49-F238E27FC236}">
                <a16:creationId xmlns:a16="http://schemas.microsoft.com/office/drawing/2014/main" id="{E0645B59-1A25-4790-8E9F-1DCCDE13F84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9833" y="3631"/>
            <a:ext cx="1401117" cy="748430"/>
          </a:xfrm>
          <a:prstGeom prst="rect">
            <a:avLst/>
          </a:prstGeom>
        </p:spPr>
      </p:pic>
    </p:spTree>
    <p:extLst>
      <p:ext uri="{BB962C8B-B14F-4D97-AF65-F5344CB8AC3E}">
        <p14:creationId xmlns:p14="http://schemas.microsoft.com/office/powerpoint/2010/main" val="29468639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3E2C92-D182-4603-913A-F8D518C1A431}"/>
              </a:ext>
            </a:extLst>
          </p:cNvPr>
          <p:cNvSpPr>
            <a:spLocks noGrp="1"/>
          </p:cNvSpPr>
          <p:nvPr>
            <p:ph type="dt" sz="half" idx="10"/>
          </p:nvPr>
        </p:nvSpPr>
        <p:spPr/>
        <p:txBody>
          <a:bodyPr/>
          <a:lstStyle>
            <a:lvl1pPr>
              <a:defRPr/>
            </a:lvl1pPr>
          </a:lstStyle>
          <a:p>
            <a:pPr>
              <a:defRPr/>
            </a:pPr>
            <a:fld id="{DDAADE14-7B7F-4773-9C0F-018B4D4CD0EA}" type="datetime1">
              <a:rPr lang="en-US" smtClean="0"/>
              <a:pPr>
                <a:defRPr/>
              </a:pPr>
              <a:t>5/17/2022</a:t>
            </a:fld>
            <a:endParaRPr lang="en-US"/>
          </a:p>
        </p:txBody>
      </p:sp>
      <p:sp>
        <p:nvSpPr>
          <p:cNvPr id="5" name="Footer Placeholder 4">
            <a:extLst>
              <a:ext uri="{FF2B5EF4-FFF2-40B4-BE49-F238E27FC236}">
                <a16:creationId xmlns:a16="http://schemas.microsoft.com/office/drawing/2014/main" id="{7023C120-1EBF-48AE-883B-A69AF97D988D}"/>
              </a:ext>
            </a:extLst>
          </p:cNvPr>
          <p:cNvSpPr>
            <a:spLocks noGrp="1"/>
          </p:cNvSpPr>
          <p:nvPr>
            <p:ph type="ftr" sz="quarter" idx="11"/>
          </p:nvPr>
        </p:nvSpPr>
        <p:spPr/>
        <p:txBody>
          <a:bodyPr/>
          <a:lstStyle>
            <a:lvl1pPr>
              <a:defRPr/>
            </a:lvl1pPr>
          </a:lstStyle>
          <a:p>
            <a:pPr>
              <a:defRPr/>
            </a:pPr>
            <a:r>
              <a:rPr lang="en-US"/>
              <a:t>(Programming in Advanced Python)                                 Unit No:2</a:t>
            </a:r>
          </a:p>
        </p:txBody>
      </p:sp>
      <p:sp>
        <p:nvSpPr>
          <p:cNvPr id="6" name="Slide Number Placeholder 5">
            <a:extLst>
              <a:ext uri="{FF2B5EF4-FFF2-40B4-BE49-F238E27FC236}">
                <a16:creationId xmlns:a16="http://schemas.microsoft.com/office/drawing/2014/main" id="{89C3BB49-AF95-478A-886F-61430576A60D}"/>
              </a:ext>
            </a:extLst>
          </p:cNvPr>
          <p:cNvSpPr>
            <a:spLocks noGrp="1"/>
          </p:cNvSpPr>
          <p:nvPr>
            <p:ph type="sldNum" sz="quarter" idx="12"/>
          </p:nvPr>
        </p:nvSpPr>
        <p:spPr/>
        <p:txBody>
          <a:bodyPr/>
          <a:lstStyle>
            <a:lvl1pPr>
              <a:defRPr/>
            </a:lvl1pPr>
          </a:lstStyle>
          <a:p>
            <a:fld id="{C77C10F3-51E8-47AA-8570-6B63F9EF7985}" type="slidenum">
              <a:rPr lang="en-US" altLang="en-US"/>
              <a:pPr/>
              <a:t>‹#›</a:t>
            </a:fld>
            <a:endParaRPr lang="en-US" altLang="en-US"/>
          </a:p>
        </p:txBody>
      </p:sp>
      <p:pic>
        <p:nvPicPr>
          <p:cNvPr id="7" name="Picture 6">
            <a:extLst>
              <a:ext uri="{FF2B5EF4-FFF2-40B4-BE49-F238E27FC236}">
                <a16:creationId xmlns:a16="http://schemas.microsoft.com/office/drawing/2014/main" id="{CEA44385-F93E-4747-98C8-79FA97C79E0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9833" y="3631"/>
            <a:ext cx="1401117" cy="748430"/>
          </a:xfrm>
          <a:prstGeom prst="rect">
            <a:avLst/>
          </a:prstGeom>
        </p:spPr>
      </p:pic>
    </p:spTree>
    <p:extLst>
      <p:ext uri="{BB962C8B-B14F-4D97-AF65-F5344CB8AC3E}">
        <p14:creationId xmlns:p14="http://schemas.microsoft.com/office/powerpoint/2010/main" val="30748999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3705304-7F96-4FF8-92A2-61D4E9BAEB82}"/>
              </a:ext>
            </a:extLst>
          </p:cNvPr>
          <p:cNvSpPr>
            <a:spLocks noGrp="1"/>
          </p:cNvSpPr>
          <p:nvPr>
            <p:ph type="dt" sz="half" idx="10"/>
          </p:nvPr>
        </p:nvSpPr>
        <p:spPr/>
        <p:txBody>
          <a:bodyPr/>
          <a:lstStyle>
            <a:lvl1pPr>
              <a:defRPr/>
            </a:lvl1pPr>
          </a:lstStyle>
          <a:p>
            <a:pPr>
              <a:defRPr/>
            </a:pPr>
            <a:fld id="{7FF9438D-68AA-4B20-B44D-433C1BFF0EE5}" type="datetime1">
              <a:rPr lang="en-US" smtClean="0"/>
              <a:pPr>
                <a:defRPr/>
              </a:pPr>
              <a:t>5/17/2022</a:t>
            </a:fld>
            <a:endParaRPr lang="en-US"/>
          </a:p>
        </p:txBody>
      </p:sp>
      <p:sp>
        <p:nvSpPr>
          <p:cNvPr id="5" name="Footer Placeholder 4">
            <a:extLst>
              <a:ext uri="{FF2B5EF4-FFF2-40B4-BE49-F238E27FC236}">
                <a16:creationId xmlns:a16="http://schemas.microsoft.com/office/drawing/2014/main" id="{2B2603C1-3C96-4084-AECC-F70432B7A0B5}"/>
              </a:ext>
            </a:extLst>
          </p:cNvPr>
          <p:cNvSpPr>
            <a:spLocks noGrp="1"/>
          </p:cNvSpPr>
          <p:nvPr>
            <p:ph type="ftr" sz="quarter" idx="11"/>
          </p:nvPr>
        </p:nvSpPr>
        <p:spPr/>
        <p:txBody>
          <a:bodyPr/>
          <a:lstStyle>
            <a:lvl1pPr>
              <a:defRPr/>
            </a:lvl1pPr>
          </a:lstStyle>
          <a:p>
            <a:pPr>
              <a:defRPr/>
            </a:pPr>
            <a:r>
              <a:rPr lang="en-US"/>
              <a:t>(Programming in Advanced Python)                                 Unit No:2</a:t>
            </a:r>
          </a:p>
        </p:txBody>
      </p:sp>
      <p:sp>
        <p:nvSpPr>
          <p:cNvPr id="6" name="Slide Number Placeholder 5">
            <a:extLst>
              <a:ext uri="{FF2B5EF4-FFF2-40B4-BE49-F238E27FC236}">
                <a16:creationId xmlns:a16="http://schemas.microsoft.com/office/drawing/2014/main" id="{B66F0909-BB7F-4F89-9251-DC6F30FB3C7F}"/>
              </a:ext>
            </a:extLst>
          </p:cNvPr>
          <p:cNvSpPr>
            <a:spLocks noGrp="1"/>
          </p:cNvSpPr>
          <p:nvPr>
            <p:ph type="sldNum" sz="quarter" idx="12"/>
          </p:nvPr>
        </p:nvSpPr>
        <p:spPr/>
        <p:txBody>
          <a:bodyPr/>
          <a:lstStyle>
            <a:lvl1pPr>
              <a:defRPr/>
            </a:lvl1pPr>
          </a:lstStyle>
          <a:p>
            <a:fld id="{76BF7154-EFFA-4378-8B54-062131F8EBA0}" type="slidenum">
              <a:rPr lang="en-US" altLang="en-US"/>
              <a:pPr/>
              <a:t>‹#›</a:t>
            </a:fld>
            <a:endParaRPr lang="en-US" altLang="en-US"/>
          </a:p>
        </p:txBody>
      </p:sp>
    </p:spTree>
    <p:extLst>
      <p:ext uri="{BB962C8B-B14F-4D97-AF65-F5344CB8AC3E}">
        <p14:creationId xmlns:p14="http://schemas.microsoft.com/office/powerpoint/2010/main" val="4441153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AA736DAC-05B9-432C-8C9D-908A3D298617}"/>
              </a:ext>
            </a:extLst>
          </p:cNvPr>
          <p:cNvSpPr>
            <a:spLocks noGrp="1"/>
          </p:cNvSpPr>
          <p:nvPr>
            <p:ph type="dt" sz="half" idx="10"/>
          </p:nvPr>
        </p:nvSpPr>
        <p:spPr/>
        <p:txBody>
          <a:bodyPr/>
          <a:lstStyle>
            <a:lvl1pPr>
              <a:defRPr/>
            </a:lvl1pPr>
          </a:lstStyle>
          <a:p>
            <a:pPr>
              <a:defRPr/>
            </a:pPr>
            <a:fld id="{A5EFD6E8-8EE0-409D-B619-C92D25A9CF3A}" type="datetime1">
              <a:rPr lang="en-US" smtClean="0"/>
              <a:pPr>
                <a:defRPr/>
              </a:pPr>
              <a:t>5/17/2022</a:t>
            </a:fld>
            <a:endParaRPr lang="en-US"/>
          </a:p>
        </p:txBody>
      </p:sp>
      <p:sp>
        <p:nvSpPr>
          <p:cNvPr id="6" name="Footer Placeholder 4">
            <a:extLst>
              <a:ext uri="{FF2B5EF4-FFF2-40B4-BE49-F238E27FC236}">
                <a16:creationId xmlns:a16="http://schemas.microsoft.com/office/drawing/2014/main" id="{935452CB-25D5-406B-B8B3-C925C22C5BAF}"/>
              </a:ext>
            </a:extLst>
          </p:cNvPr>
          <p:cNvSpPr>
            <a:spLocks noGrp="1"/>
          </p:cNvSpPr>
          <p:nvPr>
            <p:ph type="ftr" sz="quarter" idx="11"/>
          </p:nvPr>
        </p:nvSpPr>
        <p:spPr/>
        <p:txBody>
          <a:bodyPr/>
          <a:lstStyle>
            <a:lvl1pPr>
              <a:defRPr/>
            </a:lvl1pPr>
          </a:lstStyle>
          <a:p>
            <a:pPr>
              <a:defRPr/>
            </a:pPr>
            <a:r>
              <a:rPr lang="en-US"/>
              <a:t>(Programming in Advanced Python)                                 Unit No:2</a:t>
            </a:r>
          </a:p>
        </p:txBody>
      </p:sp>
      <p:sp>
        <p:nvSpPr>
          <p:cNvPr id="7" name="Slide Number Placeholder 5">
            <a:extLst>
              <a:ext uri="{FF2B5EF4-FFF2-40B4-BE49-F238E27FC236}">
                <a16:creationId xmlns:a16="http://schemas.microsoft.com/office/drawing/2014/main" id="{DB91A791-020C-419C-89D3-1A5963A443B0}"/>
              </a:ext>
            </a:extLst>
          </p:cNvPr>
          <p:cNvSpPr>
            <a:spLocks noGrp="1"/>
          </p:cNvSpPr>
          <p:nvPr>
            <p:ph type="sldNum" sz="quarter" idx="12"/>
          </p:nvPr>
        </p:nvSpPr>
        <p:spPr/>
        <p:txBody>
          <a:bodyPr/>
          <a:lstStyle>
            <a:lvl1pPr>
              <a:defRPr/>
            </a:lvl1pPr>
          </a:lstStyle>
          <a:p>
            <a:fld id="{81FF950D-8B9A-4F0B-8611-2CDE73635CD5}" type="slidenum">
              <a:rPr lang="en-US" altLang="en-US"/>
              <a:pPr/>
              <a:t>‹#›</a:t>
            </a:fld>
            <a:endParaRPr lang="en-US" altLang="en-US"/>
          </a:p>
        </p:txBody>
      </p:sp>
    </p:spTree>
    <p:extLst>
      <p:ext uri="{BB962C8B-B14F-4D97-AF65-F5344CB8AC3E}">
        <p14:creationId xmlns:p14="http://schemas.microsoft.com/office/powerpoint/2010/main" val="13433666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D0F862B6-2F34-4AB9-BA77-8FD94D4E8BBF}"/>
              </a:ext>
            </a:extLst>
          </p:cNvPr>
          <p:cNvSpPr>
            <a:spLocks noGrp="1"/>
          </p:cNvSpPr>
          <p:nvPr>
            <p:ph type="dt" sz="half" idx="10"/>
          </p:nvPr>
        </p:nvSpPr>
        <p:spPr/>
        <p:txBody>
          <a:bodyPr/>
          <a:lstStyle>
            <a:lvl1pPr>
              <a:defRPr/>
            </a:lvl1pPr>
          </a:lstStyle>
          <a:p>
            <a:pPr>
              <a:defRPr/>
            </a:pPr>
            <a:fld id="{A7A15AEF-4C0C-474E-A259-0FDE88FFAFA8}" type="datetime1">
              <a:rPr lang="en-US" smtClean="0"/>
              <a:pPr>
                <a:defRPr/>
              </a:pPr>
              <a:t>5/17/2022</a:t>
            </a:fld>
            <a:endParaRPr lang="en-US"/>
          </a:p>
        </p:txBody>
      </p:sp>
      <p:sp>
        <p:nvSpPr>
          <p:cNvPr id="8" name="Footer Placeholder 4">
            <a:extLst>
              <a:ext uri="{FF2B5EF4-FFF2-40B4-BE49-F238E27FC236}">
                <a16:creationId xmlns:a16="http://schemas.microsoft.com/office/drawing/2014/main" id="{17A8DC6C-8EC8-487B-87CC-02B99D1734BA}"/>
              </a:ext>
            </a:extLst>
          </p:cNvPr>
          <p:cNvSpPr>
            <a:spLocks noGrp="1"/>
          </p:cNvSpPr>
          <p:nvPr>
            <p:ph type="ftr" sz="quarter" idx="11"/>
          </p:nvPr>
        </p:nvSpPr>
        <p:spPr/>
        <p:txBody>
          <a:bodyPr/>
          <a:lstStyle>
            <a:lvl1pPr>
              <a:defRPr/>
            </a:lvl1pPr>
          </a:lstStyle>
          <a:p>
            <a:pPr>
              <a:defRPr/>
            </a:pPr>
            <a:r>
              <a:rPr lang="en-US"/>
              <a:t>(Programming in Advanced Python)                                 Unit No:2</a:t>
            </a:r>
          </a:p>
        </p:txBody>
      </p:sp>
      <p:sp>
        <p:nvSpPr>
          <p:cNvPr id="9" name="Slide Number Placeholder 5">
            <a:extLst>
              <a:ext uri="{FF2B5EF4-FFF2-40B4-BE49-F238E27FC236}">
                <a16:creationId xmlns:a16="http://schemas.microsoft.com/office/drawing/2014/main" id="{77DC0CE1-C6B2-43F5-9575-1FBFDF2F87C5}"/>
              </a:ext>
            </a:extLst>
          </p:cNvPr>
          <p:cNvSpPr>
            <a:spLocks noGrp="1"/>
          </p:cNvSpPr>
          <p:nvPr>
            <p:ph type="sldNum" sz="quarter" idx="12"/>
          </p:nvPr>
        </p:nvSpPr>
        <p:spPr/>
        <p:txBody>
          <a:bodyPr/>
          <a:lstStyle>
            <a:lvl1pPr>
              <a:defRPr/>
            </a:lvl1pPr>
          </a:lstStyle>
          <a:p>
            <a:fld id="{CC6C76CF-BDA0-41AC-B965-F629AA568629}" type="slidenum">
              <a:rPr lang="en-US" altLang="en-US"/>
              <a:pPr/>
              <a:t>‹#›</a:t>
            </a:fld>
            <a:endParaRPr lang="en-US" altLang="en-US"/>
          </a:p>
        </p:txBody>
      </p:sp>
    </p:spTree>
    <p:extLst>
      <p:ext uri="{BB962C8B-B14F-4D97-AF65-F5344CB8AC3E}">
        <p14:creationId xmlns:p14="http://schemas.microsoft.com/office/powerpoint/2010/main" val="21648534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9A50EABE-57D0-416B-A263-626671E9524F}"/>
              </a:ext>
            </a:extLst>
          </p:cNvPr>
          <p:cNvSpPr>
            <a:spLocks noGrp="1"/>
          </p:cNvSpPr>
          <p:nvPr>
            <p:ph type="dt" sz="half" idx="10"/>
          </p:nvPr>
        </p:nvSpPr>
        <p:spPr/>
        <p:txBody>
          <a:bodyPr/>
          <a:lstStyle>
            <a:lvl1pPr>
              <a:defRPr/>
            </a:lvl1pPr>
          </a:lstStyle>
          <a:p>
            <a:pPr>
              <a:defRPr/>
            </a:pPr>
            <a:fld id="{CD4BF5B8-FA7D-4CAB-A5A7-AF0895B9790D}" type="datetime1">
              <a:rPr lang="en-US" smtClean="0"/>
              <a:pPr>
                <a:defRPr/>
              </a:pPr>
              <a:t>5/17/2022</a:t>
            </a:fld>
            <a:endParaRPr lang="en-US"/>
          </a:p>
        </p:txBody>
      </p:sp>
      <p:sp>
        <p:nvSpPr>
          <p:cNvPr id="4" name="Footer Placeholder 4">
            <a:extLst>
              <a:ext uri="{FF2B5EF4-FFF2-40B4-BE49-F238E27FC236}">
                <a16:creationId xmlns:a16="http://schemas.microsoft.com/office/drawing/2014/main" id="{C0FD50F7-B85A-49AD-9FB3-56C18D22BA35}"/>
              </a:ext>
            </a:extLst>
          </p:cNvPr>
          <p:cNvSpPr>
            <a:spLocks noGrp="1"/>
          </p:cNvSpPr>
          <p:nvPr>
            <p:ph type="ftr" sz="quarter" idx="11"/>
          </p:nvPr>
        </p:nvSpPr>
        <p:spPr/>
        <p:txBody>
          <a:bodyPr/>
          <a:lstStyle>
            <a:lvl1pPr>
              <a:defRPr/>
            </a:lvl1pPr>
          </a:lstStyle>
          <a:p>
            <a:pPr>
              <a:defRPr/>
            </a:pPr>
            <a:r>
              <a:rPr lang="en-US"/>
              <a:t>(Programming in Advanced Python)                                 Unit No:2</a:t>
            </a:r>
          </a:p>
        </p:txBody>
      </p:sp>
      <p:sp>
        <p:nvSpPr>
          <p:cNvPr id="5" name="Slide Number Placeholder 5">
            <a:extLst>
              <a:ext uri="{FF2B5EF4-FFF2-40B4-BE49-F238E27FC236}">
                <a16:creationId xmlns:a16="http://schemas.microsoft.com/office/drawing/2014/main" id="{BA93C3FE-F1BA-425F-A7F2-7840C02A27CD}"/>
              </a:ext>
            </a:extLst>
          </p:cNvPr>
          <p:cNvSpPr>
            <a:spLocks noGrp="1"/>
          </p:cNvSpPr>
          <p:nvPr>
            <p:ph type="sldNum" sz="quarter" idx="12"/>
          </p:nvPr>
        </p:nvSpPr>
        <p:spPr/>
        <p:txBody>
          <a:bodyPr/>
          <a:lstStyle>
            <a:lvl1pPr>
              <a:defRPr/>
            </a:lvl1pPr>
          </a:lstStyle>
          <a:p>
            <a:fld id="{FA7415E3-8CD7-4A56-BDA1-3CC6BF044372}" type="slidenum">
              <a:rPr lang="en-US" altLang="en-US"/>
              <a:pPr/>
              <a:t>‹#›</a:t>
            </a:fld>
            <a:endParaRPr lang="en-US" altLang="en-US"/>
          </a:p>
        </p:txBody>
      </p:sp>
    </p:spTree>
    <p:extLst>
      <p:ext uri="{BB962C8B-B14F-4D97-AF65-F5344CB8AC3E}">
        <p14:creationId xmlns:p14="http://schemas.microsoft.com/office/powerpoint/2010/main" val="15987554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7E4A3CA8-6640-4D45-BD61-F16A5F2ADA31}"/>
              </a:ext>
            </a:extLst>
          </p:cNvPr>
          <p:cNvSpPr>
            <a:spLocks noGrp="1"/>
          </p:cNvSpPr>
          <p:nvPr>
            <p:ph type="dt" sz="half" idx="10"/>
          </p:nvPr>
        </p:nvSpPr>
        <p:spPr/>
        <p:txBody>
          <a:bodyPr/>
          <a:lstStyle>
            <a:lvl1pPr>
              <a:defRPr/>
            </a:lvl1pPr>
          </a:lstStyle>
          <a:p>
            <a:pPr>
              <a:defRPr/>
            </a:pPr>
            <a:fld id="{53B66496-58F1-4CF7-81FE-FFC9BCC230AC}" type="datetime1">
              <a:rPr lang="en-US" smtClean="0"/>
              <a:pPr>
                <a:defRPr/>
              </a:pPr>
              <a:t>5/17/2022</a:t>
            </a:fld>
            <a:endParaRPr lang="en-US"/>
          </a:p>
        </p:txBody>
      </p:sp>
      <p:sp>
        <p:nvSpPr>
          <p:cNvPr id="3" name="Footer Placeholder 4">
            <a:extLst>
              <a:ext uri="{FF2B5EF4-FFF2-40B4-BE49-F238E27FC236}">
                <a16:creationId xmlns:a16="http://schemas.microsoft.com/office/drawing/2014/main" id="{E8982049-6F92-4FD5-AC5E-B569ABC6362C}"/>
              </a:ext>
            </a:extLst>
          </p:cNvPr>
          <p:cNvSpPr>
            <a:spLocks noGrp="1"/>
          </p:cNvSpPr>
          <p:nvPr>
            <p:ph type="ftr" sz="quarter" idx="11"/>
          </p:nvPr>
        </p:nvSpPr>
        <p:spPr/>
        <p:txBody>
          <a:bodyPr/>
          <a:lstStyle>
            <a:lvl1pPr>
              <a:defRPr/>
            </a:lvl1pPr>
          </a:lstStyle>
          <a:p>
            <a:pPr>
              <a:defRPr/>
            </a:pPr>
            <a:r>
              <a:rPr lang="en-US"/>
              <a:t>(Programming in Advanced Python)                                 Unit No:2</a:t>
            </a:r>
          </a:p>
        </p:txBody>
      </p:sp>
      <p:sp>
        <p:nvSpPr>
          <p:cNvPr id="4" name="Slide Number Placeholder 5">
            <a:extLst>
              <a:ext uri="{FF2B5EF4-FFF2-40B4-BE49-F238E27FC236}">
                <a16:creationId xmlns:a16="http://schemas.microsoft.com/office/drawing/2014/main" id="{AD9DB9EE-F74A-41DB-88B0-BD1B791C9C2A}"/>
              </a:ext>
            </a:extLst>
          </p:cNvPr>
          <p:cNvSpPr>
            <a:spLocks noGrp="1"/>
          </p:cNvSpPr>
          <p:nvPr>
            <p:ph type="sldNum" sz="quarter" idx="12"/>
          </p:nvPr>
        </p:nvSpPr>
        <p:spPr/>
        <p:txBody>
          <a:bodyPr/>
          <a:lstStyle>
            <a:lvl1pPr>
              <a:defRPr/>
            </a:lvl1pPr>
          </a:lstStyle>
          <a:p>
            <a:fld id="{FE74B14E-65F5-4C42-B22E-00658E3EFF03}" type="slidenum">
              <a:rPr lang="en-US" altLang="en-US"/>
              <a:pPr/>
              <a:t>‹#›</a:t>
            </a:fld>
            <a:endParaRPr lang="en-US" altLang="en-US"/>
          </a:p>
        </p:txBody>
      </p:sp>
    </p:spTree>
    <p:extLst>
      <p:ext uri="{BB962C8B-B14F-4D97-AF65-F5344CB8AC3E}">
        <p14:creationId xmlns:p14="http://schemas.microsoft.com/office/powerpoint/2010/main" val="26626874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4619AB9C-2262-4656-9037-AB929FC7B7E7}"/>
              </a:ext>
            </a:extLst>
          </p:cNvPr>
          <p:cNvSpPr>
            <a:spLocks noGrp="1"/>
          </p:cNvSpPr>
          <p:nvPr>
            <p:ph type="dt" sz="half" idx="10"/>
          </p:nvPr>
        </p:nvSpPr>
        <p:spPr/>
        <p:txBody>
          <a:bodyPr/>
          <a:lstStyle>
            <a:lvl1pPr>
              <a:defRPr/>
            </a:lvl1pPr>
          </a:lstStyle>
          <a:p>
            <a:pPr>
              <a:defRPr/>
            </a:pPr>
            <a:fld id="{A84283E7-A391-40D5-B2B6-25311E2D464C}" type="datetime1">
              <a:rPr lang="en-US" smtClean="0"/>
              <a:pPr>
                <a:defRPr/>
              </a:pPr>
              <a:t>5/17/2022</a:t>
            </a:fld>
            <a:endParaRPr lang="en-US"/>
          </a:p>
        </p:txBody>
      </p:sp>
      <p:sp>
        <p:nvSpPr>
          <p:cNvPr id="6" name="Footer Placeholder 4">
            <a:extLst>
              <a:ext uri="{FF2B5EF4-FFF2-40B4-BE49-F238E27FC236}">
                <a16:creationId xmlns:a16="http://schemas.microsoft.com/office/drawing/2014/main" id="{8456B2BC-05CD-45A9-8BE8-54CE1FAA9A61}"/>
              </a:ext>
            </a:extLst>
          </p:cNvPr>
          <p:cNvSpPr>
            <a:spLocks noGrp="1"/>
          </p:cNvSpPr>
          <p:nvPr>
            <p:ph type="ftr" sz="quarter" idx="11"/>
          </p:nvPr>
        </p:nvSpPr>
        <p:spPr/>
        <p:txBody>
          <a:bodyPr/>
          <a:lstStyle>
            <a:lvl1pPr>
              <a:defRPr/>
            </a:lvl1pPr>
          </a:lstStyle>
          <a:p>
            <a:pPr>
              <a:defRPr/>
            </a:pPr>
            <a:r>
              <a:rPr lang="en-US"/>
              <a:t>(Programming in Advanced Python)                                 Unit No:2</a:t>
            </a:r>
          </a:p>
        </p:txBody>
      </p:sp>
      <p:sp>
        <p:nvSpPr>
          <p:cNvPr id="7" name="Slide Number Placeholder 5">
            <a:extLst>
              <a:ext uri="{FF2B5EF4-FFF2-40B4-BE49-F238E27FC236}">
                <a16:creationId xmlns:a16="http://schemas.microsoft.com/office/drawing/2014/main" id="{B02FFBDA-71AE-41ED-9845-3530B0653E38}"/>
              </a:ext>
            </a:extLst>
          </p:cNvPr>
          <p:cNvSpPr>
            <a:spLocks noGrp="1"/>
          </p:cNvSpPr>
          <p:nvPr>
            <p:ph type="sldNum" sz="quarter" idx="12"/>
          </p:nvPr>
        </p:nvSpPr>
        <p:spPr/>
        <p:txBody>
          <a:bodyPr/>
          <a:lstStyle>
            <a:lvl1pPr>
              <a:defRPr/>
            </a:lvl1pPr>
          </a:lstStyle>
          <a:p>
            <a:fld id="{E0BC8533-A7F0-4616-973B-0CE53C5C0455}" type="slidenum">
              <a:rPr lang="en-US" altLang="en-US"/>
              <a:pPr/>
              <a:t>‹#›</a:t>
            </a:fld>
            <a:endParaRPr lang="en-US" altLang="en-US"/>
          </a:p>
        </p:txBody>
      </p:sp>
    </p:spTree>
    <p:extLst>
      <p:ext uri="{BB962C8B-B14F-4D97-AF65-F5344CB8AC3E}">
        <p14:creationId xmlns:p14="http://schemas.microsoft.com/office/powerpoint/2010/main" val="23959573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447151C3-4074-42B2-AD29-A90194CEF63F}"/>
              </a:ext>
            </a:extLst>
          </p:cNvPr>
          <p:cNvSpPr>
            <a:spLocks noGrp="1"/>
          </p:cNvSpPr>
          <p:nvPr>
            <p:ph type="dt" sz="half" idx="10"/>
          </p:nvPr>
        </p:nvSpPr>
        <p:spPr/>
        <p:txBody>
          <a:bodyPr/>
          <a:lstStyle>
            <a:lvl1pPr>
              <a:defRPr/>
            </a:lvl1pPr>
          </a:lstStyle>
          <a:p>
            <a:pPr>
              <a:defRPr/>
            </a:pPr>
            <a:fld id="{4336AB78-DBF9-4D1F-8FBB-965F5D0156B2}" type="datetime1">
              <a:rPr lang="en-US" smtClean="0"/>
              <a:pPr>
                <a:defRPr/>
              </a:pPr>
              <a:t>5/17/2022</a:t>
            </a:fld>
            <a:endParaRPr lang="en-US"/>
          </a:p>
        </p:txBody>
      </p:sp>
      <p:sp>
        <p:nvSpPr>
          <p:cNvPr id="6" name="Footer Placeholder 4">
            <a:extLst>
              <a:ext uri="{FF2B5EF4-FFF2-40B4-BE49-F238E27FC236}">
                <a16:creationId xmlns:a16="http://schemas.microsoft.com/office/drawing/2014/main" id="{BE2F19A5-719B-4088-8312-D13D9B135863}"/>
              </a:ext>
            </a:extLst>
          </p:cNvPr>
          <p:cNvSpPr>
            <a:spLocks noGrp="1"/>
          </p:cNvSpPr>
          <p:nvPr>
            <p:ph type="ftr" sz="quarter" idx="11"/>
          </p:nvPr>
        </p:nvSpPr>
        <p:spPr/>
        <p:txBody>
          <a:bodyPr/>
          <a:lstStyle>
            <a:lvl1pPr>
              <a:defRPr/>
            </a:lvl1pPr>
          </a:lstStyle>
          <a:p>
            <a:pPr>
              <a:defRPr/>
            </a:pPr>
            <a:r>
              <a:rPr lang="en-US"/>
              <a:t>(Programming in Advanced Python)                                 Unit No:2</a:t>
            </a:r>
          </a:p>
        </p:txBody>
      </p:sp>
      <p:sp>
        <p:nvSpPr>
          <p:cNvPr id="7" name="Slide Number Placeholder 5">
            <a:extLst>
              <a:ext uri="{FF2B5EF4-FFF2-40B4-BE49-F238E27FC236}">
                <a16:creationId xmlns:a16="http://schemas.microsoft.com/office/drawing/2014/main" id="{C61405B1-7947-48D3-9812-17CE3EFA7C71}"/>
              </a:ext>
            </a:extLst>
          </p:cNvPr>
          <p:cNvSpPr>
            <a:spLocks noGrp="1"/>
          </p:cNvSpPr>
          <p:nvPr>
            <p:ph type="sldNum" sz="quarter" idx="12"/>
          </p:nvPr>
        </p:nvSpPr>
        <p:spPr/>
        <p:txBody>
          <a:bodyPr/>
          <a:lstStyle>
            <a:lvl1pPr>
              <a:defRPr/>
            </a:lvl1pPr>
          </a:lstStyle>
          <a:p>
            <a:fld id="{FE836B82-AABC-45B0-9408-51FFE00D77AC}" type="slidenum">
              <a:rPr lang="en-US" altLang="en-US"/>
              <a:pPr/>
              <a:t>‹#›</a:t>
            </a:fld>
            <a:endParaRPr lang="en-US" altLang="en-US"/>
          </a:p>
        </p:txBody>
      </p:sp>
    </p:spTree>
    <p:extLst>
      <p:ext uri="{BB962C8B-B14F-4D97-AF65-F5344CB8AC3E}">
        <p14:creationId xmlns:p14="http://schemas.microsoft.com/office/powerpoint/2010/main" val="13529065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91024F-F1E0-4C48-84D3-3CEBCFC48BCE}"/>
              </a:ext>
            </a:extLst>
          </p:cNvPr>
          <p:cNvSpPr>
            <a:spLocks noGrp="1"/>
          </p:cNvSpPr>
          <p:nvPr>
            <p:ph type="dt" sz="half" idx="10"/>
          </p:nvPr>
        </p:nvSpPr>
        <p:spPr/>
        <p:txBody>
          <a:bodyPr/>
          <a:lstStyle>
            <a:lvl1pPr>
              <a:defRPr/>
            </a:lvl1pPr>
          </a:lstStyle>
          <a:p>
            <a:pPr>
              <a:defRPr/>
            </a:pPr>
            <a:fld id="{B6987E25-2EC0-4525-AA3C-6B3B8052D6AF}" type="datetime1">
              <a:rPr lang="en-US" smtClean="0"/>
              <a:pPr>
                <a:defRPr/>
              </a:pPr>
              <a:t>5/17/2022</a:t>
            </a:fld>
            <a:endParaRPr lang="en-US"/>
          </a:p>
        </p:txBody>
      </p:sp>
      <p:sp>
        <p:nvSpPr>
          <p:cNvPr id="5" name="Footer Placeholder 4">
            <a:extLst>
              <a:ext uri="{FF2B5EF4-FFF2-40B4-BE49-F238E27FC236}">
                <a16:creationId xmlns:a16="http://schemas.microsoft.com/office/drawing/2014/main" id="{BC343F2E-D5D9-4EE0-8C64-FB9CADF5D97E}"/>
              </a:ext>
            </a:extLst>
          </p:cNvPr>
          <p:cNvSpPr>
            <a:spLocks noGrp="1"/>
          </p:cNvSpPr>
          <p:nvPr>
            <p:ph type="ftr" sz="quarter" idx="11"/>
          </p:nvPr>
        </p:nvSpPr>
        <p:spPr/>
        <p:txBody>
          <a:bodyPr/>
          <a:lstStyle>
            <a:lvl1pPr>
              <a:defRPr/>
            </a:lvl1pPr>
          </a:lstStyle>
          <a:p>
            <a:pPr>
              <a:defRPr/>
            </a:pPr>
            <a:r>
              <a:rPr lang="en-US"/>
              <a:t>(Programming in Advanced Python)                                 Unit No:2</a:t>
            </a:r>
          </a:p>
        </p:txBody>
      </p:sp>
      <p:sp>
        <p:nvSpPr>
          <p:cNvPr id="6" name="Slide Number Placeholder 5">
            <a:extLst>
              <a:ext uri="{FF2B5EF4-FFF2-40B4-BE49-F238E27FC236}">
                <a16:creationId xmlns:a16="http://schemas.microsoft.com/office/drawing/2014/main" id="{422BC33F-7D92-4396-A90F-E9F9D0503A1B}"/>
              </a:ext>
            </a:extLst>
          </p:cNvPr>
          <p:cNvSpPr>
            <a:spLocks noGrp="1"/>
          </p:cNvSpPr>
          <p:nvPr>
            <p:ph type="sldNum" sz="quarter" idx="12"/>
          </p:nvPr>
        </p:nvSpPr>
        <p:spPr/>
        <p:txBody>
          <a:bodyPr/>
          <a:lstStyle>
            <a:lvl1pPr>
              <a:defRPr/>
            </a:lvl1pPr>
          </a:lstStyle>
          <a:p>
            <a:fld id="{888A325F-E060-4930-B2FE-5679C85B7926}" type="slidenum">
              <a:rPr lang="en-US" altLang="en-US"/>
              <a:pPr/>
              <a:t>‹#›</a:t>
            </a:fld>
            <a:endParaRPr lang="en-US" altLang="en-US"/>
          </a:p>
        </p:txBody>
      </p:sp>
    </p:spTree>
    <p:extLst>
      <p:ext uri="{BB962C8B-B14F-4D97-AF65-F5344CB8AC3E}">
        <p14:creationId xmlns:p14="http://schemas.microsoft.com/office/powerpoint/2010/main" val="18969787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954B1B-7ADA-4F2C-B5D2-BB247259018F}"/>
              </a:ext>
            </a:extLst>
          </p:cNvPr>
          <p:cNvSpPr>
            <a:spLocks noGrp="1"/>
          </p:cNvSpPr>
          <p:nvPr>
            <p:ph type="dt" sz="half" idx="10"/>
          </p:nvPr>
        </p:nvSpPr>
        <p:spPr/>
        <p:txBody>
          <a:bodyPr/>
          <a:lstStyle>
            <a:lvl1pPr>
              <a:defRPr/>
            </a:lvl1pPr>
          </a:lstStyle>
          <a:p>
            <a:pPr>
              <a:defRPr/>
            </a:pPr>
            <a:fld id="{29CAD041-E446-420C-BE0D-E95373138333}" type="datetime1">
              <a:rPr lang="en-US" smtClean="0"/>
              <a:pPr>
                <a:defRPr/>
              </a:pPr>
              <a:t>5/17/2022</a:t>
            </a:fld>
            <a:endParaRPr lang="en-US"/>
          </a:p>
        </p:txBody>
      </p:sp>
      <p:sp>
        <p:nvSpPr>
          <p:cNvPr id="5" name="Footer Placeholder 4">
            <a:extLst>
              <a:ext uri="{FF2B5EF4-FFF2-40B4-BE49-F238E27FC236}">
                <a16:creationId xmlns:a16="http://schemas.microsoft.com/office/drawing/2014/main" id="{950ADF3A-7F53-41C3-A10C-B15E60A955BE}"/>
              </a:ext>
            </a:extLst>
          </p:cNvPr>
          <p:cNvSpPr>
            <a:spLocks noGrp="1"/>
          </p:cNvSpPr>
          <p:nvPr>
            <p:ph type="ftr" sz="quarter" idx="11"/>
          </p:nvPr>
        </p:nvSpPr>
        <p:spPr/>
        <p:txBody>
          <a:bodyPr/>
          <a:lstStyle>
            <a:lvl1pPr>
              <a:defRPr/>
            </a:lvl1pPr>
          </a:lstStyle>
          <a:p>
            <a:pPr>
              <a:defRPr/>
            </a:pPr>
            <a:r>
              <a:rPr lang="en-US"/>
              <a:t>(Programming in Advanced Python)                                 Unit No:2</a:t>
            </a:r>
          </a:p>
        </p:txBody>
      </p:sp>
      <p:sp>
        <p:nvSpPr>
          <p:cNvPr id="6" name="Slide Number Placeholder 5">
            <a:extLst>
              <a:ext uri="{FF2B5EF4-FFF2-40B4-BE49-F238E27FC236}">
                <a16:creationId xmlns:a16="http://schemas.microsoft.com/office/drawing/2014/main" id="{55F86390-0465-41D0-A8B2-F561516290BF}"/>
              </a:ext>
            </a:extLst>
          </p:cNvPr>
          <p:cNvSpPr>
            <a:spLocks noGrp="1"/>
          </p:cNvSpPr>
          <p:nvPr>
            <p:ph type="sldNum" sz="quarter" idx="12"/>
          </p:nvPr>
        </p:nvSpPr>
        <p:spPr/>
        <p:txBody>
          <a:bodyPr/>
          <a:lstStyle>
            <a:lvl1pPr>
              <a:defRPr/>
            </a:lvl1pPr>
          </a:lstStyle>
          <a:p>
            <a:fld id="{13B30CA4-BE14-4FAC-A059-5F85F1D423C8}" type="slidenum">
              <a:rPr lang="en-US" altLang="en-US"/>
              <a:pPr/>
              <a:t>‹#›</a:t>
            </a:fld>
            <a:endParaRPr lang="en-US" altLang="en-US"/>
          </a:p>
        </p:txBody>
      </p:sp>
    </p:spTree>
    <p:extLst>
      <p:ext uri="{BB962C8B-B14F-4D97-AF65-F5344CB8AC3E}">
        <p14:creationId xmlns:p14="http://schemas.microsoft.com/office/powerpoint/2010/main" val="30606047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6ABBA718-3361-450C-A927-3EE0B7A3B542}"/>
              </a:ext>
            </a:extLst>
          </p:cNvPr>
          <p:cNvSpPr>
            <a:spLocks noGrp="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4EC4DED5-403A-4D36-857F-9CE84E76CD94}"/>
              </a:ext>
            </a:extLst>
          </p:cNvPr>
          <p:cNvSpPr>
            <a:spLocks noGrp="1"/>
          </p:cNvSpPr>
          <p:nvPr>
            <p:ph type="body" idx="1"/>
          </p:nvPr>
        </p:nvSpPr>
        <p:spPr bwMode="auto">
          <a:xfrm>
            <a:off x="609600" y="1600200"/>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6337E88A-C7E4-404B-A346-6A091F67DC3A}"/>
              </a:ext>
            </a:extLst>
          </p:cNvPr>
          <p:cNvSpPr>
            <a:spLocks noGrp="1"/>
          </p:cNvSpPr>
          <p:nvPr>
            <p:ph type="dt" sz="half" idx="2"/>
          </p:nvPr>
        </p:nvSpPr>
        <p:spPr>
          <a:xfrm>
            <a:off x="609600" y="6356350"/>
            <a:ext cx="28448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cs typeface="+mn-cs"/>
              </a:defRPr>
            </a:lvl1pPr>
          </a:lstStyle>
          <a:p>
            <a:pPr>
              <a:defRPr/>
            </a:pPr>
            <a:fld id="{E9C38FBD-BF2A-45E1-979F-47704D145411}" type="datetime1">
              <a:rPr lang="en-US" smtClean="0"/>
              <a:pPr>
                <a:defRPr/>
              </a:pPr>
              <a:t>5/17/2022</a:t>
            </a:fld>
            <a:endParaRPr lang="en-US"/>
          </a:p>
        </p:txBody>
      </p:sp>
      <p:sp>
        <p:nvSpPr>
          <p:cNvPr id="5" name="Footer Placeholder 4">
            <a:extLst>
              <a:ext uri="{FF2B5EF4-FFF2-40B4-BE49-F238E27FC236}">
                <a16:creationId xmlns:a16="http://schemas.microsoft.com/office/drawing/2014/main" id="{94D32890-0BC2-472B-94FE-FF072F6C2713}"/>
              </a:ext>
            </a:extLst>
          </p:cNvPr>
          <p:cNvSpPr>
            <a:spLocks noGrp="1"/>
          </p:cNvSpPr>
          <p:nvPr>
            <p:ph type="ftr" sz="quarter" idx="3"/>
          </p:nvPr>
        </p:nvSpPr>
        <p:spPr>
          <a:xfrm>
            <a:off x="4165600" y="6356350"/>
            <a:ext cx="3860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cs typeface="+mn-cs"/>
              </a:defRPr>
            </a:lvl1pPr>
          </a:lstStyle>
          <a:p>
            <a:pPr>
              <a:defRPr/>
            </a:pPr>
            <a:r>
              <a:rPr lang="en-US"/>
              <a:t>(Programming in Advanced Python)                                 Unit No:2</a:t>
            </a:r>
          </a:p>
        </p:txBody>
      </p:sp>
      <p:sp>
        <p:nvSpPr>
          <p:cNvPr id="6" name="Slide Number Placeholder 5">
            <a:extLst>
              <a:ext uri="{FF2B5EF4-FFF2-40B4-BE49-F238E27FC236}">
                <a16:creationId xmlns:a16="http://schemas.microsoft.com/office/drawing/2014/main" id="{EA2E8ABA-F8CD-4CBD-B737-6E24838C3417}"/>
              </a:ext>
            </a:extLst>
          </p:cNvPr>
          <p:cNvSpPr>
            <a:spLocks noGrp="1"/>
          </p:cNvSpPr>
          <p:nvPr>
            <p:ph type="sldNum" sz="quarter" idx="4"/>
          </p:nvPr>
        </p:nvSpPr>
        <p:spPr>
          <a:xfrm>
            <a:off x="8737600" y="6356350"/>
            <a:ext cx="28448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latin typeface="Calibri" panose="020F0502020204030204" pitchFamily="34" charset="0"/>
              </a:defRPr>
            </a:lvl1pPr>
          </a:lstStyle>
          <a:p>
            <a:fld id="{3FA0E5A3-064D-446A-B72A-B84687FFC951}" type="slidenum">
              <a:rPr lang="en-US" altLang="en-US"/>
              <a:pPr/>
              <a:t>‹#›</a:t>
            </a:fld>
            <a:endParaRPr lang="en-US" altLang="en-US"/>
          </a:p>
        </p:txBody>
      </p:sp>
      <p:pic>
        <p:nvPicPr>
          <p:cNvPr id="7" name="Picture 6">
            <a:extLst>
              <a:ext uri="{FF2B5EF4-FFF2-40B4-BE49-F238E27FC236}">
                <a16:creationId xmlns:a16="http://schemas.microsoft.com/office/drawing/2014/main" id="{5105147F-F9B6-48F8-A55A-F09C7FD66EEE}"/>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19833" y="3631"/>
            <a:ext cx="1401117" cy="74843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2.xml"/><Relationship Id="rId1" Type="http://schemas.openxmlformats.org/officeDocument/2006/relationships/video" Target="file:///C:\Users\user\Desktop\inheritance.mp4" TargetMode="Externa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2.xml"/><Relationship Id="rId1" Type="http://schemas.openxmlformats.org/officeDocument/2006/relationships/video" Target="file:///C:\Users\user\Desktop\polymorphism.mp4" TargetMode="Externa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2.xml"/><Relationship Id="rId1" Type="http://schemas.openxmlformats.org/officeDocument/2006/relationships/video" Target="file:///C:\Users\user\Desktop\method%20overridding.mp4" TargetMode="Externa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3" Type="http://schemas.openxmlformats.org/officeDocument/2006/relationships/hyperlink" Target="https://www.youtube.com/watch?v=u9x475OGj_U" TargetMode="External"/><Relationship Id="rId2" Type="http://schemas.openxmlformats.org/officeDocument/2006/relationships/hyperlink" Target="https://www.python-course.eu/python3_inheritance.php" TargetMode="External"/><Relationship Id="rId1" Type="http://schemas.openxmlformats.org/officeDocument/2006/relationships/slideLayout" Target="../slideLayouts/slideLayout2.xml"/><Relationship Id="rId5" Type="http://schemas.openxmlformats.org/officeDocument/2006/relationships/hyperlink" Target="https://www.youtube.com/watch?v=FsAPt_9Bf3U" TargetMode="External"/><Relationship Id="rId4" Type="http://schemas.openxmlformats.org/officeDocument/2006/relationships/hyperlink" Target="https://www.youtube.com/watch?v=byHcYRpMgI4" TargetMode="External"/></Relationships>
</file>

<file path=ppt/slides/_rels/slide17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E4395E-DE8C-4CFE-8A03-1C2A3BCEF486}"/>
              </a:ext>
            </a:extLst>
          </p:cNvPr>
          <p:cNvSpPr>
            <a:spLocks noGrp="1"/>
          </p:cNvSpPr>
          <p:nvPr>
            <p:ph type="ctrTitle"/>
          </p:nvPr>
        </p:nvSpPr>
        <p:spPr>
          <a:xfrm>
            <a:off x="1600200" y="0"/>
            <a:ext cx="10591800" cy="877888"/>
          </a:xfrm>
        </p:spPr>
        <p:style>
          <a:lnRef idx="1">
            <a:schemeClr val="accent5"/>
          </a:lnRef>
          <a:fillRef idx="2">
            <a:schemeClr val="accent5"/>
          </a:fillRef>
          <a:effectRef idx="1">
            <a:schemeClr val="accent5"/>
          </a:effectRef>
          <a:fontRef idx="minor">
            <a:schemeClr val="dk1"/>
          </a:fontRef>
        </p:style>
        <p:txBody>
          <a:bodyPr rtlCol="0">
            <a:noAutofit/>
          </a:bodyPr>
          <a:lstStyle/>
          <a:p>
            <a:pPr eaLnBrk="1" fontAlgn="auto" hangingPunct="1">
              <a:spcAft>
                <a:spcPts val="0"/>
              </a:spcAft>
              <a:defRPr/>
            </a:pPr>
            <a:r>
              <a:rPr lang="en-US" sz="3200" b="1">
                <a:latin typeface="Times New Roman" panose="02020603050405020304" pitchFamily="18" charset="0"/>
                <a:cs typeface="Times New Roman" panose="02020603050405020304" pitchFamily="18" charset="0"/>
              </a:rPr>
              <a:t>Noida Institute of Engineering and Technology, Greater Noida</a:t>
            </a:r>
          </a:p>
        </p:txBody>
      </p:sp>
      <p:sp>
        <p:nvSpPr>
          <p:cNvPr id="3" name="Subtitle 2">
            <a:extLst>
              <a:ext uri="{FF2B5EF4-FFF2-40B4-BE49-F238E27FC236}">
                <a16:creationId xmlns:a16="http://schemas.microsoft.com/office/drawing/2014/main" id="{94FF14BA-4C8F-432D-A87D-69CAF7CC6156}"/>
              </a:ext>
            </a:extLst>
          </p:cNvPr>
          <p:cNvSpPr>
            <a:spLocks noGrp="1"/>
          </p:cNvSpPr>
          <p:nvPr>
            <p:ph type="subTitle" idx="1"/>
          </p:nvPr>
        </p:nvSpPr>
        <p:spPr>
          <a:xfrm>
            <a:off x="2971800" y="1122363"/>
            <a:ext cx="6400800" cy="1544637"/>
          </a:xfrm>
        </p:spPr>
        <p:style>
          <a:lnRef idx="2">
            <a:schemeClr val="accent5"/>
          </a:lnRef>
          <a:fillRef idx="1">
            <a:schemeClr val="lt1"/>
          </a:fillRef>
          <a:effectRef idx="0">
            <a:schemeClr val="accent5"/>
          </a:effectRef>
          <a:fontRef idx="minor">
            <a:schemeClr val="dk1"/>
          </a:fontRef>
        </p:style>
        <p:txBody>
          <a:bodyPr rtlCol="0">
            <a:normAutofit/>
          </a:bodyPr>
          <a:lstStyle/>
          <a:p>
            <a:pPr eaLnBrk="1" fontAlgn="auto" hangingPunct="1">
              <a:spcAft>
                <a:spcPts val="0"/>
              </a:spcAft>
              <a:defRPr/>
            </a:pPr>
            <a:endParaRPr lang="en-US" sz="2400" b="1">
              <a:solidFill>
                <a:schemeClr val="tx1"/>
              </a:solidFill>
            </a:endParaRPr>
          </a:p>
          <a:p>
            <a:pPr eaLnBrk="1" fontAlgn="auto" hangingPunct="1">
              <a:spcAft>
                <a:spcPts val="0"/>
              </a:spcAft>
              <a:defRPr/>
            </a:pPr>
            <a:r>
              <a:rPr lang="en-US" sz="2800" b="1">
                <a:solidFill>
                  <a:schemeClr val="tx1"/>
                </a:solidFill>
                <a:latin typeface="Times New Roman" panose="02020603050405020304" pitchFamily="18" charset="0"/>
                <a:cs typeface="Times New Roman" panose="02020603050405020304" pitchFamily="18" charset="0"/>
              </a:rPr>
              <a:t>Object Oriented Concepts</a:t>
            </a:r>
          </a:p>
        </p:txBody>
      </p:sp>
      <p:sp>
        <p:nvSpPr>
          <p:cNvPr id="6" name="Subtitle 2">
            <a:extLst>
              <a:ext uri="{FF2B5EF4-FFF2-40B4-BE49-F238E27FC236}">
                <a16:creationId xmlns:a16="http://schemas.microsoft.com/office/drawing/2014/main" id="{410A7490-1C6C-4515-B25D-69113422551A}"/>
              </a:ext>
            </a:extLst>
          </p:cNvPr>
          <p:cNvSpPr txBox="1">
            <a:spLocks/>
          </p:cNvSpPr>
          <p:nvPr/>
        </p:nvSpPr>
        <p:spPr>
          <a:xfrm>
            <a:off x="6538823" y="3890513"/>
            <a:ext cx="4572000" cy="1981200"/>
          </a:xfrm>
          <a:prstGeom prst="rect">
            <a:avLst/>
          </a:prstGeom>
        </p:spPr>
        <p:style>
          <a:lnRef idx="2">
            <a:schemeClr val="accent5"/>
          </a:lnRef>
          <a:fillRef idx="1">
            <a:schemeClr val="lt1"/>
          </a:fillRef>
          <a:effectRef idx="0">
            <a:schemeClr val="accent5"/>
          </a:effectRef>
          <a:fontRef idx="minor">
            <a:schemeClr val="dk1"/>
          </a:fontRef>
        </p:style>
        <p:txBody>
          <a:bodyPr lIns="91440" tIns="45720" rIns="91440" bIns="45720" anchor="t"/>
          <a:lstStyle/>
          <a:p>
            <a:pPr algn="ctr" eaLnBrk="1" fontAlgn="auto" hangingPunct="1">
              <a:spcBef>
                <a:spcPct val="20000"/>
              </a:spcBef>
              <a:spcAft>
                <a:spcPts val="0"/>
              </a:spcAft>
              <a:defRPr/>
            </a:pPr>
            <a:endParaRPr lang="en-US" sz="2800" b="1">
              <a:solidFill>
                <a:schemeClr val="tx1"/>
              </a:solidFill>
              <a:latin typeface="Times New Roman" panose="02020603050405020304" pitchFamily="18" charset="0"/>
              <a:cs typeface="Times New Roman" panose="02020603050405020304" pitchFamily="18" charset="0"/>
            </a:endParaRPr>
          </a:p>
        </p:txBody>
      </p:sp>
      <p:pic>
        <p:nvPicPr>
          <p:cNvPr id="4102" name="Picture 3" descr="C:\Users\Manks\Downloads\128_calendar-schedule-credit-mortgage-date-512.png">
            <a:extLst>
              <a:ext uri="{FF2B5EF4-FFF2-40B4-BE49-F238E27FC236}">
                <a16:creationId xmlns:a16="http://schemas.microsoft.com/office/drawing/2014/main" id="{CA0D3890-6E94-408B-AEA3-82E0A52ACD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5943600"/>
            <a:ext cx="5334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Date Placeholder 8">
            <a:extLst>
              <a:ext uri="{FF2B5EF4-FFF2-40B4-BE49-F238E27FC236}">
                <a16:creationId xmlns:a16="http://schemas.microsoft.com/office/drawing/2014/main" id="{CABCCAD3-B415-4FA5-9D30-CCF6710C16AC}"/>
              </a:ext>
            </a:extLst>
          </p:cNvPr>
          <p:cNvSpPr>
            <a:spLocks noGrp="1"/>
          </p:cNvSpPr>
          <p:nvPr>
            <p:ph type="dt" sz="quarter" idx="10"/>
          </p:nvPr>
        </p:nvSpPr>
        <p:spPr>
          <a:xfrm>
            <a:off x="1905000" y="6492875"/>
            <a:ext cx="2133600" cy="365125"/>
          </a:xfrm>
        </p:spPr>
        <p:txBody>
          <a:bodyPr/>
          <a:lstStyle/>
          <a:p>
            <a:pPr>
              <a:defRPr/>
            </a:pPr>
            <a:fld id="{FEAB407A-415B-4E6B-8DD2-F1408A674D75}" type="datetime1">
              <a:rPr lang="en-US" smtClean="0"/>
              <a:pPr>
                <a:defRPr/>
              </a:pPr>
              <a:t>5/17/2022</a:t>
            </a:fld>
            <a:endParaRPr lang="en-US"/>
          </a:p>
        </p:txBody>
      </p:sp>
      <p:sp>
        <p:nvSpPr>
          <p:cNvPr id="4104" name="Slide Number Placeholder 9">
            <a:extLst>
              <a:ext uri="{FF2B5EF4-FFF2-40B4-BE49-F238E27FC236}">
                <a16:creationId xmlns:a16="http://schemas.microsoft.com/office/drawing/2014/main" id="{109B6EF9-A233-4AE9-A898-9C841EEFD7FD}"/>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D0578E42-B997-48C0-81FB-EEBE94F61594}" type="slidenum">
              <a:rPr lang="en-US" altLang="en-US" sz="1200">
                <a:solidFill>
                  <a:srgbClr val="898989"/>
                </a:solidFill>
              </a:rPr>
              <a:pPr>
                <a:spcBef>
                  <a:spcPct val="0"/>
                </a:spcBef>
                <a:buFontTx/>
                <a:buNone/>
              </a:pPr>
              <a:t>1</a:t>
            </a:fld>
            <a:endParaRPr lang="en-US" altLang="en-US" sz="1200">
              <a:solidFill>
                <a:srgbClr val="898989"/>
              </a:solidFill>
            </a:endParaRPr>
          </a:p>
        </p:txBody>
      </p:sp>
      <p:pic>
        <p:nvPicPr>
          <p:cNvPr id="4105" name="Picture 4" descr="C:\Users\Manks\Downloads\speak.png">
            <a:extLst>
              <a:ext uri="{FF2B5EF4-FFF2-40B4-BE49-F238E27FC236}">
                <a16:creationId xmlns:a16="http://schemas.microsoft.com/office/drawing/2014/main" id="{64165B91-C6EE-49B6-8BFF-9A5DA506733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58509" y="2490158"/>
            <a:ext cx="1524000" cy="152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Subtitle 2">
            <a:extLst>
              <a:ext uri="{FF2B5EF4-FFF2-40B4-BE49-F238E27FC236}">
                <a16:creationId xmlns:a16="http://schemas.microsoft.com/office/drawing/2014/main" id="{7ADF028F-634E-4F21-B5E2-E4C5495F69E4}"/>
              </a:ext>
            </a:extLst>
          </p:cNvPr>
          <p:cNvSpPr txBox="1">
            <a:spLocks/>
          </p:cNvSpPr>
          <p:nvPr/>
        </p:nvSpPr>
        <p:spPr>
          <a:xfrm>
            <a:off x="2610928" y="2986177"/>
            <a:ext cx="2014268" cy="533400"/>
          </a:xfrm>
          <a:prstGeom prst="rect">
            <a:avLst/>
          </a:prstGeom>
        </p:spPr>
        <p:style>
          <a:lnRef idx="2">
            <a:schemeClr val="accent5"/>
          </a:lnRef>
          <a:fillRef idx="1">
            <a:schemeClr val="lt1"/>
          </a:fillRef>
          <a:effectRef idx="0">
            <a:schemeClr val="accent5"/>
          </a:effectRef>
          <a:fontRef idx="minor">
            <a:schemeClr val="dk1"/>
          </a:fontRef>
        </p:style>
        <p:txBody>
          <a:bodyPr>
            <a:normAutofit/>
          </a:bodyPr>
          <a:lstStyle/>
          <a:p>
            <a:pPr algn="ctr" eaLnBrk="1" fontAlgn="auto" hangingPunct="1">
              <a:spcBef>
                <a:spcPct val="20000"/>
              </a:spcBef>
              <a:spcAft>
                <a:spcPts val="0"/>
              </a:spcAft>
              <a:defRPr/>
            </a:pPr>
            <a:r>
              <a:rPr lang="en-US" sz="2800" b="1">
                <a:solidFill>
                  <a:schemeClr val="tx1"/>
                </a:solidFill>
                <a:latin typeface="Times New Roman" panose="02020603050405020304" pitchFamily="18" charset="0"/>
                <a:cs typeface="Times New Roman" panose="02020603050405020304" pitchFamily="18" charset="0"/>
              </a:rPr>
              <a:t>Unit: 2</a:t>
            </a:r>
          </a:p>
        </p:txBody>
      </p:sp>
      <p:sp>
        <p:nvSpPr>
          <p:cNvPr id="13" name="Footer Placeholder 12">
            <a:extLst>
              <a:ext uri="{FF2B5EF4-FFF2-40B4-BE49-F238E27FC236}">
                <a16:creationId xmlns:a16="http://schemas.microsoft.com/office/drawing/2014/main" id="{1A521628-E667-4274-B31C-8168D6C1D441}"/>
              </a:ext>
            </a:extLst>
          </p:cNvPr>
          <p:cNvSpPr>
            <a:spLocks noGrp="1"/>
          </p:cNvSpPr>
          <p:nvPr>
            <p:ph type="ftr" sz="quarter" idx="11"/>
          </p:nvPr>
        </p:nvSpPr>
        <p:spPr>
          <a:xfrm>
            <a:off x="2971800" y="6248400"/>
            <a:ext cx="7010400" cy="365125"/>
          </a:xfrm>
        </p:spPr>
        <p:txBody>
          <a:bodyPr/>
          <a:lstStyle/>
          <a:p>
            <a:pPr>
              <a:defRPr/>
            </a:pPr>
            <a:r>
              <a:rPr lang="en-US"/>
              <a:t>(Programming in Advanced Python)                                 Unit No:2</a:t>
            </a:r>
          </a:p>
        </p:txBody>
      </p:sp>
      <p:sp>
        <p:nvSpPr>
          <p:cNvPr id="14" name="Subtitle 2">
            <a:extLst>
              <a:ext uri="{FF2B5EF4-FFF2-40B4-BE49-F238E27FC236}">
                <a16:creationId xmlns:a16="http://schemas.microsoft.com/office/drawing/2014/main" id="{3CBC2F5D-0BE5-4DCF-913B-F64829E70CC0}"/>
              </a:ext>
            </a:extLst>
          </p:cNvPr>
          <p:cNvSpPr txBox="1">
            <a:spLocks/>
          </p:cNvSpPr>
          <p:nvPr/>
        </p:nvSpPr>
        <p:spPr>
          <a:xfrm>
            <a:off x="1460740" y="3733800"/>
            <a:ext cx="4636697" cy="914400"/>
          </a:xfrm>
          <a:prstGeom prst="rect">
            <a:avLst/>
          </a:prstGeom>
        </p:spPr>
        <p:style>
          <a:lnRef idx="2">
            <a:schemeClr val="accent5"/>
          </a:lnRef>
          <a:fillRef idx="1">
            <a:schemeClr val="lt1"/>
          </a:fillRef>
          <a:effectRef idx="0">
            <a:schemeClr val="accent5"/>
          </a:effectRef>
          <a:fontRef idx="minor">
            <a:schemeClr val="dk1"/>
          </a:fontRef>
        </p:style>
        <p:txBody>
          <a:bodyPr/>
          <a:lstStyle/>
          <a:p>
            <a:pPr algn="ctr" eaLnBrk="1" fontAlgn="auto" hangingPunct="1">
              <a:spcBef>
                <a:spcPct val="20000"/>
              </a:spcBef>
              <a:spcAft>
                <a:spcPts val="0"/>
              </a:spcAft>
              <a:defRPr/>
            </a:pPr>
            <a:r>
              <a:rPr lang="en-US" sz="2800" b="1">
                <a:solidFill>
                  <a:schemeClr val="tx1"/>
                </a:solidFill>
                <a:latin typeface="Times New Roman" panose="02020603050405020304" pitchFamily="18" charset="0"/>
                <a:cs typeface="Times New Roman" panose="02020603050405020304" pitchFamily="18" charset="0"/>
              </a:rPr>
              <a:t>Problem Solving Using Advanced Python</a:t>
            </a:r>
          </a:p>
        </p:txBody>
      </p:sp>
      <p:sp>
        <p:nvSpPr>
          <p:cNvPr id="15" name="Subtitle 2">
            <a:extLst>
              <a:ext uri="{FF2B5EF4-FFF2-40B4-BE49-F238E27FC236}">
                <a16:creationId xmlns:a16="http://schemas.microsoft.com/office/drawing/2014/main" id="{CC35322B-371D-443C-BF9F-17D1E6792A61}"/>
              </a:ext>
            </a:extLst>
          </p:cNvPr>
          <p:cNvSpPr txBox="1">
            <a:spLocks/>
          </p:cNvSpPr>
          <p:nvPr/>
        </p:nvSpPr>
        <p:spPr>
          <a:xfrm>
            <a:off x="1460740" y="4876800"/>
            <a:ext cx="4636697" cy="958850"/>
          </a:xfrm>
          <a:prstGeom prst="rect">
            <a:avLst/>
          </a:prstGeom>
        </p:spPr>
        <p:style>
          <a:lnRef idx="2">
            <a:schemeClr val="accent5"/>
          </a:lnRef>
          <a:fillRef idx="1">
            <a:schemeClr val="lt1"/>
          </a:fillRef>
          <a:effectRef idx="0">
            <a:schemeClr val="accent5"/>
          </a:effectRef>
          <a:fontRef idx="minor">
            <a:schemeClr val="dk1"/>
          </a:fontRef>
        </p:style>
        <p:txBody>
          <a:bodyPr/>
          <a:lstStyle/>
          <a:p>
            <a:pPr algn="ctr" eaLnBrk="1" fontAlgn="auto" hangingPunct="1">
              <a:spcBef>
                <a:spcPct val="20000"/>
              </a:spcBef>
              <a:spcAft>
                <a:spcPts val="0"/>
              </a:spcAft>
              <a:defRPr/>
            </a:pPr>
            <a:r>
              <a:rPr lang="en-US" sz="2800" b="1">
                <a:solidFill>
                  <a:schemeClr val="tx1"/>
                </a:solidFill>
                <a:latin typeface="Times New Roman" panose="02020603050405020304" pitchFamily="18" charset="0"/>
                <a:cs typeface="Times New Roman" panose="02020603050405020304" pitchFamily="18" charset="0"/>
              </a:rPr>
              <a:t>Course Details</a:t>
            </a:r>
            <a:br>
              <a:rPr lang="en-US" sz="2800" b="1">
                <a:solidFill>
                  <a:schemeClr val="tx1"/>
                </a:solidFill>
                <a:latin typeface="Times New Roman" panose="02020603050405020304" pitchFamily="18" charset="0"/>
                <a:cs typeface="Times New Roman" panose="02020603050405020304" pitchFamily="18" charset="0"/>
              </a:rPr>
            </a:br>
            <a:r>
              <a:rPr lang="en-US" sz="2800" b="1">
                <a:solidFill>
                  <a:schemeClr val="tx1"/>
                </a:solidFill>
                <a:latin typeface="Times New Roman" panose="02020603050405020304" pitchFamily="18" charset="0"/>
                <a:cs typeface="Times New Roman" panose="02020603050405020304" pitchFamily="18" charset="0"/>
              </a:rPr>
              <a:t>(B Tech 2</a:t>
            </a:r>
            <a:r>
              <a:rPr lang="en-US" sz="2800" b="1" baseline="30000">
                <a:solidFill>
                  <a:schemeClr val="tx1"/>
                </a:solidFill>
                <a:latin typeface="Times New Roman" panose="02020603050405020304" pitchFamily="18" charset="0"/>
                <a:cs typeface="Times New Roman" panose="02020603050405020304" pitchFamily="18" charset="0"/>
              </a:rPr>
              <a:t>nd</a:t>
            </a:r>
            <a:r>
              <a:rPr lang="en-US" sz="2800" b="1">
                <a:solidFill>
                  <a:schemeClr val="tx1"/>
                </a:solidFill>
                <a:latin typeface="Times New Roman" panose="02020603050405020304" pitchFamily="18" charset="0"/>
                <a:cs typeface="Times New Roman" panose="02020603050405020304" pitchFamily="18" charset="0"/>
              </a:rPr>
              <a:t> Sem /1</a:t>
            </a:r>
            <a:r>
              <a:rPr lang="en-US" sz="2800" b="1" baseline="30000">
                <a:solidFill>
                  <a:schemeClr val="tx1"/>
                </a:solidFill>
                <a:latin typeface="Times New Roman" panose="02020603050405020304" pitchFamily="18" charset="0"/>
                <a:cs typeface="Times New Roman" panose="02020603050405020304" pitchFamily="18" charset="0"/>
              </a:rPr>
              <a:t>st</a:t>
            </a:r>
            <a:r>
              <a:rPr lang="en-US" sz="2800" b="1">
                <a:solidFill>
                  <a:schemeClr val="tx1"/>
                </a:solidFill>
                <a:latin typeface="Times New Roman" panose="02020603050405020304" pitchFamily="18" charset="0"/>
                <a:cs typeface="Times New Roman" panose="02020603050405020304" pitchFamily="18" charset="0"/>
              </a:rPr>
              <a:t> Year)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Content Placeholder 2">
            <a:extLst>
              <a:ext uri="{FF2B5EF4-FFF2-40B4-BE49-F238E27FC236}">
                <a16:creationId xmlns:a16="http://schemas.microsoft.com/office/drawing/2014/main" id="{F933EA2E-797C-4D95-9746-5C074C4DA977}"/>
              </a:ext>
            </a:extLst>
          </p:cNvPr>
          <p:cNvSpPr>
            <a:spLocks noGrp="1"/>
          </p:cNvSpPr>
          <p:nvPr>
            <p:ph idx="1"/>
          </p:nvPr>
        </p:nvSpPr>
        <p:spPr>
          <a:xfrm>
            <a:off x="1610264" y="1143000"/>
            <a:ext cx="10429336" cy="638355"/>
          </a:xfrm>
        </p:spPr>
        <p:txBody>
          <a:bodyPr/>
          <a:lstStyle/>
          <a:p>
            <a:pPr marL="0" indent="0" eaLnBrk="1" hangingPunct="1">
              <a:buNone/>
            </a:pPr>
            <a:endParaRPr lang="en-US" altLang="en-US" sz="2800">
              <a:latin typeface="Times New Roman" panose="02020603050405020304" pitchFamily="18" charset="0"/>
              <a:cs typeface="Times New Roman" panose="02020603050405020304" pitchFamily="18" charset="0"/>
            </a:endParaRPr>
          </a:p>
          <a:p>
            <a:pPr marL="0" indent="0" eaLnBrk="1" hangingPunct="1">
              <a:buNone/>
            </a:pPr>
            <a:endParaRPr lang="en-US" altLang="en-US" sz="2800">
              <a:latin typeface="Times New Roman" panose="02020603050405020304" pitchFamily="18" charset="0"/>
              <a:cs typeface="Times New Roman" panose="02020603050405020304" pitchFamily="18" charset="0"/>
            </a:endParaRPr>
          </a:p>
        </p:txBody>
      </p:sp>
      <p:sp>
        <p:nvSpPr>
          <p:cNvPr id="6" name="Date Placeholder 5">
            <a:extLst>
              <a:ext uri="{FF2B5EF4-FFF2-40B4-BE49-F238E27FC236}">
                <a16:creationId xmlns:a16="http://schemas.microsoft.com/office/drawing/2014/main" id="{628C956B-8729-4582-B5BA-4A891243BB8D}"/>
              </a:ext>
            </a:extLst>
          </p:cNvPr>
          <p:cNvSpPr>
            <a:spLocks noGrp="1"/>
          </p:cNvSpPr>
          <p:nvPr>
            <p:ph type="dt" sz="quarter" idx="10"/>
          </p:nvPr>
        </p:nvSpPr>
        <p:spPr/>
        <p:txBody>
          <a:bodyPr/>
          <a:lstStyle/>
          <a:p>
            <a:pPr>
              <a:defRPr/>
            </a:pPr>
            <a:fld id="{F14BA79A-8809-4E9A-A1E5-EF116F899BF8}" type="datetime1">
              <a:rPr lang="en-US" smtClean="0"/>
              <a:pPr>
                <a:defRPr/>
              </a:pPr>
              <a:t>5/17/2022</a:t>
            </a:fld>
            <a:endParaRPr lang="en-US"/>
          </a:p>
        </p:txBody>
      </p:sp>
      <p:sp>
        <p:nvSpPr>
          <p:cNvPr id="6148" name="Slide Number Placeholder 6">
            <a:extLst>
              <a:ext uri="{FF2B5EF4-FFF2-40B4-BE49-F238E27FC236}">
                <a16:creationId xmlns:a16="http://schemas.microsoft.com/office/drawing/2014/main" id="{32DCEC23-5F32-49D4-A31E-83D040A9EE68}"/>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F87FA41C-2AB6-4711-8F01-7925D8DD2E82}" type="slidenum">
              <a:rPr lang="en-US" altLang="en-US" sz="1200">
                <a:solidFill>
                  <a:srgbClr val="898989"/>
                </a:solidFill>
              </a:rPr>
              <a:pPr>
                <a:spcBef>
                  <a:spcPct val="0"/>
                </a:spcBef>
                <a:buFontTx/>
                <a:buNone/>
              </a:pPr>
              <a:t>2</a:t>
            </a:fld>
            <a:endParaRPr lang="en-US" altLang="en-US" sz="1200">
              <a:solidFill>
                <a:srgbClr val="898989"/>
              </a:solidFill>
            </a:endParaRPr>
          </a:p>
        </p:txBody>
      </p:sp>
      <p:sp>
        <p:nvSpPr>
          <p:cNvPr id="8" name="Title 1">
            <a:extLst>
              <a:ext uri="{FF2B5EF4-FFF2-40B4-BE49-F238E27FC236}">
                <a16:creationId xmlns:a16="http://schemas.microsoft.com/office/drawing/2014/main" id="{88596697-AA93-4BC1-A323-EFBE5BB666AE}"/>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US" sz="3200" b="1">
                <a:latin typeface="Times New Roman" panose="02020603050405020304" pitchFamily="18" charset="0"/>
                <a:cs typeface="Times New Roman" panose="02020603050405020304" pitchFamily="18" charset="0"/>
              </a:rPr>
              <a:t>CONTENTS</a:t>
            </a:r>
          </a:p>
        </p:txBody>
      </p:sp>
      <p:sp>
        <p:nvSpPr>
          <p:cNvPr id="10" name="Footer Placeholder 9">
            <a:extLst>
              <a:ext uri="{FF2B5EF4-FFF2-40B4-BE49-F238E27FC236}">
                <a16:creationId xmlns:a16="http://schemas.microsoft.com/office/drawing/2014/main" id="{73D3DD86-2E93-4388-ACA6-0166046418EC}"/>
              </a:ext>
            </a:extLst>
          </p:cNvPr>
          <p:cNvSpPr>
            <a:spLocks noGrp="1"/>
          </p:cNvSpPr>
          <p:nvPr>
            <p:ph type="ftr" sz="quarter" idx="11"/>
          </p:nvPr>
        </p:nvSpPr>
        <p:spPr>
          <a:xfrm>
            <a:off x="3124200" y="6356350"/>
            <a:ext cx="6705600" cy="365125"/>
          </a:xfrm>
        </p:spPr>
        <p:txBody>
          <a:bodyPr/>
          <a:lstStyle/>
          <a:p>
            <a:pPr>
              <a:defRPr/>
            </a:pPr>
            <a:r>
              <a:rPr lang="en-US"/>
              <a:t>(Programming in Advanced Python)                                 Unit No:2</a:t>
            </a:r>
          </a:p>
        </p:txBody>
      </p:sp>
      <p:sp>
        <p:nvSpPr>
          <p:cNvPr id="2" name="TextBox 1">
            <a:extLst>
              <a:ext uri="{FF2B5EF4-FFF2-40B4-BE49-F238E27FC236}">
                <a16:creationId xmlns:a16="http://schemas.microsoft.com/office/drawing/2014/main" id="{6B9B4A9A-60F1-4E8E-BFDD-AE094182A255}"/>
              </a:ext>
            </a:extLst>
          </p:cNvPr>
          <p:cNvSpPr txBox="1"/>
          <p:nvPr/>
        </p:nvSpPr>
        <p:spPr>
          <a:xfrm>
            <a:off x="1604513" y="1662022"/>
            <a:ext cx="8867954" cy="8556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spcBef>
                <a:spcPct val="20000"/>
              </a:spcBef>
              <a:buFont typeface="Arial"/>
              <a:buChar char="•"/>
            </a:pPr>
            <a:r>
              <a:rPr lang="en-US" sz="2800">
                <a:latin typeface="Times New Roman"/>
                <a:cs typeface="Times New Roman"/>
              </a:rPr>
              <a:t>Inheritance</a:t>
            </a:r>
            <a:endParaRPr lang="en-US" sz="2800"/>
          </a:p>
          <a:p>
            <a:pPr>
              <a:spcBef>
                <a:spcPct val="20000"/>
              </a:spcBef>
            </a:pPr>
            <a:endParaRPr lang="en-IN">
              <a:latin typeface="Times New Roman"/>
              <a:cs typeface="Times New Roman"/>
            </a:endParaRPr>
          </a:p>
        </p:txBody>
      </p:sp>
      <p:sp>
        <p:nvSpPr>
          <p:cNvPr id="3" name="TextBox 2">
            <a:extLst>
              <a:ext uri="{FF2B5EF4-FFF2-40B4-BE49-F238E27FC236}">
                <a16:creationId xmlns:a16="http://schemas.microsoft.com/office/drawing/2014/main" id="{C8DF33F5-92D5-4491-93E3-20AE97C61C6B}"/>
              </a:ext>
            </a:extLst>
          </p:cNvPr>
          <p:cNvSpPr txBox="1"/>
          <p:nvPr/>
        </p:nvSpPr>
        <p:spPr>
          <a:xfrm>
            <a:off x="1603615" y="2193087"/>
            <a:ext cx="8249727" cy="8556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spcBef>
                <a:spcPct val="20000"/>
              </a:spcBef>
              <a:buFont typeface="Arial,Sans-Serif"/>
              <a:buChar char="•"/>
            </a:pPr>
            <a:r>
              <a:rPr lang="en-IN" sz="2800">
                <a:latin typeface="Times New Roman"/>
                <a:cs typeface="Times New Roman"/>
              </a:rPr>
              <a:t>Types of Inheritance</a:t>
            </a:r>
            <a:endParaRPr lang="en-US" sz="2800">
              <a:latin typeface="Arial"/>
              <a:cs typeface="Arial"/>
            </a:endParaRPr>
          </a:p>
          <a:p>
            <a:pPr>
              <a:spcBef>
                <a:spcPct val="20000"/>
              </a:spcBef>
            </a:pPr>
            <a:endParaRPr lang="en-IN">
              <a:latin typeface="Times New Roman"/>
              <a:cs typeface="Times New Roman"/>
            </a:endParaRPr>
          </a:p>
        </p:txBody>
      </p:sp>
      <p:sp>
        <p:nvSpPr>
          <p:cNvPr id="4" name="TextBox 3">
            <a:extLst>
              <a:ext uri="{FF2B5EF4-FFF2-40B4-BE49-F238E27FC236}">
                <a16:creationId xmlns:a16="http://schemas.microsoft.com/office/drawing/2014/main" id="{68C32A2C-6031-453B-BEF0-DBCEE459C7B0}"/>
              </a:ext>
            </a:extLst>
          </p:cNvPr>
          <p:cNvSpPr txBox="1"/>
          <p:nvPr/>
        </p:nvSpPr>
        <p:spPr>
          <a:xfrm>
            <a:off x="1588339" y="2781660"/>
            <a:ext cx="6093124" cy="8556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spcBef>
                <a:spcPct val="20000"/>
              </a:spcBef>
              <a:buFont typeface="Arial,Sans-Serif"/>
              <a:buChar char="•"/>
            </a:pPr>
            <a:r>
              <a:rPr lang="en-IN" sz="2800">
                <a:latin typeface="Times New Roman"/>
                <a:cs typeface="Times New Roman"/>
              </a:rPr>
              <a:t>Invoking the parent Class Method</a:t>
            </a:r>
            <a:endParaRPr lang="en-US" sz="2800">
              <a:latin typeface="Arial"/>
              <a:cs typeface="Arial"/>
            </a:endParaRPr>
          </a:p>
          <a:p>
            <a:pPr>
              <a:spcBef>
                <a:spcPct val="20000"/>
              </a:spcBef>
            </a:pPr>
            <a:endParaRPr lang="en-IN">
              <a:latin typeface="Times New Roman"/>
              <a:cs typeface="Times New Roman"/>
            </a:endParaRPr>
          </a:p>
        </p:txBody>
      </p:sp>
      <p:sp>
        <p:nvSpPr>
          <p:cNvPr id="5" name="TextBox 4">
            <a:extLst>
              <a:ext uri="{FF2B5EF4-FFF2-40B4-BE49-F238E27FC236}">
                <a16:creationId xmlns:a16="http://schemas.microsoft.com/office/drawing/2014/main" id="{243D2204-2149-40D9-A4B5-0F9C3F6538A1}"/>
              </a:ext>
            </a:extLst>
          </p:cNvPr>
          <p:cNvSpPr txBox="1"/>
          <p:nvPr/>
        </p:nvSpPr>
        <p:spPr>
          <a:xfrm>
            <a:off x="1601818" y="3312723"/>
            <a:ext cx="9845613" cy="20744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spcBef>
                <a:spcPct val="20000"/>
              </a:spcBef>
              <a:buFont typeface="Arial,Sans-Serif"/>
              <a:buChar char="•"/>
            </a:pPr>
            <a:r>
              <a:rPr lang="en-IN" sz="2800" dirty="0">
                <a:latin typeface="Times New Roman"/>
                <a:cs typeface="Times New Roman"/>
              </a:rPr>
              <a:t>Method Overriding</a:t>
            </a:r>
            <a:endParaRPr lang="en-US" sz="2800" dirty="0">
              <a:latin typeface="Arial"/>
              <a:cs typeface="Arial"/>
            </a:endParaRPr>
          </a:p>
          <a:p>
            <a:pPr marL="285750" indent="-285750">
              <a:spcBef>
                <a:spcPct val="20000"/>
              </a:spcBef>
              <a:buFont typeface="Arial,Sans-Serif"/>
              <a:buChar char="•"/>
            </a:pPr>
            <a:r>
              <a:rPr lang="en-IN" sz="2800" dirty="0">
                <a:latin typeface="Times New Roman"/>
                <a:cs typeface="Times New Roman"/>
              </a:rPr>
              <a:t>Abstract Class, Duck Typing</a:t>
            </a:r>
            <a:endParaRPr lang="en-US" sz="2800" dirty="0">
              <a:latin typeface="Arial"/>
              <a:cs typeface="Arial"/>
            </a:endParaRPr>
          </a:p>
          <a:p>
            <a:pPr marL="285750" indent="-285750">
              <a:spcBef>
                <a:spcPct val="20000"/>
              </a:spcBef>
              <a:buFont typeface="Arial,Sans-Serif"/>
              <a:buChar char="•"/>
            </a:pPr>
            <a:r>
              <a:rPr lang="en-IN" sz="2800" dirty="0">
                <a:latin typeface="Times New Roman"/>
                <a:cs typeface="Times New Roman"/>
              </a:rPr>
              <a:t>MRO &amp; Super(), </a:t>
            </a:r>
            <a:r>
              <a:rPr lang="en-IN" sz="2800" dirty="0" err="1">
                <a:latin typeface="Times New Roman"/>
                <a:cs typeface="Times New Roman"/>
              </a:rPr>
              <a:t>Specilization</a:t>
            </a:r>
            <a:r>
              <a:rPr lang="en-IN" sz="2800" dirty="0">
                <a:latin typeface="Times New Roman"/>
                <a:cs typeface="Times New Roman"/>
              </a:rPr>
              <a:t> </a:t>
            </a:r>
            <a:r>
              <a:rPr lang="en-IN" sz="2800" dirty="0" err="1">
                <a:latin typeface="Times New Roman"/>
                <a:cs typeface="Times New Roman"/>
              </a:rPr>
              <a:t>vs</a:t>
            </a:r>
            <a:r>
              <a:rPr lang="en-IN" sz="2800" dirty="0">
                <a:latin typeface="Times New Roman"/>
                <a:cs typeface="Times New Roman"/>
              </a:rPr>
              <a:t> Generalization, Containership</a:t>
            </a:r>
            <a:endParaRPr lang="en-US" sz="2800" dirty="0">
              <a:latin typeface="Arial"/>
              <a:cs typeface="Arial"/>
            </a:endParaRPr>
          </a:p>
          <a:p>
            <a:pPr marL="285750" indent="-285750">
              <a:spcBef>
                <a:spcPct val="20000"/>
              </a:spcBef>
              <a:buFont typeface="Arial,Sans-Serif"/>
              <a:buChar char="•"/>
            </a:pPr>
            <a:r>
              <a:rPr lang="en-IN" sz="2800" dirty="0">
                <a:latin typeface="Times New Roman"/>
                <a:cs typeface="Times New Roman"/>
              </a:rPr>
              <a:t>Polymorphism, Method Overloading, Operator overloading</a:t>
            </a:r>
            <a:endParaRPr lang="en-US" sz="2800" dirty="0"/>
          </a:p>
        </p:txBody>
      </p:sp>
      <p:sp>
        <p:nvSpPr>
          <p:cNvPr id="7" name="TextBox 6">
            <a:extLst>
              <a:ext uri="{FF2B5EF4-FFF2-40B4-BE49-F238E27FC236}">
                <a16:creationId xmlns:a16="http://schemas.microsoft.com/office/drawing/2014/main" id="{5BD3F4B6-0529-49A2-9119-CCA204BF414E}"/>
              </a:ext>
            </a:extLst>
          </p:cNvPr>
          <p:cNvSpPr txBox="1"/>
          <p:nvPr/>
        </p:nvSpPr>
        <p:spPr>
          <a:xfrm>
            <a:off x="1658429" y="5310277"/>
            <a:ext cx="9845614" cy="131728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spcBef>
                <a:spcPct val="20000"/>
              </a:spcBef>
              <a:buFont typeface="Arial,Sans-Serif"/>
              <a:buChar char="•"/>
            </a:pPr>
            <a:r>
              <a:rPr lang="en-IN" sz="2800">
                <a:latin typeface="Times New Roman"/>
                <a:cs typeface="Times New Roman"/>
              </a:rPr>
              <a:t>Introspection: Introspection types , Introspection objects </a:t>
            </a:r>
            <a:endParaRPr lang="en-US" sz="2800">
              <a:latin typeface="Arial"/>
              <a:cs typeface="Arial"/>
            </a:endParaRPr>
          </a:p>
          <a:p>
            <a:pPr marL="285750" indent="-285750">
              <a:spcBef>
                <a:spcPct val="20000"/>
              </a:spcBef>
              <a:buFont typeface="Arial,Sans-Serif"/>
              <a:buChar char="•"/>
            </a:pPr>
            <a:r>
              <a:rPr lang="en-IN" sz="2800">
                <a:latin typeface="Times New Roman"/>
                <a:cs typeface="Times New Roman"/>
              </a:rPr>
              <a:t>Introspection scopes, Inspect modules, Introspect tools</a:t>
            </a:r>
            <a:endParaRPr lang="en-US" sz="2800">
              <a:latin typeface="Arial"/>
              <a:cs typeface="Arial"/>
            </a:endParaRPr>
          </a:p>
          <a:p>
            <a:pPr algn="l"/>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nodePh="1">
                                  <p:stCondLst>
                                    <p:cond delay="0"/>
                                  </p:stCondLst>
                                  <p:endCondLst>
                                    <p:cond evt="begin" delay="0">
                                      <p:tn val="5"/>
                                    </p:cond>
                                  </p:endCondLst>
                                  <p:childTnLst>
                                    <p:set>
                                      <p:cBhvr>
                                        <p:cTn id="6" dur="1" fill="hold">
                                          <p:stCondLst>
                                            <p:cond delay="0"/>
                                          </p:stCondLst>
                                        </p:cTn>
                                        <p:tgtEl>
                                          <p:spTgt spid="3074"/>
                                        </p:tgtEl>
                                        <p:attrNameLst>
                                          <p:attrName>style.visibility</p:attrName>
                                        </p:attrNameLst>
                                      </p:cBhvr>
                                      <p:to>
                                        <p:strVal val="visible"/>
                                      </p:to>
                                    </p:set>
                                    <p:anim calcmode="lin" valueType="num">
                                      <p:cBhvr additive="base">
                                        <p:cTn id="7" dur="500" fill="hold"/>
                                        <p:tgtEl>
                                          <p:spTgt spid="3074"/>
                                        </p:tgtEl>
                                        <p:attrNameLst>
                                          <p:attrName>ppt_x</p:attrName>
                                        </p:attrNameLst>
                                      </p:cBhvr>
                                      <p:tavLst>
                                        <p:tav tm="0">
                                          <p:val>
                                            <p:strVal val="#ppt_x"/>
                                          </p:val>
                                        </p:tav>
                                        <p:tav tm="100000">
                                          <p:val>
                                            <p:strVal val="#ppt_x"/>
                                          </p:val>
                                        </p:tav>
                                      </p:tavLst>
                                    </p:anim>
                                    <p:anim calcmode="lin" valueType="num">
                                      <p:cBhvr additive="base">
                                        <p:cTn id="8" dur="500" fill="hold"/>
                                        <p:tgtEl>
                                          <p:spTgt spid="307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ppt_x"/>
                                          </p:val>
                                        </p:tav>
                                        <p:tav tm="100000">
                                          <p:val>
                                            <p:strVal val="#ppt_x"/>
                                          </p:val>
                                        </p:tav>
                                      </p:tavLst>
                                    </p:anim>
                                    <p:anim calcmode="lin" valueType="num">
                                      <p:cBhvr additive="base">
                                        <p:cTn id="2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additive="base">
                                        <p:cTn id="25" dur="500" fill="hold"/>
                                        <p:tgtEl>
                                          <p:spTgt spid="4"/>
                                        </p:tgtEl>
                                        <p:attrNameLst>
                                          <p:attrName>ppt_x</p:attrName>
                                        </p:attrNameLst>
                                      </p:cBhvr>
                                      <p:tavLst>
                                        <p:tav tm="0">
                                          <p:val>
                                            <p:strVal val="#ppt_x"/>
                                          </p:val>
                                        </p:tav>
                                        <p:tav tm="100000">
                                          <p:val>
                                            <p:strVal val="#ppt_x"/>
                                          </p:val>
                                        </p:tav>
                                      </p:tavLst>
                                    </p:anim>
                                    <p:anim calcmode="lin" valueType="num">
                                      <p:cBhvr additive="base">
                                        <p:cTn id="2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anim calcmode="lin" valueType="num">
                                      <p:cBhvr additive="base">
                                        <p:cTn id="31" dur="500" fill="hold"/>
                                        <p:tgtEl>
                                          <p:spTgt spid="5"/>
                                        </p:tgtEl>
                                        <p:attrNameLst>
                                          <p:attrName>ppt_x</p:attrName>
                                        </p:attrNameLst>
                                      </p:cBhvr>
                                      <p:tavLst>
                                        <p:tav tm="0">
                                          <p:val>
                                            <p:strVal val="#ppt_x"/>
                                          </p:val>
                                        </p:tav>
                                        <p:tav tm="100000">
                                          <p:val>
                                            <p:strVal val="#ppt_x"/>
                                          </p:val>
                                        </p:tav>
                                      </p:tavLst>
                                    </p:anim>
                                    <p:anim calcmode="lin" valueType="num">
                                      <p:cBhvr additive="base">
                                        <p:cTn id="3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7"/>
                                        </p:tgtEl>
                                        <p:attrNameLst>
                                          <p:attrName>style.visibility</p:attrName>
                                        </p:attrNameLst>
                                      </p:cBhvr>
                                      <p:to>
                                        <p:strVal val="visible"/>
                                      </p:to>
                                    </p:set>
                                    <p:anim calcmode="lin" valueType="num">
                                      <p:cBhvr additive="base">
                                        <p:cTn id="37" dur="500" fill="hold"/>
                                        <p:tgtEl>
                                          <p:spTgt spid="7"/>
                                        </p:tgtEl>
                                        <p:attrNameLst>
                                          <p:attrName>ppt_x</p:attrName>
                                        </p:attrNameLst>
                                      </p:cBhvr>
                                      <p:tavLst>
                                        <p:tav tm="0">
                                          <p:val>
                                            <p:strVal val="#ppt_x"/>
                                          </p:val>
                                        </p:tav>
                                        <p:tav tm="100000">
                                          <p:val>
                                            <p:strVal val="#ppt_x"/>
                                          </p:val>
                                        </p:tav>
                                      </p:tavLst>
                                    </p:anim>
                                    <p:anim calcmode="lin" valueType="num">
                                      <p:cBhvr additive="base">
                                        <p:cTn id="3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4" grpId="0"/>
      <p:bldP spid="2" grpId="0"/>
      <p:bldP spid="3" grpId="0"/>
      <p:bldP spid="4" grpId="0"/>
      <p:bldP spid="5" grpId="0"/>
      <p:bldP spid="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Content Placeholder 2">
            <a:extLst>
              <a:ext uri="{FF2B5EF4-FFF2-40B4-BE49-F238E27FC236}">
                <a16:creationId xmlns:a16="http://schemas.microsoft.com/office/drawing/2014/main" id="{1E60785F-F30F-4AE8-9E0E-B860CE73D989}"/>
              </a:ext>
            </a:extLst>
          </p:cNvPr>
          <p:cNvSpPr>
            <a:spLocks noGrp="1"/>
          </p:cNvSpPr>
          <p:nvPr>
            <p:ph idx="1"/>
          </p:nvPr>
        </p:nvSpPr>
        <p:spPr>
          <a:xfrm>
            <a:off x="1600200" y="1143000"/>
            <a:ext cx="10210800" cy="5105400"/>
          </a:xfrm>
        </p:spPr>
        <p:txBody>
          <a:bodyPr/>
          <a:lstStyle/>
          <a:p>
            <a:pPr marL="0" indent="0" algn="just" eaLnBrk="1" hangingPunct="1">
              <a:buFont typeface="Arial" panose="020B0604020202020204" pitchFamily="34" charset="0"/>
              <a:buNone/>
              <a:defRPr/>
            </a:pPr>
            <a:r>
              <a:rPr lang="en-US" altLang="en-US" sz="2800" b="1">
                <a:latin typeface="Times New Roman" panose="02020603050405020304" pitchFamily="18" charset="0"/>
                <a:cs typeface="Times New Roman" panose="02020603050405020304" pitchFamily="18" charset="0"/>
              </a:rPr>
              <a:t>After you have read and studied this module, you should be able to:</a:t>
            </a:r>
          </a:p>
          <a:p>
            <a:pPr lvl="1" algn="just">
              <a:defRPr/>
            </a:pPr>
            <a:endParaRPr lang="en-IN" altLang="en-US" sz="2000"/>
          </a:p>
          <a:p>
            <a:pPr lvl="1" algn="just" eaLnBrk="1" hangingPunct="1">
              <a:defRPr/>
            </a:pPr>
            <a:endParaRPr lang="en-US" altLang="en-US" sz="2000"/>
          </a:p>
          <a:p>
            <a:pPr eaLnBrk="1" hangingPunct="1">
              <a:defRPr/>
            </a:pPr>
            <a:endParaRPr lang="en-US" altLang="en-US" sz="2400"/>
          </a:p>
        </p:txBody>
      </p:sp>
      <p:sp>
        <p:nvSpPr>
          <p:cNvPr id="4" name="Date Placeholder 3">
            <a:extLst>
              <a:ext uri="{FF2B5EF4-FFF2-40B4-BE49-F238E27FC236}">
                <a16:creationId xmlns:a16="http://schemas.microsoft.com/office/drawing/2014/main" id="{268D138A-3583-4393-8627-22ACDEDE5AA9}"/>
              </a:ext>
            </a:extLst>
          </p:cNvPr>
          <p:cNvSpPr>
            <a:spLocks noGrp="1"/>
          </p:cNvSpPr>
          <p:nvPr>
            <p:ph type="dt" sz="quarter" idx="10"/>
          </p:nvPr>
        </p:nvSpPr>
        <p:spPr/>
        <p:txBody>
          <a:bodyPr/>
          <a:lstStyle/>
          <a:p>
            <a:pPr>
              <a:defRPr/>
            </a:pPr>
            <a:fld id="{D4C75B17-5A33-41E0-A7A3-699A4BD52F47}" type="datetime1">
              <a:rPr lang="en-US" smtClean="0"/>
              <a:pPr>
                <a:defRPr/>
              </a:pPr>
              <a:t>5/17/2022</a:t>
            </a:fld>
            <a:endParaRPr lang="en-US"/>
          </a:p>
        </p:txBody>
      </p:sp>
      <p:sp>
        <p:nvSpPr>
          <p:cNvPr id="5" name="Footer Placeholder 4">
            <a:extLst>
              <a:ext uri="{FF2B5EF4-FFF2-40B4-BE49-F238E27FC236}">
                <a16:creationId xmlns:a16="http://schemas.microsoft.com/office/drawing/2014/main" id="{E3A6F3FC-33AC-4C53-8F23-B5F43ADF7BF9}"/>
              </a:ext>
            </a:extLst>
          </p:cNvPr>
          <p:cNvSpPr>
            <a:spLocks noGrp="1"/>
          </p:cNvSpPr>
          <p:nvPr>
            <p:ph type="ftr" sz="quarter" idx="11"/>
          </p:nvPr>
        </p:nvSpPr>
        <p:spPr>
          <a:xfrm>
            <a:off x="2971800" y="6248400"/>
            <a:ext cx="6781800" cy="365125"/>
          </a:xfrm>
        </p:spPr>
        <p:txBody>
          <a:bodyPr/>
          <a:lstStyle/>
          <a:p>
            <a:pPr>
              <a:defRPr/>
            </a:pPr>
            <a:r>
              <a:rPr lang="en-US"/>
              <a:t>(Programming in Advanced Python)                                 Unit No:2</a:t>
            </a:r>
          </a:p>
        </p:txBody>
      </p:sp>
      <p:sp>
        <p:nvSpPr>
          <p:cNvPr id="8197" name="Slide Number Placeholder 5">
            <a:extLst>
              <a:ext uri="{FF2B5EF4-FFF2-40B4-BE49-F238E27FC236}">
                <a16:creationId xmlns:a16="http://schemas.microsoft.com/office/drawing/2014/main" id="{1A1FAFD2-A4F5-4B94-8B4B-A95F22DB3121}"/>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27AAAD32-521E-4A78-9A00-0CA1AC4A4EB0}" type="slidenum">
              <a:rPr lang="en-US" altLang="en-US" sz="1200">
                <a:solidFill>
                  <a:srgbClr val="898989"/>
                </a:solidFill>
              </a:rPr>
              <a:pPr>
                <a:spcBef>
                  <a:spcPct val="0"/>
                </a:spcBef>
                <a:buFontTx/>
                <a:buNone/>
              </a:pPr>
              <a:t>3</a:t>
            </a:fld>
            <a:endParaRPr lang="en-US" altLang="en-US" sz="1200">
              <a:solidFill>
                <a:srgbClr val="898989"/>
              </a:solidFill>
            </a:endParaRPr>
          </a:p>
        </p:txBody>
      </p:sp>
      <p:sp>
        <p:nvSpPr>
          <p:cNvPr id="7" name="Title 1">
            <a:extLst>
              <a:ext uri="{FF2B5EF4-FFF2-40B4-BE49-F238E27FC236}">
                <a16:creationId xmlns:a16="http://schemas.microsoft.com/office/drawing/2014/main" id="{87C05600-521D-4600-80E5-1E8D83DAD0D5}"/>
              </a:ext>
            </a:extLst>
          </p:cNvPr>
          <p:cNvSpPr txBox="1">
            <a:spLocks/>
          </p:cNvSpPr>
          <p:nvPr/>
        </p:nvSpPr>
        <p:spPr>
          <a:xfrm>
            <a:off x="1616075" y="0"/>
            <a:ext cx="10575925"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US" sz="3200" b="1">
                <a:latin typeface="Times New Roman" panose="02020603050405020304" pitchFamily="18" charset="0"/>
                <a:cs typeface="Times New Roman" panose="02020603050405020304" pitchFamily="18" charset="0"/>
              </a:rPr>
              <a:t>COURSE OBJECTIVES</a:t>
            </a:r>
          </a:p>
        </p:txBody>
      </p:sp>
      <p:graphicFrame>
        <p:nvGraphicFramePr>
          <p:cNvPr id="8" name="Table 7">
            <a:extLst>
              <a:ext uri="{FF2B5EF4-FFF2-40B4-BE49-F238E27FC236}">
                <a16:creationId xmlns:a16="http://schemas.microsoft.com/office/drawing/2014/main" id="{0F0E15FE-5A86-4404-8315-13C179523273}"/>
              </a:ext>
            </a:extLst>
          </p:cNvPr>
          <p:cNvGraphicFramePr>
            <a:graphicFrameLocks noGrp="1"/>
          </p:cNvGraphicFramePr>
          <p:nvPr>
            <p:extLst>
              <p:ext uri="{D42A27DB-BD31-4B8C-83A1-F6EECF244321}">
                <p14:modId xmlns:p14="http://schemas.microsoft.com/office/powerpoint/2010/main" val="69236186"/>
              </p:ext>
            </p:extLst>
          </p:nvPr>
        </p:nvGraphicFramePr>
        <p:xfrm>
          <a:off x="1600200" y="2057400"/>
          <a:ext cx="10058400" cy="3151117"/>
        </p:xfrm>
        <a:graphic>
          <a:graphicData uri="http://schemas.openxmlformats.org/drawingml/2006/table">
            <a:tbl>
              <a:tblPr firstRow="1" firstCol="1" bandRow="1">
                <a:tableStyleId>{2D5ABB26-0587-4C30-8999-92F81FD0307C}</a:tableStyleId>
              </a:tblPr>
              <a:tblGrid>
                <a:gridCol w="10058400">
                  <a:extLst>
                    <a:ext uri="{9D8B030D-6E8A-4147-A177-3AD203B41FA5}">
                      <a16:colId xmlns:a16="http://schemas.microsoft.com/office/drawing/2014/main" val="3810028481"/>
                    </a:ext>
                  </a:extLst>
                </a:gridCol>
              </a:tblGrid>
              <a:tr h="457691">
                <a:tc>
                  <a:txBody>
                    <a:bodyPr/>
                    <a:lstStyle/>
                    <a:p>
                      <a:pPr marL="342900" marR="0" indent="-342900">
                        <a:lnSpc>
                          <a:spcPct val="107000"/>
                        </a:lnSpc>
                        <a:spcBef>
                          <a:spcPts val="0"/>
                        </a:spcBef>
                        <a:spcAft>
                          <a:spcPts val="0"/>
                        </a:spcAft>
                        <a:buFont typeface="Arial" panose="020B0604020202020204" pitchFamily="34" charset="0"/>
                        <a:buChar char="•"/>
                        <a:tabLst>
                          <a:tab pos="1533525" algn="l"/>
                        </a:tabLst>
                      </a:pPr>
                      <a:r>
                        <a:rPr lang="en-IN" sz="2800">
                          <a:effectLst/>
                          <a:latin typeface="Times New Roman"/>
                          <a:cs typeface="Times New Roman"/>
                        </a:rPr>
                        <a:t>To learn the Object-Oriented Concepts in Python.</a:t>
                      </a:r>
                      <a:endParaRPr lang="en-US" sz="2400">
                        <a:effectLst/>
                        <a:latin typeface="Times New Roman"/>
                        <a:ea typeface="Calibri" panose="020F0502020204030204" pitchFamily="34" charset="0"/>
                        <a:cs typeface="Times New Roman"/>
                      </a:endParaRPr>
                    </a:p>
                  </a:txBody>
                  <a:tcPr marL="68580" marR="68580" marT="0" marB="0"/>
                </a:tc>
                <a:extLst>
                  <a:ext uri="{0D108BD9-81ED-4DB2-BD59-A6C34878D82A}">
                    <a16:rowId xmlns:a16="http://schemas.microsoft.com/office/drawing/2014/main" val="1168203131"/>
                  </a:ext>
                </a:extLst>
              </a:tr>
              <a:tr h="896837">
                <a:tc>
                  <a:txBody>
                    <a:bodyPr/>
                    <a:lstStyle/>
                    <a:p>
                      <a:pPr marL="342900" marR="0" indent="-342900">
                        <a:lnSpc>
                          <a:spcPct val="107000"/>
                        </a:lnSpc>
                        <a:spcBef>
                          <a:spcPts val="0"/>
                        </a:spcBef>
                        <a:spcAft>
                          <a:spcPts val="0"/>
                        </a:spcAft>
                        <a:buFont typeface="Arial" panose="020B0604020202020204" pitchFamily="34" charset="0"/>
                        <a:buChar char="•"/>
                      </a:pPr>
                      <a:r>
                        <a:rPr lang="en-IN" sz="2800">
                          <a:solidFill>
                            <a:srgbClr val="FF0000"/>
                          </a:solidFill>
                          <a:effectLst/>
                          <a:latin typeface="Times New Roman"/>
                          <a:cs typeface="Times New Roman"/>
                        </a:rPr>
                        <a:t>To learn the concept of reusability through inheritance  polymorphism and Introspection tools.</a:t>
                      </a:r>
                      <a:endParaRPr lang="en-US" sz="2400">
                        <a:solidFill>
                          <a:srgbClr val="FF0000"/>
                        </a:solidFill>
                        <a:effectLst/>
                        <a:latin typeface="Times New Roman"/>
                        <a:ea typeface="Calibri" panose="020F0502020204030204" pitchFamily="34" charset="0"/>
                        <a:cs typeface="Times New Roman"/>
                      </a:endParaRPr>
                    </a:p>
                  </a:txBody>
                  <a:tcPr marL="68580" marR="68580" marT="0" marB="0"/>
                </a:tc>
                <a:extLst>
                  <a:ext uri="{0D108BD9-81ED-4DB2-BD59-A6C34878D82A}">
                    <a16:rowId xmlns:a16="http://schemas.microsoft.com/office/drawing/2014/main" val="2473215290"/>
                  </a:ext>
                </a:extLst>
              </a:tr>
              <a:tr h="457691">
                <a:tc>
                  <a:txBody>
                    <a:bodyPr/>
                    <a:lstStyle/>
                    <a:p>
                      <a:pPr marL="342900" marR="0" indent="-342900">
                        <a:lnSpc>
                          <a:spcPct val="107000"/>
                        </a:lnSpc>
                        <a:spcBef>
                          <a:spcPts val="0"/>
                        </a:spcBef>
                        <a:spcAft>
                          <a:spcPts val="0"/>
                        </a:spcAft>
                        <a:buFont typeface="Arial" panose="020B0604020202020204" pitchFamily="34" charset="0"/>
                        <a:buChar char="•"/>
                        <a:tabLst>
                          <a:tab pos="1533525" algn="l"/>
                        </a:tabLst>
                      </a:pPr>
                      <a:r>
                        <a:rPr lang="en-IN" sz="2800">
                          <a:effectLst/>
                          <a:latin typeface="Times New Roman"/>
                          <a:cs typeface="Times New Roman"/>
                        </a:rPr>
                        <a:t>To impart the knowledge of functional programming.</a:t>
                      </a:r>
                      <a:endParaRPr lang="en-US" sz="2400">
                        <a:effectLst/>
                        <a:latin typeface="Times New Roman"/>
                        <a:ea typeface="Calibri" panose="020F0502020204030204" pitchFamily="34" charset="0"/>
                        <a:cs typeface="Times New Roman"/>
                      </a:endParaRPr>
                    </a:p>
                  </a:txBody>
                  <a:tcPr marL="68580" marR="68580" marT="0" marB="0"/>
                </a:tc>
                <a:extLst>
                  <a:ext uri="{0D108BD9-81ED-4DB2-BD59-A6C34878D82A}">
                    <a16:rowId xmlns:a16="http://schemas.microsoft.com/office/drawing/2014/main" val="2079219748"/>
                  </a:ext>
                </a:extLst>
              </a:tr>
              <a:tr h="795552">
                <a:tc>
                  <a:txBody>
                    <a:bodyPr/>
                    <a:lstStyle/>
                    <a:p>
                      <a:pPr marL="342900" marR="0" indent="-342900">
                        <a:lnSpc>
                          <a:spcPct val="107000"/>
                        </a:lnSpc>
                        <a:spcBef>
                          <a:spcPts val="0"/>
                        </a:spcBef>
                        <a:spcAft>
                          <a:spcPts val="0"/>
                        </a:spcAft>
                        <a:buFont typeface="Arial" panose="020B0604020202020204" pitchFamily="34" charset="0"/>
                        <a:buChar char="•"/>
                        <a:tabLst>
                          <a:tab pos="1533525" algn="l"/>
                        </a:tabLst>
                      </a:pPr>
                      <a:r>
                        <a:rPr lang="en-IN" sz="2800">
                          <a:effectLst/>
                          <a:latin typeface="Times New Roman"/>
                          <a:cs typeface="Times New Roman"/>
                        </a:rPr>
                        <a:t>To learn the concepts of designing graphical user interfaces.</a:t>
                      </a:r>
                      <a:endParaRPr lang="en-IN" sz="2400">
                        <a:effectLst/>
                        <a:latin typeface="Times New Roman"/>
                        <a:cs typeface="Times New Roman"/>
                      </a:endParaRPr>
                    </a:p>
                    <a:p>
                      <a:pPr marL="457200" marR="0" lvl="0" indent="-457200">
                        <a:lnSpc>
                          <a:spcPct val="107000"/>
                        </a:lnSpc>
                        <a:spcBef>
                          <a:spcPts val="0"/>
                        </a:spcBef>
                        <a:spcAft>
                          <a:spcPts val="0"/>
                        </a:spcAft>
                        <a:buFont typeface="Arial" panose="020B0604020202020204" pitchFamily="34" charset="0"/>
                        <a:buChar char="•"/>
                      </a:pPr>
                      <a:r>
                        <a:rPr lang="en-IN" sz="2800" b="0" i="0" u="none" strike="noStrike" noProof="0">
                          <a:effectLst/>
                          <a:latin typeface="Times New Roman"/>
                        </a:rPr>
                        <a:t>To explore the knowledge of standard Python libraries.</a:t>
                      </a:r>
                      <a:endParaRPr lang="en-IN" sz="2800" b="0" i="0" u="none" strike="noStrike" noProof="0">
                        <a:effectLst/>
                      </a:endParaRPr>
                    </a:p>
                    <a:p>
                      <a:pPr marL="0" marR="0" lvl="0" indent="0">
                        <a:lnSpc>
                          <a:spcPct val="107000"/>
                        </a:lnSpc>
                        <a:spcBef>
                          <a:spcPts val="0"/>
                        </a:spcBef>
                        <a:spcAft>
                          <a:spcPts val="0"/>
                        </a:spcAft>
                        <a:buNone/>
                      </a:pPr>
                      <a:endParaRPr lang="en-IN" sz="2800">
                        <a:effectLst/>
                        <a:latin typeface="Times New Roman"/>
                        <a:cs typeface="Times New Roman"/>
                      </a:endParaRPr>
                    </a:p>
                  </a:txBody>
                  <a:tcPr marL="68580" marR="68580" marT="0" marB="0"/>
                </a:tc>
                <a:extLst>
                  <a:ext uri="{0D108BD9-81ED-4DB2-BD59-A6C34878D82A}">
                    <a16:rowId xmlns:a16="http://schemas.microsoft.com/office/drawing/2014/main" val="1212963506"/>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098">
                                            <p:txEl>
                                              <p:pRg st="0" end="0"/>
                                            </p:txEl>
                                          </p:spTgt>
                                        </p:tgtEl>
                                        <p:attrNameLst>
                                          <p:attrName>style.visibility</p:attrName>
                                        </p:attrNameLst>
                                      </p:cBhvr>
                                      <p:to>
                                        <p:strVal val="visible"/>
                                      </p:to>
                                    </p:set>
                                    <p:animEffect transition="in" filter="blinds(horizontal)">
                                      <p:cBhvr>
                                        <p:cTn id="7" dur="500"/>
                                        <p:tgtEl>
                                          <p:spTgt spid="409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8"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C2B37598-B0AD-4B31-99AC-78227B618B0D}"/>
              </a:ext>
            </a:extLst>
          </p:cNvPr>
          <p:cNvSpPr>
            <a:spLocks noGrp="1"/>
          </p:cNvSpPr>
          <p:nvPr>
            <p:ph type="dt" sz="quarter" idx="10"/>
          </p:nvPr>
        </p:nvSpPr>
        <p:spPr/>
        <p:txBody>
          <a:bodyPr/>
          <a:lstStyle/>
          <a:p>
            <a:pPr>
              <a:defRPr/>
            </a:pPr>
            <a:fld id="{3C6765B2-0AE3-4E46-B91B-8D694D51BC55}" type="datetime1">
              <a:rPr lang="en-US" smtClean="0"/>
              <a:pPr>
                <a:defRPr/>
              </a:pPr>
              <a:t>5/17/2022</a:t>
            </a:fld>
            <a:endParaRPr lang="en-US"/>
          </a:p>
        </p:txBody>
      </p:sp>
      <p:sp>
        <p:nvSpPr>
          <p:cNvPr id="5" name="Footer Placeholder 4">
            <a:extLst>
              <a:ext uri="{FF2B5EF4-FFF2-40B4-BE49-F238E27FC236}">
                <a16:creationId xmlns:a16="http://schemas.microsoft.com/office/drawing/2014/main" id="{6738477C-A4AE-44DF-B1DD-C7C9A9C8BBED}"/>
              </a:ext>
            </a:extLst>
          </p:cNvPr>
          <p:cNvSpPr>
            <a:spLocks noGrp="1"/>
          </p:cNvSpPr>
          <p:nvPr>
            <p:ph type="ftr" sz="quarter" idx="11"/>
          </p:nvPr>
        </p:nvSpPr>
        <p:spPr>
          <a:xfrm>
            <a:off x="2971800" y="6356350"/>
            <a:ext cx="6781800" cy="365125"/>
          </a:xfrm>
        </p:spPr>
        <p:txBody>
          <a:bodyPr/>
          <a:lstStyle/>
          <a:p>
            <a:pPr>
              <a:defRPr/>
            </a:pPr>
            <a:r>
              <a:rPr lang="en-US"/>
              <a:t>(Programming in Advanced Python)                                 Unit No:2</a:t>
            </a:r>
          </a:p>
        </p:txBody>
      </p:sp>
      <p:sp>
        <p:nvSpPr>
          <p:cNvPr id="9220" name="Slide Number Placeholder 5">
            <a:extLst>
              <a:ext uri="{FF2B5EF4-FFF2-40B4-BE49-F238E27FC236}">
                <a16:creationId xmlns:a16="http://schemas.microsoft.com/office/drawing/2014/main" id="{F7C749B3-BB5D-4C09-BEC9-D3E08B029DBF}"/>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48055109-86E0-4FDB-899E-15B9AA2ABAC1}" type="slidenum">
              <a:rPr lang="en-US" altLang="en-US" sz="1200">
                <a:solidFill>
                  <a:srgbClr val="898989"/>
                </a:solidFill>
              </a:rPr>
              <a:pPr>
                <a:spcBef>
                  <a:spcPct val="0"/>
                </a:spcBef>
                <a:buFontTx/>
                <a:buNone/>
              </a:pPr>
              <a:t>4</a:t>
            </a:fld>
            <a:endParaRPr lang="en-US" altLang="en-US" sz="1200">
              <a:solidFill>
                <a:srgbClr val="898989"/>
              </a:solidFill>
            </a:endParaRPr>
          </a:p>
        </p:txBody>
      </p:sp>
      <p:sp>
        <p:nvSpPr>
          <p:cNvPr id="7" name="Title 1">
            <a:extLst>
              <a:ext uri="{FF2B5EF4-FFF2-40B4-BE49-F238E27FC236}">
                <a16:creationId xmlns:a16="http://schemas.microsoft.com/office/drawing/2014/main" id="{0B41A346-E85A-49CA-9DFA-B70F9D9DD34E}"/>
              </a:ext>
            </a:extLst>
          </p:cNvPr>
          <p:cNvSpPr txBox="1">
            <a:spLocks/>
          </p:cNvSpPr>
          <p:nvPr/>
        </p:nvSpPr>
        <p:spPr>
          <a:xfrm>
            <a:off x="1600200" y="0"/>
            <a:ext cx="10591800" cy="706438"/>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US" sz="3200" b="1">
                <a:latin typeface="Times New Roman" panose="02020603050405020304" pitchFamily="18" charset="0"/>
                <a:cs typeface="Times New Roman" panose="02020603050405020304" pitchFamily="18" charset="0"/>
              </a:rPr>
              <a:t>COURSE OUTCOME</a:t>
            </a:r>
          </a:p>
        </p:txBody>
      </p:sp>
      <p:graphicFrame>
        <p:nvGraphicFramePr>
          <p:cNvPr id="9" name="Content Placeholder 1">
            <a:extLst>
              <a:ext uri="{FF2B5EF4-FFF2-40B4-BE49-F238E27FC236}">
                <a16:creationId xmlns:a16="http://schemas.microsoft.com/office/drawing/2014/main" id="{3831FCB2-5D7C-4BFC-A123-A53485113327}"/>
              </a:ext>
            </a:extLst>
          </p:cNvPr>
          <p:cNvGraphicFramePr>
            <a:graphicFrameLocks noGrp="1"/>
          </p:cNvGraphicFramePr>
          <p:nvPr>
            <p:ph idx="1"/>
          </p:nvPr>
        </p:nvGraphicFramePr>
        <p:xfrm>
          <a:off x="1447800" y="1066800"/>
          <a:ext cx="10439400" cy="5119688"/>
        </p:xfrm>
        <a:graphic>
          <a:graphicData uri="http://schemas.openxmlformats.org/drawingml/2006/table">
            <a:tbl>
              <a:tblPr firstRow="1" bandRow="1">
                <a:tableStyleId>{5A111915-BE36-4E01-A7E5-04B1672EAD32}</a:tableStyleId>
              </a:tblPr>
              <a:tblGrid>
                <a:gridCol w="1631156">
                  <a:extLst>
                    <a:ext uri="{9D8B030D-6E8A-4147-A177-3AD203B41FA5}">
                      <a16:colId xmlns:a16="http://schemas.microsoft.com/office/drawing/2014/main" val="20000"/>
                    </a:ext>
                  </a:extLst>
                </a:gridCol>
                <a:gridCol w="7165005">
                  <a:extLst>
                    <a:ext uri="{9D8B030D-6E8A-4147-A177-3AD203B41FA5}">
                      <a16:colId xmlns:a16="http://schemas.microsoft.com/office/drawing/2014/main" val="20001"/>
                    </a:ext>
                  </a:extLst>
                </a:gridCol>
                <a:gridCol w="1643239">
                  <a:extLst>
                    <a:ext uri="{9D8B030D-6E8A-4147-A177-3AD203B41FA5}">
                      <a16:colId xmlns:a16="http://schemas.microsoft.com/office/drawing/2014/main" val="20002"/>
                    </a:ext>
                  </a:extLst>
                </a:gridCol>
              </a:tblGrid>
              <a:tr h="1371762">
                <a:tc>
                  <a:txBody>
                    <a:bodyPr/>
                    <a:lstStyle/>
                    <a:p>
                      <a:r>
                        <a:rPr lang="en-IN" sz="2800">
                          <a:latin typeface="Times New Roman" panose="02020603050405020304" pitchFamily="18" charset="0"/>
                          <a:cs typeface="Times New Roman" panose="02020603050405020304" pitchFamily="18" charset="0"/>
                        </a:rPr>
                        <a:t>Course Outcome</a:t>
                      </a:r>
                    </a:p>
                    <a:p>
                      <a:r>
                        <a:rPr lang="en-IN" sz="2800">
                          <a:latin typeface="Times New Roman" panose="02020603050405020304" pitchFamily="18" charset="0"/>
                          <a:cs typeface="Times New Roman" panose="02020603050405020304" pitchFamily="18" charset="0"/>
                        </a:rPr>
                        <a:t> ( CO) </a:t>
                      </a:r>
                      <a:endParaRPr lang="en-IN" sz="2800">
                        <a:solidFill>
                          <a:schemeClr val="tx1"/>
                        </a:solidFill>
                        <a:latin typeface="Times New Roman" panose="02020603050405020304" pitchFamily="18" charset="0"/>
                        <a:cs typeface="Times New Roman" panose="02020603050405020304" pitchFamily="18" charset="0"/>
                      </a:endParaRPr>
                    </a:p>
                  </a:txBody>
                  <a:tcPr marT="45734" marB="45734"/>
                </a:tc>
                <a:tc>
                  <a:txBody>
                    <a:bodyPr/>
                    <a:lstStyle/>
                    <a:p>
                      <a:r>
                        <a:rPr lang="en-US" sz="2800">
                          <a:latin typeface="Times New Roman" panose="02020603050405020304" pitchFamily="18" charset="0"/>
                          <a:cs typeface="Times New Roman" panose="02020603050405020304" pitchFamily="18" charset="0"/>
                        </a:rPr>
                        <a:t>At the end of course , the student will be able :</a:t>
                      </a:r>
                      <a:endParaRPr lang="en-IN" sz="2800">
                        <a:solidFill>
                          <a:schemeClr val="tx1"/>
                        </a:solidFill>
                        <a:latin typeface="Times New Roman" panose="02020603050405020304" pitchFamily="18" charset="0"/>
                        <a:cs typeface="Times New Roman" panose="02020603050405020304" pitchFamily="18" charset="0"/>
                      </a:endParaRPr>
                    </a:p>
                  </a:txBody>
                  <a:tcPr marT="45734" marB="45734"/>
                </a:tc>
                <a:tc>
                  <a:txBody>
                    <a:bodyPr/>
                    <a:lstStyle/>
                    <a:p>
                      <a:r>
                        <a:rPr lang="en-IN" sz="2400">
                          <a:latin typeface="Times New Roman" panose="02020603050405020304" pitchFamily="18" charset="0"/>
                          <a:cs typeface="Times New Roman" panose="02020603050405020304" pitchFamily="18" charset="0"/>
                        </a:rPr>
                        <a:t>Bloom’s Knowledge Level (KL)</a:t>
                      </a:r>
                      <a:endParaRPr lang="en-IN" sz="2400">
                        <a:solidFill>
                          <a:schemeClr val="tx1"/>
                        </a:solidFill>
                        <a:latin typeface="Times New Roman" panose="02020603050405020304" pitchFamily="18" charset="0"/>
                        <a:cs typeface="Times New Roman" panose="02020603050405020304" pitchFamily="18" charset="0"/>
                      </a:endParaRPr>
                    </a:p>
                  </a:txBody>
                  <a:tcPr marT="45734" marB="45734"/>
                </a:tc>
                <a:extLst>
                  <a:ext uri="{0D108BD9-81ED-4DB2-BD59-A6C34878D82A}">
                    <a16:rowId xmlns:a16="http://schemas.microsoft.com/office/drawing/2014/main" val="10000"/>
                  </a:ext>
                </a:extLst>
              </a:tr>
              <a:tr h="518922">
                <a:tc>
                  <a:txBody>
                    <a:bodyPr/>
                    <a:lstStyle/>
                    <a:p>
                      <a:r>
                        <a:rPr lang="en-IN" sz="2400">
                          <a:latin typeface="Times New Roman" panose="02020603050405020304" pitchFamily="18" charset="0"/>
                          <a:cs typeface="Times New Roman" panose="02020603050405020304" pitchFamily="18" charset="0"/>
                        </a:rPr>
                        <a:t>CO1</a:t>
                      </a:r>
                      <a:endParaRPr lang="en-IN" sz="2400">
                        <a:solidFill>
                          <a:schemeClr val="tx1"/>
                        </a:solidFill>
                        <a:latin typeface="Times New Roman" panose="02020603050405020304" pitchFamily="18" charset="0"/>
                        <a:cs typeface="Times New Roman" panose="02020603050405020304" pitchFamily="18" charset="0"/>
                      </a:endParaRPr>
                    </a:p>
                  </a:txBody>
                  <a:tcPr marT="45734" marB="45734"/>
                </a:tc>
                <a:tc>
                  <a:txBody>
                    <a:bodyPr/>
                    <a:lstStyle/>
                    <a:p>
                      <a:r>
                        <a:rPr lang="en-IN" sz="2800" kern="1200">
                          <a:solidFill>
                            <a:schemeClr val="tx1"/>
                          </a:solidFill>
                          <a:effectLst/>
                          <a:latin typeface="Times New Roman" panose="02020603050405020304" pitchFamily="18" charset="0"/>
                          <a:ea typeface="+mn-ea"/>
                          <a:cs typeface="Times New Roman" panose="02020603050405020304" pitchFamily="18" charset="0"/>
                        </a:rPr>
                        <a:t>Define classes and create instances in python</a:t>
                      </a:r>
                      <a:r>
                        <a:rPr lang="en-US" sz="2800">
                          <a:latin typeface="Times New Roman" panose="02020603050405020304" pitchFamily="18" charset="0"/>
                          <a:cs typeface="Times New Roman" panose="02020603050405020304" pitchFamily="18" charset="0"/>
                        </a:rPr>
                        <a:t>.</a:t>
                      </a:r>
                      <a:endParaRPr lang="en-IN" sz="2800">
                        <a:solidFill>
                          <a:schemeClr val="tx1"/>
                        </a:solidFill>
                        <a:latin typeface="Times New Roman" panose="02020603050405020304" pitchFamily="18" charset="0"/>
                        <a:cs typeface="Times New Roman" panose="02020603050405020304" pitchFamily="18" charset="0"/>
                      </a:endParaRPr>
                    </a:p>
                  </a:txBody>
                  <a:tcPr marT="45734" marB="45734"/>
                </a:tc>
                <a:tc>
                  <a:txBody>
                    <a:bodyPr/>
                    <a:lstStyle/>
                    <a:p>
                      <a:r>
                        <a:rPr lang="en-IN" sz="2800"/>
                        <a:t>K1, K2</a:t>
                      </a:r>
                      <a:endParaRPr lang="en-IN" sz="2800">
                        <a:solidFill>
                          <a:schemeClr val="tx1"/>
                        </a:solidFill>
                        <a:latin typeface="Times New Roman" panose="02020603050405020304" pitchFamily="18" charset="0"/>
                        <a:cs typeface="Times New Roman" panose="02020603050405020304" pitchFamily="18" charset="0"/>
                      </a:endParaRPr>
                    </a:p>
                  </a:txBody>
                  <a:tcPr marT="45734" marB="45734"/>
                </a:tc>
                <a:extLst>
                  <a:ext uri="{0D108BD9-81ED-4DB2-BD59-A6C34878D82A}">
                    <a16:rowId xmlns:a16="http://schemas.microsoft.com/office/drawing/2014/main" val="10001"/>
                  </a:ext>
                </a:extLst>
              </a:tr>
              <a:tr h="944997">
                <a:tc>
                  <a:txBody>
                    <a:bodyPr/>
                    <a:lstStyle/>
                    <a:p>
                      <a:r>
                        <a:rPr lang="en-IN" sz="2400" b="1">
                          <a:solidFill>
                            <a:srgbClr val="FF0000"/>
                          </a:solidFill>
                          <a:latin typeface="Times New Roman" panose="02020603050405020304" pitchFamily="18" charset="0"/>
                          <a:cs typeface="Times New Roman" panose="02020603050405020304" pitchFamily="18" charset="0"/>
                        </a:rPr>
                        <a:t>CO2</a:t>
                      </a:r>
                    </a:p>
                  </a:txBody>
                  <a:tcPr marT="45734" marB="45734"/>
                </a:tc>
                <a:tc>
                  <a:txBody>
                    <a:bodyPr/>
                    <a:lstStyle/>
                    <a:p>
                      <a:r>
                        <a:rPr lang="en-IN" sz="2800" kern="1200">
                          <a:solidFill>
                            <a:srgbClr val="FF0000"/>
                          </a:solidFill>
                          <a:effectLst/>
                          <a:latin typeface="Times New Roman" panose="02020603050405020304" pitchFamily="18" charset="0"/>
                          <a:ea typeface="+mn-ea"/>
                          <a:cs typeface="Times New Roman" panose="02020603050405020304" pitchFamily="18" charset="0"/>
                        </a:rPr>
                        <a:t>Implement concept of inheritance and polymorphism using python</a:t>
                      </a:r>
                      <a:r>
                        <a:rPr lang="en-US" sz="2800" b="1">
                          <a:solidFill>
                            <a:srgbClr val="FF0000"/>
                          </a:solidFill>
                          <a:latin typeface="Times New Roman" panose="02020603050405020304" pitchFamily="18" charset="0"/>
                          <a:cs typeface="Times New Roman" panose="02020603050405020304" pitchFamily="18" charset="0"/>
                        </a:rPr>
                        <a:t>.</a:t>
                      </a:r>
                      <a:endParaRPr lang="en-IN" sz="2800" b="1">
                        <a:solidFill>
                          <a:srgbClr val="FF0000"/>
                        </a:solidFill>
                        <a:latin typeface="Times New Roman" panose="02020603050405020304" pitchFamily="18" charset="0"/>
                        <a:cs typeface="Times New Roman" panose="02020603050405020304" pitchFamily="18" charset="0"/>
                      </a:endParaRPr>
                    </a:p>
                  </a:txBody>
                  <a:tcPr marT="45734" marB="45734"/>
                </a:tc>
                <a:tc>
                  <a:txBody>
                    <a:bodyPr/>
                    <a:lstStyle/>
                    <a:p>
                      <a:r>
                        <a:rPr lang="en-IN" sz="2800" b="1">
                          <a:solidFill>
                            <a:srgbClr val="FF0000"/>
                          </a:solidFill>
                        </a:rPr>
                        <a:t>K3</a:t>
                      </a:r>
                      <a:endParaRPr lang="en-IN" sz="2800" b="1">
                        <a:solidFill>
                          <a:srgbClr val="FF0000"/>
                        </a:solidFill>
                        <a:latin typeface="Times New Roman" panose="02020603050405020304" pitchFamily="18" charset="0"/>
                        <a:cs typeface="Times New Roman" panose="02020603050405020304" pitchFamily="18" charset="0"/>
                      </a:endParaRPr>
                    </a:p>
                  </a:txBody>
                  <a:tcPr marT="45734" marB="45734"/>
                </a:tc>
                <a:extLst>
                  <a:ext uri="{0D108BD9-81ED-4DB2-BD59-A6C34878D82A}">
                    <a16:rowId xmlns:a16="http://schemas.microsoft.com/office/drawing/2014/main" val="10002"/>
                  </a:ext>
                </a:extLst>
              </a:tr>
              <a:tr h="560972">
                <a:tc>
                  <a:txBody>
                    <a:bodyPr/>
                    <a:lstStyle/>
                    <a:p>
                      <a:r>
                        <a:rPr lang="en-IN" sz="2400">
                          <a:latin typeface="Times New Roman" panose="02020603050405020304" pitchFamily="18" charset="0"/>
                          <a:cs typeface="Times New Roman" panose="02020603050405020304" pitchFamily="18" charset="0"/>
                        </a:rPr>
                        <a:t>CO3</a:t>
                      </a:r>
                      <a:endParaRPr lang="en-IN" sz="2400">
                        <a:solidFill>
                          <a:schemeClr val="tx1"/>
                        </a:solidFill>
                        <a:latin typeface="Times New Roman" panose="02020603050405020304" pitchFamily="18" charset="0"/>
                        <a:cs typeface="Times New Roman" panose="02020603050405020304" pitchFamily="18" charset="0"/>
                      </a:endParaRPr>
                    </a:p>
                  </a:txBody>
                  <a:tcPr marT="45734" marB="45734"/>
                </a:tc>
                <a:tc>
                  <a:txBody>
                    <a:bodyPr/>
                    <a:lstStyle/>
                    <a:p>
                      <a:r>
                        <a:rPr lang="en-IN" sz="2800" kern="1200">
                          <a:solidFill>
                            <a:schemeClr val="tx1"/>
                          </a:solidFill>
                          <a:effectLst/>
                          <a:latin typeface="Times New Roman" panose="02020603050405020304" pitchFamily="18" charset="0"/>
                          <a:ea typeface="+mn-ea"/>
                          <a:cs typeface="Times New Roman" panose="02020603050405020304" pitchFamily="18" charset="0"/>
                        </a:rPr>
                        <a:t>Implement functional programming in python.</a:t>
                      </a:r>
                      <a:endParaRPr lang="en-IN" sz="2800">
                        <a:solidFill>
                          <a:schemeClr val="tx1"/>
                        </a:solidFill>
                        <a:latin typeface="Times New Roman" panose="02020603050405020304" pitchFamily="18" charset="0"/>
                        <a:cs typeface="Times New Roman" panose="02020603050405020304" pitchFamily="18" charset="0"/>
                      </a:endParaRPr>
                    </a:p>
                  </a:txBody>
                  <a:tcPr marT="45734" marB="45734"/>
                </a:tc>
                <a:tc>
                  <a:txBody>
                    <a:bodyPr/>
                    <a:lstStyle/>
                    <a:p>
                      <a:r>
                        <a:rPr lang="en-IN" sz="2800"/>
                        <a:t>K3</a:t>
                      </a:r>
                      <a:endParaRPr lang="en-IN" sz="2800">
                        <a:solidFill>
                          <a:schemeClr val="tx1"/>
                        </a:solidFill>
                        <a:latin typeface="Times New Roman" panose="02020603050405020304" pitchFamily="18" charset="0"/>
                        <a:cs typeface="Times New Roman" panose="02020603050405020304" pitchFamily="18" charset="0"/>
                      </a:endParaRPr>
                    </a:p>
                  </a:txBody>
                  <a:tcPr marT="45734" marB="45734"/>
                </a:tc>
                <a:extLst>
                  <a:ext uri="{0D108BD9-81ED-4DB2-BD59-A6C34878D82A}">
                    <a16:rowId xmlns:a16="http://schemas.microsoft.com/office/drawing/2014/main" val="10003"/>
                  </a:ext>
                </a:extLst>
              </a:tr>
              <a:tr h="778038">
                <a:tc>
                  <a:txBody>
                    <a:bodyPr/>
                    <a:lstStyle/>
                    <a:p>
                      <a:r>
                        <a:rPr lang="en-IN" sz="2400">
                          <a:latin typeface="Times New Roman" panose="02020603050405020304" pitchFamily="18" charset="0"/>
                          <a:cs typeface="Times New Roman" panose="02020603050405020304" pitchFamily="18" charset="0"/>
                        </a:rPr>
                        <a:t>CO4</a:t>
                      </a:r>
                      <a:endParaRPr lang="en-IN" sz="2400">
                        <a:solidFill>
                          <a:schemeClr val="tx1"/>
                        </a:solidFill>
                        <a:latin typeface="Times New Roman" panose="02020603050405020304" pitchFamily="18" charset="0"/>
                        <a:cs typeface="Times New Roman" panose="02020603050405020304" pitchFamily="18" charset="0"/>
                      </a:endParaRPr>
                    </a:p>
                  </a:txBody>
                  <a:tcPr marT="45734" marB="45734"/>
                </a:tc>
                <a:tc>
                  <a:txBody>
                    <a:bodyPr/>
                    <a:lstStyle/>
                    <a:p>
                      <a:r>
                        <a:rPr lang="en-IN" sz="2800" kern="1200">
                          <a:solidFill>
                            <a:schemeClr val="tx1"/>
                          </a:solidFill>
                          <a:effectLst/>
                          <a:latin typeface="Times New Roman" panose="02020603050405020304" pitchFamily="18" charset="0"/>
                          <a:ea typeface="+mn-ea"/>
                          <a:cs typeface="Times New Roman" panose="02020603050405020304" pitchFamily="18" charset="0"/>
                        </a:rPr>
                        <a:t>Create GUI based Python application</a:t>
                      </a:r>
                      <a:r>
                        <a:rPr lang="en-US" sz="2800">
                          <a:latin typeface="Times New Roman" panose="02020603050405020304" pitchFamily="18" charset="0"/>
                          <a:cs typeface="Times New Roman" panose="02020603050405020304" pitchFamily="18" charset="0"/>
                        </a:rPr>
                        <a:t>.</a:t>
                      </a:r>
                      <a:endParaRPr lang="en-IN" sz="2800">
                        <a:solidFill>
                          <a:schemeClr val="tx1"/>
                        </a:solidFill>
                        <a:latin typeface="Times New Roman" panose="02020603050405020304" pitchFamily="18" charset="0"/>
                        <a:cs typeface="Times New Roman" panose="02020603050405020304" pitchFamily="18" charset="0"/>
                      </a:endParaRPr>
                    </a:p>
                  </a:txBody>
                  <a:tcPr marT="45734" marB="45734"/>
                </a:tc>
                <a:tc>
                  <a:txBody>
                    <a:bodyPr/>
                    <a:lstStyle/>
                    <a:p>
                      <a:r>
                        <a:rPr lang="en-IN" sz="2800"/>
                        <a:t>K2</a:t>
                      </a:r>
                      <a:endParaRPr lang="en-IN" sz="2800">
                        <a:solidFill>
                          <a:schemeClr val="tx1"/>
                        </a:solidFill>
                        <a:latin typeface="Times New Roman" panose="02020603050405020304" pitchFamily="18" charset="0"/>
                        <a:cs typeface="Times New Roman" panose="02020603050405020304" pitchFamily="18" charset="0"/>
                      </a:endParaRPr>
                    </a:p>
                  </a:txBody>
                  <a:tcPr marT="45734" marB="45734"/>
                </a:tc>
                <a:extLst>
                  <a:ext uri="{0D108BD9-81ED-4DB2-BD59-A6C34878D82A}">
                    <a16:rowId xmlns:a16="http://schemas.microsoft.com/office/drawing/2014/main" val="10004"/>
                  </a:ext>
                </a:extLst>
              </a:tr>
              <a:tr h="944997">
                <a:tc>
                  <a:txBody>
                    <a:bodyPr/>
                    <a:lstStyle/>
                    <a:p>
                      <a:r>
                        <a:rPr lang="en-IN" sz="2400">
                          <a:latin typeface="Times New Roman" panose="02020603050405020304" pitchFamily="18" charset="0"/>
                          <a:cs typeface="Times New Roman" panose="02020603050405020304" pitchFamily="18" charset="0"/>
                        </a:rPr>
                        <a:t>CO5</a:t>
                      </a:r>
                      <a:endParaRPr lang="en-IN" sz="2400">
                        <a:solidFill>
                          <a:schemeClr val="tx1"/>
                        </a:solidFill>
                        <a:latin typeface="Times New Roman" panose="02020603050405020304" pitchFamily="18" charset="0"/>
                        <a:cs typeface="Times New Roman" panose="02020603050405020304" pitchFamily="18" charset="0"/>
                      </a:endParaRPr>
                    </a:p>
                  </a:txBody>
                  <a:tcPr marT="45734" marB="45734"/>
                </a:tc>
                <a:tc>
                  <a:txBody>
                    <a:bodyPr/>
                    <a:lstStyle/>
                    <a:p>
                      <a:r>
                        <a:rPr lang="en-IN" sz="2800" kern="1200">
                          <a:solidFill>
                            <a:schemeClr val="tx1"/>
                          </a:solidFill>
                          <a:effectLst/>
                          <a:latin typeface="Times New Roman" panose="02020603050405020304" pitchFamily="18" charset="0"/>
                          <a:ea typeface="+mn-ea"/>
                          <a:cs typeface="Times New Roman" panose="02020603050405020304" pitchFamily="18" charset="0"/>
                        </a:rPr>
                        <a:t>Apply the concept of Python libraries to solve real world problems</a:t>
                      </a:r>
                      <a:r>
                        <a:rPr lang="en-US" sz="2800">
                          <a:latin typeface="Times New Roman" panose="02020603050405020304" pitchFamily="18" charset="0"/>
                          <a:cs typeface="Times New Roman" panose="02020603050405020304" pitchFamily="18" charset="0"/>
                        </a:rPr>
                        <a:t>. </a:t>
                      </a:r>
                      <a:endParaRPr lang="en-IN" sz="2800">
                        <a:solidFill>
                          <a:schemeClr val="tx1"/>
                        </a:solidFill>
                        <a:latin typeface="Times New Roman" panose="02020603050405020304" pitchFamily="18" charset="0"/>
                        <a:cs typeface="Times New Roman" panose="02020603050405020304" pitchFamily="18" charset="0"/>
                      </a:endParaRPr>
                    </a:p>
                  </a:txBody>
                  <a:tcPr marT="45734" marB="45734"/>
                </a:tc>
                <a:tc>
                  <a:txBody>
                    <a:bodyPr/>
                    <a:lstStyle/>
                    <a:p>
                      <a:r>
                        <a:rPr lang="en-IN" sz="2800"/>
                        <a:t>K3,K6</a:t>
                      </a:r>
                      <a:endParaRPr lang="en-IN" sz="2800">
                        <a:solidFill>
                          <a:schemeClr val="tx1"/>
                        </a:solidFill>
                        <a:latin typeface="Times New Roman" panose="02020603050405020304" pitchFamily="18" charset="0"/>
                        <a:cs typeface="Times New Roman" panose="02020603050405020304" pitchFamily="18" charset="0"/>
                      </a:endParaRPr>
                    </a:p>
                  </a:txBody>
                  <a:tcPr marT="45734" marB="45734"/>
                </a:tc>
                <a:extLst>
                  <a:ext uri="{0D108BD9-81ED-4DB2-BD59-A6C34878D82A}">
                    <a16:rowId xmlns:a16="http://schemas.microsoft.com/office/drawing/2014/main" val="10005"/>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1">
            <a:extLst>
              <a:ext uri="{FF2B5EF4-FFF2-40B4-BE49-F238E27FC236}">
                <a16:creationId xmlns:a16="http://schemas.microsoft.com/office/drawing/2014/main" id="{465FBF5D-726E-4FC3-8157-91F6E7D467B8}"/>
              </a:ext>
            </a:extLst>
          </p:cNvPr>
          <p:cNvGraphicFramePr>
            <a:graphicFrameLocks noGrp="1"/>
          </p:cNvGraphicFramePr>
          <p:nvPr>
            <p:ph idx="1"/>
            <p:extLst>
              <p:ext uri="{D42A27DB-BD31-4B8C-83A1-F6EECF244321}">
                <p14:modId xmlns:p14="http://schemas.microsoft.com/office/powerpoint/2010/main" val="1838152435"/>
              </p:ext>
            </p:extLst>
          </p:nvPr>
        </p:nvGraphicFramePr>
        <p:xfrm>
          <a:off x="1600200" y="1185863"/>
          <a:ext cx="9339705" cy="2640217"/>
        </p:xfrm>
        <a:graphic>
          <a:graphicData uri="http://schemas.openxmlformats.org/drawingml/2006/table">
            <a:tbl>
              <a:tblPr>
                <a:tableStyleId>{22838BEF-8BB2-4498-84A7-C5851F593DF1}</a:tableStyleId>
              </a:tblPr>
              <a:tblGrid>
                <a:gridCol w="761999">
                  <a:extLst>
                    <a:ext uri="{9D8B030D-6E8A-4147-A177-3AD203B41FA5}">
                      <a16:colId xmlns:a16="http://schemas.microsoft.com/office/drawing/2014/main" val="20000"/>
                    </a:ext>
                  </a:extLst>
                </a:gridCol>
                <a:gridCol w="505460">
                  <a:extLst>
                    <a:ext uri="{9D8B030D-6E8A-4147-A177-3AD203B41FA5}">
                      <a16:colId xmlns:a16="http://schemas.microsoft.com/office/drawing/2014/main" val="20001"/>
                    </a:ext>
                  </a:extLst>
                </a:gridCol>
                <a:gridCol w="778049">
                  <a:extLst>
                    <a:ext uri="{9D8B030D-6E8A-4147-A177-3AD203B41FA5}">
                      <a16:colId xmlns:a16="http://schemas.microsoft.com/office/drawing/2014/main" val="20002"/>
                    </a:ext>
                  </a:extLst>
                </a:gridCol>
                <a:gridCol w="157384">
                  <a:extLst>
                    <a:ext uri="{9D8B030D-6E8A-4147-A177-3AD203B41FA5}">
                      <a16:colId xmlns:a16="http://schemas.microsoft.com/office/drawing/2014/main" val="20003"/>
                    </a:ext>
                  </a:extLst>
                </a:gridCol>
                <a:gridCol w="565250">
                  <a:extLst>
                    <a:ext uri="{9D8B030D-6E8A-4147-A177-3AD203B41FA5}">
                      <a16:colId xmlns:a16="http://schemas.microsoft.com/office/drawing/2014/main" val="20004"/>
                    </a:ext>
                  </a:extLst>
                </a:gridCol>
                <a:gridCol w="678301">
                  <a:extLst>
                    <a:ext uri="{9D8B030D-6E8A-4147-A177-3AD203B41FA5}">
                      <a16:colId xmlns:a16="http://schemas.microsoft.com/office/drawing/2014/main" val="20005"/>
                    </a:ext>
                  </a:extLst>
                </a:gridCol>
                <a:gridCol w="764750">
                  <a:extLst>
                    <a:ext uri="{9D8B030D-6E8A-4147-A177-3AD203B41FA5}">
                      <a16:colId xmlns:a16="http://schemas.microsoft.com/office/drawing/2014/main" val="20006"/>
                    </a:ext>
                  </a:extLst>
                </a:gridCol>
                <a:gridCol w="764749">
                  <a:extLst>
                    <a:ext uri="{9D8B030D-6E8A-4147-A177-3AD203B41FA5}">
                      <a16:colId xmlns:a16="http://schemas.microsoft.com/office/drawing/2014/main" val="20007"/>
                    </a:ext>
                  </a:extLst>
                </a:gridCol>
                <a:gridCol w="700466">
                  <a:extLst>
                    <a:ext uri="{9D8B030D-6E8A-4147-A177-3AD203B41FA5}">
                      <a16:colId xmlns:a16="http://schemas.microsoft.com/office/drawing/2014/main" val="20008"/>
                    </a:ext>
                  </a:extLst>
                </a:gridCol>
                <a:gridCol w="755883">
                  <a:extLst>
                    <a:ext uri="{9D8B030D-6E8A-4147-A177-3AD203B41FA5}">
                      <a16:colId xmlns:a16="http://schemas.microsoft.com/office/drawing/2014/main" val="20009"/>
                    </a:ext>
                  </a:extLst>
                </a:gridCol>
                <a:gridCol w="724848">
                  <a:extLst>
                    <a:ext uri="{9D8B030D-6E8A-4147-A177-3AD203B41FA5}">
                      <a16:colId xmlns:a16="http://schemas.microsoft.com/office/drawing/2014/main" val="20010"/>
                    </a:ext>
                  </a:extLst>
                </a:gridCol>
                <a:gridCol w="908833">
                  <a:extLst>
                    <a:ext uri="{9D8B030D-6E8A-4147-A177-3AD203B41FA5}">
                      <a16:colId xmlns:a16="http://schemas.microsoft.com/office/drawing/2014/main" val="20011"/>
                    </a:ext>
                  </a:extLst>
                </a:gridCol>
                <a:gridCol w="844550">
                  <a:extLst>
                    <a:ext uri="{9D8B030D-6E8A-4147-A177-3AD203B41FA5}">
                      <a16:colId xmlns:a16="http://schemas.microsoft.com/office/drawing/2014/main" val="20012"/>
                    </a:ext>
                  </a:extLst>
                </a:gridCol>
                <a:gridCol w="429183">
                  <a:extLst>
                    <a:ext uri="{9D8B030D-6E8A-4147-A177-3AD203B41FA5}">
                      <a16:colId xmlns:a16="http://schemas.microsoft.com/office/drawing/2014/main" val="20013"/>
                    </a:ext>
                  </a:extLst>
                </a:gridCol>
              </a:tblGrid>
              <a:tr h="239927">
                <a:tc>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ct val="115000"/>
                        </a:lnSpc>
                        <a:spcBef>
                          <a:spcPct val="0"/>
                        </a:spcBef>
                        <a:spcAft>
                          <a:spcPts val="1000"/>
                        </a:spcAft>
                        <a:buClrTx/>
                        <a:buSzTx/>
                        <a:buFontTx/>
                        <a:buNone/>
                        <a:tabLst/>
                      </a:pPr>
                      <a:r>
                        <a:rPr kumimoji="0" lang="en-US" altLang="en-US" sz="1500" u="none" strike="noStrike" cap="none" normalizeH="0" baseline="0">
                          <a:ln>
                            <a:noFill/>
                          </a:ln>
                          <a:effectLst/>
                        </a:rPr>
                        <a:t> </a:t>
                      </a:r>
                      <a:endParaRPr kumimoji="0" lang="en-IN" altLang="en-US" sz="1500" b="1"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horzOverflow="overflow"/>
                </a:tc>
                <a:tc>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ct val="115000"/>
                        </a:lnSpc>
                        <a:spcBef>
                          <a:spcPct val="0"/>
                        </a:spcBef>
                        <a:spcAft>
                          <a:spcPts val="1000"/>
                        </a:spcAft>
                        <a:buClrTx/>
                        <a:buSzTx/>
                        <a:buFontTx/>
                        <a:buNone/>
                        <a:tabLst/>
                      </a:pPr>
                      <a:r>
                        <a:rPr kumimoji="0" lang="en-US" altLang="en-US" sz="1500" u="none" strike="noStrike" cap="none" normalizeH="0" baseline="0">
                          <a:ln>
                            <a:noFill/>
                          </a:ln>
                          <a:effectLst/>
                        </a:rPr>
                        <a:t> </a:t>
                      </a:r>
                      <a:endParaRPr kumimoji="0" lang="en-IN" altLang="en-US" sz="1500" b="1"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horzOverflow="overflow"/>
                </a:tc>
                <a:tc gridSpan="2">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ct val="115000"/>
                        </a:lnSpc>
                        <a:spcBef>
                          <a:spcPct val="0"/>
                        </a:spcBef>
                        <a:spcAft>
                          <a:spcPts val="1000"/>
                        </a:spcAft>
                        <a:buClrTx/>
                        <a:buSzTx/>
                        <a:buFontTx/>
                        <a:buNone/>
                        <a:tabLst/>
                      </a:pPr>
                      <a:r>
                        <a:rPr kumimoji="0" lang="en-US" altLang="en-US" sz="1500" u="none" strike="noStrike" cap="none" normalizeH="0" baseline="0">
                          <a:ln>
                            <a:noFill/>
                          </a:ln>
                          <a:effectLst/>
                        </a:rPr>
                        <a:t> </a:t>
                      </a:r>
                      <a:endParaRPr kumimoji="0" lang="en-IN" altLang="en-US" sz="1500" b="1"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horzOverflow="overflow"/>
                </a:tc>
                <a:tc hMerge="1">
                  <a:txBody>
                    <a:bodyPr/>
                    <a:lstStyle/>
                    <a:p>
                      <a:endParaRPr lang="en-IN"/>
                    </a:p>
                  </a:txBody>
                  <a:tcPr/>
                </a:tc>
                <a:tc gridSpan="6">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ct val="115000"/>
                        </a:lnSpc>
                        <a:spcBef>
                          <a:spcPct val="0"/>
                        </a:spcBef>
                        <a:spcAft>
                          <a:spcPts val="1000"/>
                        </a:spcAft>
                        <a:buClrTx/>
                        <a:buSzTx/>
                        <a:buFontTx/>
                        <a:buNone/>
                        <a:tabLst/>
                      </a:pPr>
                      <a:r>
                        <a:rPr kumimoji="0" lang="en-US" altLang="en-US" sz="1500" u="none" strike="noStrike" cap="none" normalizeH="0" baseline="0">
                          <a:ln>
                            <a:noFill/>
                          </a:ln>
                          <a:effectLst/>
                        </a:rPr>
                        <a:t>Programming in Advanced Python</a:t>
                      </a:r>
                      <a:endParaRPr kumimoji="0" lang="en-IN" altLang="en-US" sz="1500" b="1"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horzOverflow="overflow"/>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ct val="115000"/>
                        </a:lnSpc>
                        <a:spcBef>
                          <a:spcPct val="0"/>
                        </a:spcBef>
                        <a:spcAft>
                          <a:spcPts val="1000"/>
                        </a:spcAft>
                        <a:buClrTx/>
                        <a:buSzTx/>
                        <a:buFontTx/>
                        <a:buNone/>
                        <a:tabLst/>
                      </a:pPr>
                      <a:r>
                        <a:rPr kumimoji="0" lang="en-US" altLang="en-US" sz="1500" u="none" strike="noStrike" cap="none" normalizeH="0" baseline="0">
                          <a:ln>
                            <a:noFill/>
                          </a:ln>
                          <a:effectLst/>
                        </a:rPr>
                        <a:t> </a:t>
                      </a:r>
                      <a:endParaRPr kumimoji="0" lang="en-IN" altLang="en-US" sz="1500" b="1"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horzOverflow="overflow"/>
                </a:tc>
                <a:tc>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ct val="115000"/>
                        </a:lnSpc>
                        <a:spcBef>
                          <a:spcPct val="0"/>
                        </a:spcBef>
                        <a:spcAft>
                          <a:spcPts val="1000"/>
                        </a:spcAft>
                        <a:buClrTx/>
                        <a:buSzTx/>
                        <a:buFontTx/>
                        <a:buNone/>
                        <a:tabLst/>
                      </a:pPr>
                      <a:r>
                        <a:rPr kumimoji="0" lang="en-US" altLang="en-US" sz="1500" u="none" strike="noStrike" cap="none" normalizeH="0" baseline="0">
                          <a:ln>
                            <a:noFill/>
                          </a:ln>
                          <a:effectLst/>
                        </a:rPr>
                        <a:t> </a:t>
                      </a:r>
                      <a:endParaRPr kumimoji="0" lang="en-IN" altLang="en-US" sz="1500" b="1"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horzOverflow="overflow"/>
                </a:tc>
                <a:tc>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ct val="115000"/>
                        </a:lnSpc>
                        <a:spcBef>
                          <a:spcPct val="0"/>
                        </a:spcBef>
                        <a:spcAft>
                          <a:spcPts val="1000"/>
                        </a:spcAft>
                        <a:buClrTx/>
                        <a:buSzTx/>
                        <a:buFontTx/>
                        <a:buNone/>
                        <a:tabLst/>
                      </a:pPr>
                      <a:r>
                        <a:rPr kumimoji="0" lang="en-US" altLang="en-US" sz="1500" u="none" strike="noStrike" cap="none" normalizeH="0" baseline="0">
                          <a:ln>
                            <a:noFill/>
                          </a:ln>
                          <a:effectLst/>
                        </a:rPr>
                        <a:t> </a:t>
                      </a:r>
                      <a:endParaRPr kumimoji="0" lang="en-IN" altLang="en-US" sz="1500" b="1"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horzOverflow="overflow"/>
                </a:tc>
                <a:tc>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ct val="115000"/>
                        </a:lnSpc>
                        <a:spcBef>
                          <a:spcPct val="0"/>
                        </a:spcBef>
                        <a:spcAft>
                          <a:spcPts val="1000"/>
                        </a:spcAft>
                        <a:buClrTx/>
                        <a:buSzTx/>
                        <a:buFontTx/>
                        <a:buNone/>
                        <a:tabLst/>
                      </a:pPr>
                      <a:r>
                        <a:rPr kumimoji="0" lang="en-US" altLang="en-US" sz="1500" u="none" strike="noStrike" cap="none" normalizeH="0" baseline="0">
                          <a:ln>
                            <a:noFill/>
                          </a:ln>
                          <a:effectLst/>
                        </a:rPr>
                        <a:t> </a:t>
                      </a:r>
                      <a:endParaRPr kumimoji="0" lang="en-IN" altLang="en-US" sz="1500" b="1"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horzOverflow="overflow"/>
                </a:tc>
                <a:extLst>
                  <a:ext uri="{0D108BD9-81ED-4DB2-BD59-A6C34878D82A}">
                    <a16:rowId xmlns:a16="http://schemas.microsoft.com/office/drawing/2014/main" val="10000"/>
                  </a:ext>
                </a:extLst>
              </a:tr>
              <a:tr h="496096">
                <a:tc>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ct val="115000"/>
                        </a:lnSpc>
                        <a:spcBef>
                          <a:spcPct val="0"/>
                        </a:spcBef>
                        <a:spcAft>
                          <a:spcPts val="1000"/>
                        </a:spcAft>
                        <a:buClrTx/>
                        <a:buSzTx/>
                        <a:buFontTx/>
                        <a:buNone/>
                        <a:tabLst/>
                      </a:pPr>
                      <a:r>
                        <a:rPr kumimoji="0" lang="en-US" altLang="en-US" sz="1500" u="none" strike="noStrike" cap="none" normalizeH="0" baseline="0">
                          <a:ln>
                            <a:noFill/>
                          </a:ln>
                          <a:effectLst/>
                        </a:rPr>
                        <a:t>CO</a:t>
                      </a:r>
                      <a:endParaRPr kumimoji="0" lang="en-IN" altLang="en-US" sz="1500" b="1"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horzOverflow="overflow"/>
                </a:tc>
                <a:tc>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ct val="115000"/>
                        </a:lnSpc>
                        <a:spcBef>
                          <a:spcPct val="0"/>
                        </a:spcBef>
                        <a:spcAft>
                          <a:spcPts val="1000"/>
                        </a:spcAft>
                        <a:buClrTx/>
                        <a:buSzTx/>
                        <a:buFontTx/>
                        <a:buNone/>
                        <a:tabLst/>
                      </a:pPr>
                      <a:r>
                        <a:rPr kumimoji="0" lang="en-US" altLang="en-US" sz="1500" u="none" strike="noStrike" cap="none" normalizeH="0" baseline="0">
                          <a:ln>
                            <a:noFill/>
                          </a:ln>
                          <a:effectLst/>
                        </a:rPr>
                        <a:t>PO1</a:t>
                      </a:r>
                      <a:endParaRPr kumimoji="0" lang="en-IN" altLang="en-US" sz="1500" b="1"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horzOverflow="overflow"/>
                </a:tc>
                <a:tc>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ct val="115000"/>
                        </a:lnSpc>
                        <a:spcBef>
                          <a:spcPct val="0"/>
                        </a:spcBef>
                        <a:spcAft>
                          <a:spcPts val="1000"/>
                        </a:spcAft>
                        <a:buClrTx/>
                        <a:buSzTx/>
                        <a:buFontTx/>
                        <a:buNone/>
                        <a:tabLst/>
                      </a:pPr>
                      <a:r>
                        <a:rPr kumimoji="0" lang="en-US" altLang="en-US" sz="1500" u="none" strike="noStrike" cap="none" normalizeH="0" baseline="0">
                          <a:ln>
                            <a:noFill/>
                          </a:ln>
                          <a:effectLst/>
                        </a:rPr>
                        <a:t>PO2</a:t>
                      </a:r>
                      <a:endParaRPr kumimoji="0" lang="en-IN" altLang="en-US" sz="1500" b="1"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horzOverflow="overflow"/>
                </a:tc>
                <a:tc gridSpan="2">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ct val="115000"/>
                        </a:lnSpc>
                        <a:spcBef>
                          <a:spcPct val="0"/>
                        </a:spcBef>
                        <a:spcAft>
                          <a:spcPts val="1000"/>
                        </a:spcAft>
                        <a:buClrTx/>
                        <a:buSzTx/>
                        <a:buFontTx/>
                        <a:buNone/>
                        <a:tabLst/>
                      </a:pPr>
                      <a:r>
                        <a:rPr kumimoji="0" lang="en-US" altLang="en-US" sz="1500" u="none" strike="noStrike" cap="none" normalizeH="0" baseline="0">
                          <a:ln>
                            <a:noFill/>
                          </a:ln>
                          <a:effectLst/>
                        </a:rPr>
                        <a:t>PO3</a:t>
                      </a:r>
                      <a:endParaRPr kumimoji="0" lang="en-IN" altLang="en-US" sz="1500" b="1"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horzOverflow="overflow"/>
                </a:tc>
                <a:tc hMerge="1">
                  <a:txBody>
                    <a:bodyPr/>
                    <a:lstStyle/>
                    <a:p>
                      <a:endParaRPr lang="en-IN"/>
                    </a:p>
                  </a:txBody>
                  <a:tcPr/>
                </a:tc>
                <a:tc>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ct val="115000"/>
                        </a:lnSpc>
                        <a:spcBef>
                          <a:spcPct val="0"/>
                        </a:spcBef>
                        <a:spcAft>
                          <a:spcPts val="1000"/>
                        </a:spcAft>
                        <a:buClrTx/>
                        <a:buSzTx/>
                        <a:buFontTx/>
                        <a:buNone/>
                        <a:tabLst/>
                      </a:pPr>
                      <a:r>
                        <a:rPr kumimoji="0" lang="en-US" altLang="en-US" sz="1500" u="none" strike="noStrike" cap="none" normalizeH="0" baseline="0">
                          <a:ln>
                            <a:noFill/>
                          </a:ln>
                          <a:effectLst/>
                        </a:rPr>
                        <a:t>PO4</a:t>
                      </a:r>
                      <a:endParaRPr kumimoji="0" lang="en-IN" altLang="en-US" sz="1500" b="1"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horzOverflow="overflow"/>
                </a:tc>
                <a:tc>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ct val="115000"/>
                        </a:lnSpc>
                        <a:spcBef>
                          <a:spcPct val="0"/>
                        </a:spcBef>
                        <a:spcAft>
                          <a:spcPts val="1000"/>
                        </a:spcAft>
                        <a:buClrTx/>
                        <a:buSzTx/>
                        <a:buFontTx/>
                        <a:buNone/>
                        <a:tabLst/>
                      </a:pPr>
                      <a:r>
                        <a:rPr kumimoji="0" lang="en-US" altLang="en-US" sz="1500" u="none" strike="noStrike" cap="none" normalizeH="0" baseline="0">
                          <a:ln>
                            <a:noFill/>
                          </a:ln>
                          <a:effectLst/>
                        </a:rPr>
                        <a:t>PO5</a:t>
                      </a:r>
                      <a:endParaRPr kumimoji="0" lang="en-IN" altLang="en-US" sz="1500" b="1"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horzOverflow="overflow"/>
                </a:tc>
                <a:tc>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ct val="115000"/>
                        </a:lnSpc>
                        <a:spcBef>
                          <a:spcPct val="0"/>
                        </a:spcBef>
                        <a:spcAft>
                          <a:spcPts val="1000"/>
                        </a:spcAft>
                        <a:buClrTx/>
                        <a:buSzTx/>
                        <a:buFontTx/>
                        <a:buNone/>
                        <a:tabLst/>
                      </a:pPr>
                      <a:r>
                        <a:rPr kumimoji="0" lang="en-US" altLang="en-US" sz="1500" u="none" strike="noStrike" cap="none" normalizeH="0" baseline="0">
                          <a:ln>
                            <a:noFill/>
                          </a:ln>
                          <a:effectLst/>
                        </a:rPr>
                        <a:t>PO6</a:t>
                      </a:r>
                      <a:endParaRPr kumimoji="0" lang="en-IN" altLang="en-US" sz="1500" b="1"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horzOverflow="overflow"/>
                </a:tc>
                <a:tc>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ct val="115000"/>
                        </a:lnSpc>
                        <a:spcBef>
                          <a:spcPct val="0"/>
                        </a:spcBef>
                        <a:spcAft>
                          <a:spcPts val="1000"/>
                        </a:spcAft>
                        <a:buClrTx/>
                        <a:buSzTx/>
                        <a:buFontTx/>
                        <a:buNone/>
                        <a:tabLst/>
                      </a:pPr>
                      <a:r>
                        <a:rPr kumimoji="0" lang="en-US" altLang="en-US" sz="1500" u="none" strike="noStrike" cap="none" normalizeH="0" baseline="0">
                          <a:ln>
                            <a:noFill/>
                          </a:ln>
                          <a:effectLst/>
                        </a:rPr>
                        <a:t>PO7</a:t>
                      </a:r>
                      <a:endParaRPr kumimoji="0" lang="en-IN" altLang="en-US" sz="1500" b="1"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horzOverflow="overflow"/>
                </a:tc>
                <a:tc>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ct val="115000"/>
                        </a:lnSpc>
                        <a:spcBef>
                          <a:spcPct val="0"/>
                        </a:spcBef>
                        <a:spcAft>
                          <a:spcPts val="1000"/>
                        </a:spcAft>
                        <a:buClrTx/>
                        <a:buSzTx/>
                        <a:buFontTx/>
                        <a:buNone/>
                        <a:tabLst/>
                      </a:pPr>
                      <a:r>
                        <a:rPr kumimoji="0" lang="en-US" altLang="en-US" sz="1500" u="none" strike="noStrike" cap="none" normalizeH="0" baseline="0">
                          <a:ln>
                            <a:noFill/>
                          </a:ln>
                          <a:effectLst/>
                        </a:rPr>
                        <a:t>PO</a:t>
                      </a:r>
                      <a:endParaRPr kumimoji="0" lang="en-IN" altLang="en-US" sz="1500" b="1"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horzOverflow="overflow"/>
                </a:tc>
                <a:tc>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ct val="115000"/>
                        </a:lnSpc>
                        <a:spcBef>
                          <a:spcPct val="0"/>
                        </a:spcBef>
                        <a:spcAft>
                          <a:spcPts val="1000"/>
                        </a:spcAft>
                        <a:buClrTx/>
                        <a:buSzTx/>
                        <a:buFontTx/>
                        <a:buNone/>
                        <a:tabLst/>
                      </a:pPr>
                      <a:r>
                        <a:rPr kumimoji="0" lang="en-US" altLang="en-US" sz="1500" u="none" strike="noStrike" cap="none" normalizeH="0" baseline="0">
                          <a:ln>
                            <a:noFill/>
                          </a:ln>
                          <a:effectLst/>
                        </a:rPr>
                        <a:t>PO9</a:t>
                      </a:r>
                      <a:endParaRPr kumimoji="0" lang="en-IN" altLang="en-US" sz="1500" b="1"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horzOverflow="overflow"/>
                </a:tc>
                <a:tc>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ct val="115000"/>
                        </a:lnSpc>
                        <a:spcBef>
                          <a:spcPct val="0"/>
                        </a:spcBef>
                        <a:spcAft>
                          <a:spcPts val="1000"/>
                        </a:spcAft>
                        <a:buClrTx/>
                        <a:buSzTx/>
                        <a:buFontTx/>
                        <a:buNone/>
                        <a:tabLst/>
                      </a:pPr>
                      <a:r>
                        <a:rPr kumimoji="0" lang="en-US" altLang="en-US" sz="1500" u="none" strike="noStrike" cap="none" normalizeH="0" baseline="0">
                          <a:ln>
                            <a:noFill/>
                          </a:ln>
                          <a:effectLst/>
                        </a:rPr>
                        <a:t>PO10</a:t>
                      </a:r>
                      <a:endParaRPr kumimoji="0" lang="en-IN" altLang="en-US" sz="1500" b="1"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horzOverflow="overflow"/>
                </a:tc>
                <a:tc>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ct val="115000"/>
                        </a:lnSpc>
                        <a:spcBef>
                          <a:spcPct val="0"/>
                        </a:spcBef>
                        <a:spcAft>
                          <a:spcPts val="1000"/>
                        </a:spcAft>
                        <a:buClrTx/>
                        <a:buSzTx/>
                        <a:buFontTx/>
                        <a:buNone/>
                        <a:tabLst/>
                      </a:pPr>
                      <a:r>
                        <a:rPr kumimoji="0" lang="en-US" altLang="en-US" sz="1500" u="none" strike="noStrike" cap="none" normalizeH="0" baseline="0">
                          <a:ln>
                            <a:noFill/>
                          </a:ln>
                          <a:effectLst/>
                        </a:rPr>
                        <a:t>PO11</a:t>
                      </a:r>
                      <a:endParaRPr kumimoji="0" lang="en-IN" altLang="en-US" sz="1500" b="1"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horzOverflow="overflow"/>
                </a:tc>
                <a:tc>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ct val="115000"/>
                        </a:lnSpc>
                        <a:spcBef>
                          <a:spcPct val="0"/>
                        </a:spcBef>
                        <a:spcAft>
                          <a:spcPts val="1000"/>
                        </a:spcAft>
                        <a:buClrTx/>
                        <a:buSzTx/>
                        <a:buFontTx/>
                        <a:buNone/>
                        <a:tabLst/>
                      </a:pPr>
                      <a:r>
                        <a:rPr kumimoji="0" lang="en-US" altLang="en-US" sz="1500" u="none" strike="noStrike" cap="none" normalizeH="0" baseline="0">
                          <a:ln>
                            <a:noFill/>
                          </a:ln>
                          <a:effectLst/>
                        </a:rPr>
                        <a:t>PO12</a:t>
                      </a:r>
                      <a:endParaRPr kumimoji="0" lang="en-IN" altLang="en-US" sz="1500" b="1"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horzOverflow="overflow"/>
                </a:tc>
                <a:extLst>
                  <a:ext uri="{0D108BD9-81ED-4DB2-BD59-A6C34878D82A}">
                    <a16:rowId xmlns:a16="http://schemas.microsoft.com/office/drawing/2014/main" val="10001"/>
                  </a:ext>
                </a:extLst>
              </a:tr>
              <a:tr h="239927">
                <a:tc>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ct val="115000"/>
                        </a:lnSpc>
                        <a:spcBef>
                          <a:spcPct val="0"/>
                        </a:spcBef>
                        <a:spcAft>
                          <a:spcPts val="1000"/>
                        </a:spcAft>
                        <a:buClrTx/>
                        <a:buSzTx/>
                        <a:buFontTx/>
                        <a:buNone/>
                        <a:tabLst/>
                      </a:pPr>
                      <a:r>
                        <a:rPr kumimoji="0" lang="en-IN" altLang="en-US" sz="1500" u="none" strike="noStrike" cap="none" normalizeH="0" baseline="0">
                          <a:ln>
                            <a:noFill/>
                          </a:ln>
                          <a:effectLst/>
                        </a:rPr>
                        <a:t>CO1</a:t>
                      </a:r>
                      <a:endParaRPr kumimoji="0" lang="en-IN" altLang="en-US" sz="1500" b="1"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horzOverflow="overflow"/>
                </a:tc>
                <a:tc>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ct val="115000"/>
                        </a:lnSpc>
                        <a:spcBef>
                          <a:spcPct val="0"/>
                        </a:spcBef>
                        <a:spcAft>
                          <a:spcPts val="1000"/>
                        </a:spcAft>
                        <a:buClrTx/>
                        <a:buSzTx/>
                        <a:buFontTx/>
                        <a:buNone/>
                        <a:tabLst/>
                      </a:pPr>
                      <a:r>
                        <a:rPr kumimoji="0" lang="en-US" altLang="en-US" sz="1500" u="none" strike="noStrike" cap="none" normalizeH="0" baseline="0">
                          <a:ln>
                            <a:noFill/>
                          </a:ln>
                          <a:effectLst/>
                        </a:rPr>
                        <a:t>3</a:t>
                      </a:r>
                      <a:endParaRPr kumimoji="0" lang="en-IN" altLang="en-US" sz="1500" b="0"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horzOverflow="overflow"/>
                </a:tc>
                <a:tc>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ct val="115000"/>
                        </a:lnSpc>
                        <a:spcBef>
                          <a:spcPct val="0"/>
                        </a:spcBef>
                        <a:spcAft>
                          <a:spcPts val="1000"/>
                        </a:spcAft>
                        <a:buClrTx/>
                        <a:buSzTx/>
                        <a:buFontTx/>
                        <a:buNone/>
                        <a:tabLst/>
                      </a:pPr>
                      <a:r>
                        <a:rPr kumimoji="0" lang="en-US" altLang="en-US" sz="1500" u="none" strike="noStrike" cap="none" normalizeH="0" baseline="0">
                          <a:ln>
                            <a:noFill/>
                          </a:ln>
                          <a:effectLst/>
                        </a:rPr>
                        <a:t>3</a:t>
                      </a:r>
                      <a:endParaRPr kumimoji="0" lang="en-IN" altLang="en-US" sz="1500" b="0"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horzOverflow="overflow"/>
                </a:tc>
                <a:tc gridSpan="2">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ct val="115000"/>
                        </a:lnSpc>
                        <a:spcBef>
                          <a:spcPct val="0"/>
                        </a:spcBef>
                        <a:spcAft>
                          <a:spcPts val="1000"/>
                        </a:spcAft>
                        <a:buClrTx/>
                        <a:buSzTx/>
                        <a:buFontTx/>
                        <a:buNone/>
                        <a:tabLst/>
                      </a:pPr>
                      <a:r>
                        <a:rPr kumimoji="0" lang="en-US" altLang="en-US" sz="1500" u="none" strike="noStrike" cap="none" normalizeH="0" baseline="0">
                          <a:ln>
                            <a:noFill/>
                          </a:ln>
                          <a:effectLst/>
                        </a:rPr>
                        <a:t>3</a:t>
                      </a:r>
                      <a:endParaRPr kumimoji="0" lang="en-IN" altLang="en-US" sz="1500" b="0"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horzOverflow="overflow"/>
                </a:tc>
                <a:tc hMerge="1">
                  <a:txBody>
                    <a:bodyPr/>
                    <a:lstStyle/>
                    <a:p>
                      <a:endParaRPr lang="en-IN"/>
                    </a:p>
                  </a:txBody>
                  <a:tcPr/>
                </a:tc>
                <a:tc>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ct val="115000"/>
                        </a:lnSpc>
                        <a:spcBef>
                          <a:spcPct val="0"/>
                        </a:spcBef>
                        <a:spcAft>
                          <a:spcPts val="1000"/>
                        </a:spcAft>
                        <a:buClrTx/>
                        <a:buSzTx/>
                        <a:buFontTx/>
                        <a:buNone/>
                        <a:tabLst/>
                      </a:pPr>
                      <a:r>
                        <a:rPr kumimoji="0" lang="en-US" altLang="en-US" sz="1500" u="none" strike="noStrike" cap="none" normalizeH="0" baseline="0">
                          <a:ln>
                            <a:noFill/>
                          </a:ln>
                          <a:effectLst/>
                        </a:rPr>
                        <a:t>3</a:t>
                      </a:r>
                      <a:endParaRPr kumimoji="0" lang="en-IN" altLang="en-US" sz="1500" b="0"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horzOverflow="overflow"/>
                </a:tc>
                <a:tc>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ct val="115000"/>
                        </a:lnSpc>
                        <a:spcBef>
                          <a:spcPct val="0"/>
                        </a:spcBef>
                        <a:spcAft>
                          <a:spcPts val="1000"/>
                        </a:spcAft>
                        <a:buClrTx/>
                        <a:buSzTx/>
                        <a:buFontTx/>
                        <a:buNone/>
                        <a:tabLst/>
                      </a:pPr>
                      <a:r>
                        <a:rPr kumimoji="0" lang="en-US" altLang="en-US" sz="1500" u="none" strike="noStrike" cap="none" normalizeH="0" baseline="0">
                          <a:ln>
                            <a:noFill/>
                          </a:ln>
                          <a:effectLst/>
                        </a:rPr>
                        <a:t>2</a:t>
                      </a:r>
                      <a:endParaRPr kumimoji="0" lang="en-IN" altLang="en-US" sz="1500" b="0"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horzOverflow="overflow"/>
                </a:tc>
                <a:tc>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ct val="115000"/>
                        </a:lnSpc>
                        <a:spcBef>
                          <a:spcPct val="0"/>
                        </a:spcBef>
                        <a:spcAft>
                          <a:spcPts val="1000"/>
                        </a:spcAft>
                        <a:buClrTx/>
                        <a:buSzTx/>
                        <a:buFontTx/>
                        <a:buNone/>
                        <a:tabLst/>
                      </a:pPr>
                      <a:r>
                        <a:rPr kumimoji="0" lang="en-US" altLang="en-US" sz="1500" u="none" strike="noStrike" cap="none" normalizeH="0" baseline="0">
                          <a:ln>
                            <a:noFill/>
                          </a:ln>
                          <a:effectLst/>
                        </a:rPr>
                        <a:t>2</a:t>
                      </a:r>
                      <a:endParaRPr kumimoji="0" lang="en-IN" altLang="en-US" sz="1500" b="0"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horzOverflow="overflow"/>
                </a:tc>
                <a:tc>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ct val="115000"/>
                        </a:lnSpc>
                        <a:spcBef>
                          <a:spcPct val="0"/>
                        </a:spcBef>
                        <a:spcAft>
                          <a:spcPts val="1000"/>
                        </a:spcAft>
                        <a:buClrTx/>
                        <a:buSzTx/>
                        <a:buFontTx/>
                        <a:buNone/>
                        <a:tabLst/>
                      </a:pPr>
                      <a:r>
                        <a:rPr kumimoji="0" lang="en-US" altLang="en-US" sz="1500" u="none" strike="noStrike" cap="none" normalizeH="0" baseline="0">
                          <a:ln>
                            <a:noFill/>
                          </a:ln>
                          <a:effectLst/>
                        </a:rPr>
                        <a:t>1</a:t>
                      </a:r>
                      <a:endParaRPr kumimoji="0" lang="en-IN" altLang="en-US" sz="1500" b="0"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horzOverflow="overflow"/>
                </a:tc>
                <a:tc>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ct val="115000"/>
                        </a:lnSpc>
                        <a:spcBef>
                          <a:spcPct val="0"/>
                        </a:spcBef>
                        <a:spcAft>
                          <a:spcPts val="1000"/>
                        </a:spcAft>
                        <a:buClrTx/>
                        <a:buSzTx/>
                        <a:buFontTx/>
                        <a:buNone/>
                        <a:tabLst/>
                      </a:pPr>
                      <a:r>
                        <a:rPr kumimoji="0" lang="en-US" altLang="en-US" sz="1500" u="none" strike="noStrike" cap="none" normalizeH="0" baseline="0">
                          <a:ln>
                            <a:noFill/>
                          </a:ln>
                          <a:effectLst/>
                        </a:rPr>
                        <a:t>-</a:t>
                      </a:r>
                      <a:endParaRPr kumimoji="0" lang="en-IN" altLang="en-US" sz="1500" b="0"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horzOverflow="overflow"/>
                </a:tc>
                <a:tc>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ct val="115000"/>
                        </a:lnSpc>
                        <a:spcBef>
                          <a:spcPct val="0"/>
                        </a:spcBef>
                        <a:spcAft>
                          <a:spcPts val="1000"/>
                        </a:spcAft>
                        <a:buClrTx/>
                        <a:buSzTx/>
                        <a:buFontTx/>
                        <a:buNone/>
                        <a:tabLst/>
                      </a:pPr>
                      <a:r>
                        <a:rPr kumimoji="0" lang="en-US" altLang="en-US" sz="1500" u="none" strike="noStrike" cap="none" normalizeH="0" baseline="0">
                          <a:ln>
                            <a:noFill/>
                          </a:ln>
                          <a:effectLst/>
                        </a:rPr>
                        <a:t>1</a:t>
                      </a:r>
                      <a:endParaRPr kumimoji="0" lang="en-IN" altLang="en-US" sz="1500" b="0"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horzOverflow="overflow"/>
                </a:tc>
                <a:tc>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ct val="115000"/>
                        </a:lnSpc>
                        <a:spcBef>
                          <a:spcPct val="0"/>
                        </a:spcBef>
                        <a:spcAft>
                          <a:spcPts val="1000"/>
                        </a:spcAft>
                        <a:buClrTx/>
                        <a:buSzTx/>
                        <a:buFontTx/>
                        <a:buNone/>
                        <a:tabLst/>
                      </a:pPr>
                      <a:r>
                        <a:rPr kumimoji="0" lang="en-US" altLang="en-US" sz="1500" u="none" strike="noStrike" cap="none" normalizeH="0" baseline="0">
                          <a:ln>
                            <a:noFill/>
                          </a:ln>
                          <a:effectLst/>
                        </a:rPr>
                        <a:t>-</a:t>
                      </a:r>
                      <a:endParaRPr kumimoji="0" lang="en-IN" altLang="en-US" sz="1500" b="0"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horzOverflow="overflow"/>
                </a:tc>
                <a:tc>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ct val="115000"/>
                        </a:lnSpc>
                        <a:spcBef>
                          <a:spcPct val="0"/>
                        </a:spcBef>
                        <a:spcAft>
                          <a:spcPts val="1000"/>
                        </a:spcAft>
                        <a:buClrTx/>
                        <a:buSzTx/>
                        <a:buFontTx/>
                        <a:buNone/>
                        <a:tabLst/>
                      </a:pPr>
                      <a:r>
                        <a:rPr kumimoji="0" lang="en-US" altLang="en-US" sz="1500" u="none" strike="noStrike" cap="none" normalizeH="0" baseline="0">
                          <a:ln>
                            <a:noFill/>
                          </a:ln>
                          <a:effectLst/>
                        </a:rPr>
                        <a:t>2</a:t>
                      </a:r>
                      <a:endParaRPr kumimoji="0" lang="en-IN" altLang="en-US" sz="1500" b="0"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horzOverflow="overflow"/>
                </a:tc>
                <a:tc>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ct val="115000"/>
                        </a:lnSpc>
                        <a:spcBef>
                          <a:spcPct val="0"/>
                        </a:spcBef>
                        <a:spcAft>
                          <a:spcPts val="1000"/>
                        </a:spcAft>
                        <a:buClrTx/>
                        <a:buSzTx/>
                        <a:buFontTx/>
                        <a:buNone/>
                        <a:tabLst/>
                      </a:pPr>
                      <a:r>
                        <a:rPr kumimoji="0" lang="en-IN" altLang="en-US" sz="1500" u="none" strike="noStrike" cap="none" normalizeH="0" baseline="0">
                          <a:ln>
                            <a:noFill/>
                          </a:ln>
                          <a:effectLst/>
                        </a:rPr>
                        <a:t>2</a:t>
                      </a:r>
                      <a:endParaRPr kumimoji="0" lang="en-IN" altLang="en-US" sz="1500" b="0"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horzOverflow="overflow"/>
                </a:tc>
                <a:extLst>
                  <a:ext uri="{0D108BD9-81ED-4DB2-BD59-A6C34878D82A}">
                    <a16:rowId xmlns:a16="http://schemas.microsoft.com/office/drawing/2014/main" val="10002"/>
                  </a:ext>
                </a:extLst>
              </a:tr>
              <a:tr h="239927">
                <a:tc>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ct val="115000"/>
                        </a:lnSpc>
                        <a:spcBef>
                          <a:spcPct val="0"/>
                        </a:spcBef>
                        <a:spcAft>
                          <a:spcPts val="1000"/>
                        </a:spcAft>
                        <a:buClrTx/>
                        <a:buSzTx/>
                        <a:buFontTx/>
                        <a:buNone/>
                        <a:tabLst/>
                      </a:pPr>
                      <a:r>
                        <a:rPr kumimoji="0" lang="en-IN" altLang="en-US" sz="1500" b="1" u="none" strike="noStrike" cap="none" normalizeH="0" baseline="0">
                          <a:ln>
                            <a:noFill/>
                          </a:ln>
                          <a:solidFill>
                            <a:srgbClr val="FF0000"/>
                          </a:solidFill>
                          <a:effectLst/>
                        </a:rPr>
                        <a:t>CO2</a:t>
                      </a:r>
                      <a:endParaRPr kumimoji="0" lang="en-IN" altLang="en-US" sz="1500" b="1" i="0" u="none" strike="noStrike" cap="none" normalizeH="0" baseline="0">
                        <a:ln>
                          <a:noFill/>
                        </a:ln>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horzOverflow="overflow"/>
                </a:tc>
                <a:tc>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ts val="1313"/>
                        </a:lnSpc>
                        <a:spcBef>
                          <a:spcPct val="0"/>
                        </a:spcBef>
                        <a:spcAft>
                          <a:spcPts val="1000"/>
                        </a:spcAft>
                        <a:buClrTx/>
                        <a:buSzTx/>
                        <a:buFontTx/>
                        <a:buNone/>
                        <a:tabLst/>
                      </a:pPr>
                      <a:r>
                        <a:rPr kumimoji="0" lang="en-US" altLang="en-US" sz="1500" b="1" u="none" strike="noStrike" cap="none" normalizeH="0" baseline="0">
                          <a:ln>
                            <a:noFill/>
                          </a:ln>
                          <a:solidFill>
                            <a:srgbClr val="FF0000"/>
                          </a:solidFill>
                          <a:effectLst/>
                        </a:rPr>
                        <a:t>3</a:t>
                      </a:r>
                      <a:endParaRPr kumimoji="0" lang="en-IN" altLang="en-US" sz="1500" b="1" i="0" u="none" strike="noStrike" cap="none" normalizeH="0" baseline="0">
                        <a:ln>
                          <a:noFill/>
                        </a:ln>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horzOverflow="overflow"/>
                </a:tc>
                <a:tc>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ts val="1313"/>
                        </a:lnSpc>
                        <a:spcBef>
                          <a:spcPct val="0"/>
                        </a:spcBef>
                        <a:spcAft>
                          <a:spcPts val="1000"/>
                        </a:spcAft>
                        <a:buClrTx/>
                        <a:buSzTx/>
                        <a:buFontTx/>
                        <a:buNone/>
                        <a:tabLst/>
                      </a:pPr>
                      <a:r>
                        <a:rPr kumimoji="0" lang="en-US" altLang="en-US" sz="1500" b="1" u="none" strike="noStrike" cap="none" normalizeH="0" baseline="0">
                          <a:ln>
                            <a:noFill/>
                          </a:ln>
                          <a:solidFill>
                            <a:srgbClr val="FF0000"/>
                          </a:solidFill>
                          <a:effectLst/>
                        </a:rPr>
                        <a:t>3</a:t>
                      </a:r>
                      <a:endParaRPr kumimoji="0" lang="en-IN" altLang="en-US" sz="1500" b="1" i="0" u="none" strike="noStrike" cap="none" normalizeH="0" baseline="0">
                        <a:ln>
                          <a:noFill/>
                        </a:ln>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horzOverflow="overflow"/>
                </a:tc>
                <a:tc gridSpan="2">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ts val="1313"/>
                        </a:lnSpc>
                        <a:spcBef>
                          <a:spcPct val="0"/>
                        </a:spcBef>
                        <a:spcAft>
                          <a:spcPts val="1000"/>
                        </a:spcAft>
                        <a:buClrTx/>
                        <a:buSzTx/>
                        <a:buFontTx/>
                        <a:buNone/>
                        <a:tabLst/>
                      </a:pPr>
                      <a:r>
                        <a:rPr kumimoji="0" lang="en-US" altLang="en-US" sz="1500" b="1" u="none" strike="noStrike" cap="none" normalizeH="0" baseline="0">
                          <a:ln>
                            <a:noFill/>
                          </a:ln>
                          <a:solidFill>
                            <a:srgbClr val="FF0000"/>
                          </a:solidFill>
                          <a:effectLst/>
                        </a:rPr>
                        <a:t>3</a:t>
                      </a:r>
                      <a:endParaRPr kumimoji="0" lang="en-IN" altLang="en-US" sz="1500" b="1" i="0" u="none" strike="noStrike" cap="none" normalizeH="0" baseline="0">
                        <a:ln>
                          <a:noFill/>
                        </a:ln>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horzOverflow="overflow"/>
                </a:tc>
                <a:tc hMerge="1">
                  <a:txBody>
                    <a:bodyPr/>
                    <a:lstStyle/>
                    <a:p>
                      <a:endParaRPr lang="en-IN"/>
                    </a:p>
                  </a:txBody>
                  <a:tcPr/>
                </a:tc>
                <a:tc>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ts val="1313"/>
                        </a:lnSpc>
                        <a:spcBef>
                          <a:spcPct val="0"/>
                        </a:spcBef>
                        <a:spcAft>
                          <a:spcPts val="1000"/>
                        </a:spcAft>
                        <a:buClrTx/>
                        <a:buSzTx/>
                        <a:buFontTx/>
                        <a:buNone/>
                        <a:tabLst/>
                      </a:pPr>
                      <a:r>
                        <a:rPr kumimoji="0" lang="en-US" altLang="en-US" sz="1500" b="1" u="none" strike="noStrike" cap="none" normalizeH="0" baseline="0">
                          <a:ln>
                            <a:noFill/>
                          </a:ln>
                          <a:solidFill>
                            <a:srgbClr val="FF0000"/>
                          </a:solidFill>
                          <a:effectLst/>
                        </a:rPr>
                        <a:t>3</a:t>
                      </a:r>
                      <a:endParaRPr kumimoji="0" lang="en-IN" altLang="en-US" sz="1500" b="1" i="0" u="none" strike="noStrike" cap="none" normalizeH="0" baseline="0">
                        <a:ln>
                          <a:noFill/>
                        </a:ln>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horzOverflow="overflow"/>
                </a:tc>
                <a:tc>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ts val="1313"/>
                        </a:lnSpc>
                        <a:spcBef>
                          <a:spcPct val="0"/>
                        </a:spcBef>
                        <a:spcAft>
                          <a:spcPts val="1000"/>
                        </a:spcAft>
                        <a:buClrTx/>
                        <a:buSzTx/>
                        <a:buFontTx/>
                        <a:buNone/>
                        <a:tabLst/>
                      </a:pPr>
                      <a:r>
                        <a:rPr kumimoji="0" lang="en-US" altLang="en-US" sz="1500" b="1" u="none" strike="noStrike" cap="none" normalizeH="0" baseline="0">
                          <a:ln>
                            <a:noFill/>
                          </a:ln>
                          <a:solidFill>
                            <a:srgbClr val="FF0000"/>
                          </a:solidFill>
                          <a:effectLst/>
                        </a:rPr>
                        <a:t>2</a:t>
                      </a:r>
                      <a:endParaRPr kumimoji="0" lang="en-IN" altLang="en-US" sz="1500" b="1" i="0" u="none" strike="noStrike" cap="none" normalizeH="0" baseline="0">
                        <a:ln>
                          <a:noFill/>
                        </a:ln>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horzOverflow="overflow"/>
                </a:tc>
                <a:tc>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ts val="1313"/>
                        </a:lnSpc>
                        <a:spcBef>
                          <a:spcPct val="0"/>
                        </a:spcBef>
                        <a:spcAft>
                          <a:spcPts val="1000"/>
                        </a:spcAft>
                        <a:buClrTx/>
                        <a:buSzTx/>
                        <a:buFontTx/>
                        <a:buNone/>
                        <a:tabLst/>
                      </a:pPr>
                      <a:r>
                        <a:rPr kumimoji="0" lang="en-US" altLang="en-US" sz="1500" b="1" u="none" strike="noStrike" cap="none" normalizeH="0" baseline="0">
                          <a:ln>
                            <a:noFill/>
                          </a:ln>
                          <a:solidFill>
                            <a:srgbClr val="FF0000"/>
                          </a:solidFill>
                          <a:effectLst/>
                        </a:rPr>
                        <a:t>2</a:t>
                      </a:r>
                      <a:endParaRPr kumimoji="0" lang="en-IN" altLang="en-US" sz="1500" b="1" i="0" u="none" strike="noStrike" cap="none" normalizeH="0" baseline="0">
                        <a:ln>
                          <a:noFill/>
                        </a:ln>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horzOverflow="overflow"/>
                </a:tc>
                <a:tc>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ts val="1313"/>
                        </a:lnSpc>
                        <a:spcBef>
                          <a:spcPct val="0"/>
                        </a:spcBef>
                        <a:spcAft>
                          <a:spcPts val="1000"/>
                        </a:spcAft>
                        <a:buClrTx/>
                        <a:buSzTx/>
                        <a:buFontTx/>
                        <a:buNone/>
                        <a:tabLst/>
                      </a:pPr>
                      <a:r>
                        <a:rPr kumimoji="0" lang="en-US" altLang="en-US" sz="1500" b="1" u="none" strike="noStrike" cap="none" normalizeH="0" baseline="0">
                          <a:ln>
                            <a:noFill/>
                          </a:ln>
                          <a:solidFill>
                            <a:srgbClr val="FF0000"/>
                          </a:solidFill>
                          <a:effectLst/>
                        </a:rPr>
                        <a:t>1</a:t>
                      </a:r>
                      <a:endParaRPr kumimoji="0" lang="en-IN" altLang="en-US" sz="1500" b="1" i="0" u="none" strike="noStrike" cap="none" normalizeH="0" baseline="0">
                        <a:ln>
                          <a:noFill/>
                        </a:ln>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horzOverflow="overflow"/>
                </a:tc>
                <a:tc>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ts val="1313"/>
                        </a:lnSpc>
                        <a:spcBef>
                          <a:spcPct val="0"/>
                        </a:spcBef>
                        <a:spcAft>
                          <a:spcPts val="1000"/>
                        </a:spcAft>
                        <a:buClrTx/>
                        <a:buSzTx/>
                        <a:buFontTx/>
                        <a:buNone/>
                        <a:tabLst/>
                      </a:pPr>
                      <a:r>
                        <a:rPr kumimoji="0" lang="en-US" altLang="en-US" sz="1500" b="1" u="none" strike="noStrike" cap="none" normalizeH="0" baseline="0">
                          <a:ln>
                            <a:noFill/>
                          </a:ln>
                          <a:solidFill>
                            <a:srgbClr val="FF0000"/>
                          </a:solidFill>
                          <a:effectLst/>
                        </a:rPr>
                        <a:t>-</a:t>
                      </a:r>
                      <a:endParaRPr kumimoji="0" lang="en-IN" altLang="en-US" sz="1500" b="1" i="0" u="none" strike="noStrike" cap="none" normalizeH="0" baseline="0">
                        <a:ln>
                          <a:noFill/>
                        </a:ln>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horzOverflow="overflow"/>
                </a:tc>
                <a:tc>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ts val="1313"/>
                        </a:lnSpc>
                        <a:spcBef>
                          <a:spcPct val="0"/>
                        </a:spcBef>
                        <a:spcAft>
                          <a:spcPts val="1000"/>
                        </a:spcAft>
                        <a:buClrTx/>
                        <a:buSzTx/>
                        <a:buFontTx/>
                        <a:buNone/>
                        <a:tabLst/>
                      </a:pPr>
                      <a:r>
                        <a:rPr kumimoji="0" lang="en-US" altLang="en-US" sz="1500" b="1" u="none" strike="noStrike" cap="none" normalizeH="0" baseline="0">
                          <a:ln>
                            <a:noFill/>
                          </a:ln>
                          <a:solidFill>
                            <a:srgbClr val="FF0000"/>
                          </a:solidFill>
                          <a:effectLst/>
                        </a:rPr>
                        <a:t>1</a:t>
                      </a:r>
                      <a:endParaRPr kumimoji="0" lang="en-IN" altLang="en-US" sz="1500" b="1" i="0" u="none" strike="noStrike" cap="none" normalizeH="0" baseline="0">
                        <a:ln>
                          <a:noFill/>
                        </a:ln>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horzOverflow="overflow"/>
                </a:tc>
                <a:tc>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ts val="1313"/>
                        </a:lnSpc>
                        <a:spcBef>
                          <a:spcPct val="0"/>
                        </a:spcBef>
                        <a:spcAft>
                          <a:spcPts val="1000"/>
                        </a:spcAft>
                        <a:buClrTx/>
                        <a:buSzTx/>
                        <a:buFontTx/>
                        <a:buNone/>
                        <a:tabLst/>
                      </a:pPr>
                      <a:r>
                        <a:rPr kumimoji="0" lang="en-US" altLang="en-US" sz="1500" b="1" u="none" strike="noStrike" cap="none" normalizeH="0" baseline="0">
                          <a:ln>
                            <a:noFill/>
                          </a:ln>
                          <a:solidFill>
                            <a:srgbClr val="FF0000"/>
                          </a:solidFill>
                          <a:effectLst/>
                        </a:rPr>
                        <a:t>1</a:t>
                      </a:r>
                      <a:endParaRPr kumimoji="0" lang="en-IN" altLang="en-US" sz="1500" b="1" i="0" u="none" strike="noStrike" cap="none" normalizeH="0" baseline="0">
                        <a:ln>
                          <a:noFill/>
                        </a:ln>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horzOverflow="overflow"/>
                </a:tc>
                <a:tc>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ts val="1313"/>
                        </a:lnSpc>
                        <a:spcBef>
                          <a:spcPct val="0"/>
                        </a:spcBef>
                        <a:spcAft>
                          <a:spcPts val="1000"/>
                        </a:spcAft>
                        <a:buClrTx/>
                        <a:buSzTx/>
                        <a:buFontTx/>
                        <a:buNone/>
                        <a:tabLst/>
                      </a:pPr>
                      <a:r>
                        <a:rPr kumimoji="0" lang="en-US" altLang="en-US" sz="1500" b="1" u="none" strike="noStrike" cap="none" normalizeH="0" baseline="0">
                          <a:ln>
                            <a:noFill/>
                          </a:ln>
                          <a:solidFill>
                            <a:srgbClr val="FF0000"/>
                          </a:solidFill>
                          <a:effectLst/>
                        </a:rPr>
                        <a:t>2</a:t>
                      </a:r>
                      <a:endParaRPr kumimoji="0" lang="en-IN" altLang="en-US" sz="1500" b="1" i="0" u="none" strike="noStrike" cap="none" normalizeH="0" baseline="0">
                        <a:ln>
                          <a:noFill/>
                        </a:ln>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horzOverflow="overflow"/>
                </a:tc>
                <a:tc>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ts val="1313"/>
                        </a:lnSpc>
                        <a:spcBef>
                          <a:spcPct val="0"/>
                        </a:spcBef>
                        <a:spcAft>
                          <a:spcPts val="1000"/>
                        </a:spcAft>
                        <a:buClrTx/>
                        <a:buSzTx/>
                        <a:buFontTx/>
                        <a:buNone/>
                        <a:tabLst/>
                      </a:pPr>
                      <a:r>
                        <a:rPr kumimoji="0" lang="en-US" altLang="en-US" sz="1500" b="1" u="none" strike="noStrike" cap="none" normalizeH="0" baseline="0">
                          <a:ln>
                            <a:noFill/>
                          </a:ln>
                          <a:solidFill>
                            <a:srgbClr val="FF0000"/>
                          </a:solidFill>
                          <a:effectLst/>
                        </a:rPr>
                        <a:t>2</a:t>
                      </a:r>
                      <a:endParaRPr kumimoji="0" lang="en-IN" altLang="en-US" sz="1500" b="1" i="0" u="none" strike="noStrike" cap="none" normalizeH="0" baseline="0">
                        <a:ln>
                          <a:noFill/>
                        </a:ln>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horzOverflow="overflow"/>
                </a:tc>
                <a:extLst>
                  <a:ext uri="{0D108BD9-81ED-4DB2-BD59-A6C34878D82A}">
                    <a16:rowId xmlns:a16="http://schemas.microsoft.com/office/drawing/2014/main" val="10003"/>
                  </a:ext>
                </a:extLst>
              </a:tr>
              <a:tr h="239927">
                <a:tc>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ct val="115000"/>
                        </a:lnSpc>
                        <a:spcBef>
                          <a:spcPct val="0"/>
                        </a:spcBef>
                        <a:spcAft>
                          <a:spcPts val="1000"/>
                        </a:spcAft>
                        <a:buClrTx/>
                        <a:buSzTx/>
                        <a:buFontTx/>
                        <a:buNone/>
                        <a:tabLst/>
                      </a:pPr>
                      <a:r>
                        <a:rPr kumimoji="0" lang="en-IN" altLang="en-US" sz="1500" u="none" strike="noStrike" cap="none" normalizeH="0" baseline="0">
                          <a:ln>
                            <a:noFill/>
                          </a:ln>
                          <a:effectLst/>
                        </a:rPr>
                        <a:t>CO3</a:t>
                      </a:r>
                      <a:endParaRPr kumimoji="0" lang="en-IN" altLang="en-US" sz="1500" b="1"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horzOverflow="overflow"/>
                </a:tc>
                <a:tc>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ct val="115000"/>
                        </a:lnSpc>
                        <a:spcBef>
                          <a:spcPct val="0"/>
                        </a:spcBef>
                        <a:spcAft>
                          <a:spcPts val="1000"/>
                        </a:spcAft>
                        <a:buClrTx/>
                        <a:buSzTx/>
                        <a:buFontTx/>
                        <a:buNone/>
                        <a:tabLst/>
                      </a:pPr>
                      <a:r>
                        <a:rPr kumimoji="0" lang="en-US" altLang="en-US" sz="1500" u="none" strike="noStrike" cap="none" normalizeH="0" baseline="0">
                          <a:ln>
                            <a:noFill/>
                          </a:ln>
                          <a:effectLst/>
                        </a:rPr>
                        <a:t>3</a:t>
                      </a:r>
                      <a:endParaRPr kumimoji="0" lang="en-IN" altLang="en-US" sz="1500" b="0"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horzOverflow="overflow"/>
                </a:tc>
                <a:tc>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ct val="115000"/>
                        </a:lnSpc>
                        <a:spcBef>
                          <a:spcPct val="0"/>
                        </a:spcBef>
                        <a:spcAft>
                          <a:spcPts val="1000"/>
                        </a:spcAft>
                        <a:buClrTx/>
                        <a:buSzTx/>
                        <a:buFontTx/>
                        <a:buNone/>
                        <a:tabLst/>
                      </a:pPr>
                      <a:r>
                        <a:rPr kumimoji="0" lang="en-US" altLang="en-US" sz="1500" u="none" strike="noStrike" cap="none" normalizeH="0" baseline="0">
                          <a:ln>
                            <a:noFill/>
                          </a:ln>
                          <a:effectLst/>
                        </a:rPr>
                        <a:t>3</a:t>
                      </a:r>
                      <a:endParaRPr kumimoji="0" lang="en-IN" altLang="en-US" sz="1500" b="0"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horzOverflow="overflow"/>
                </a:tc>
                <a:tc gridSpan="2">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ct val="115000"/>
                        </a:lnSpc>
                        <a:spcBef>
                          <a:spcPct val="0"/>
                        </a:spcBef>
                        <a:spcAft>
                          <a:spcPts val="1000"/>
                        </a:spcAft>
                        <a:buClrTx/>
                        <a:buSzTx/>
                        <a:buFontTx/>
                        <a:buNone/>
                        <a:tabLst/>
                      </a:pPr>
                      <a:r>
                        <a:rPr kumimoji="0" lang="en-US" altLang="en-US" sz="1500" u="none" strike="noStrike" cap="none" normalizeH="0" baseline="0">
                          <a:ln>
                            <a:noFill/>
                          </a:ln>
                          <a:effectLst/>
                        </a:rPr>
                        <a:t>3</a:t>
                      </a:r>
                      <a:endParaRPr kumimoji="0" lang="en-IN" altLang="en-US" sz="1500" b="0"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horzOverflow="overflow"/>
                </a:tc>
                <a:tc hMerge="1">
                  <a:txBody>
                    <a:bodyPr/>
                    <a:lstStyle/>
                    <a:p>
                      <a:endParaRPr lang="en-IN"/>
                    </a:p>
                  </a:txBody>
                  <a:tcPr/>
                </a:tc>
                <a:tc>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ct val="115000"/>
                        </a:lnSpc>
                        <a:spcBef>
                          <a:spcPct val="0"/>
                        </a:spcBef>
                        <a:spcAft>
                          <a:spcPts val="1000"/>
                        </a:spcAft>
                        <a:buClrTx/>
                        <a:buSzTx/>
                        <a:buFontTx/>
                        <a:buNone/>
                        <a:tabLst/>
                      </a:pPr>
                      <a:r>
                        <a:rPr kumimoji="0" lang="en-US" altLang="en-US" sz="1500" u="none" strike="noStrike" cap="none" normalizeH="0" baseline="0">
                          <a:ln>
                            <a:noFill/>
                          </a:ln>
                          <a:effectLst/>
                        </a:rPr>
                        <a:t>3</a:t>
                      </a:r>
                      <a:endParaRPr kumimoji="0" lang="en-IN" altLang="en-US" sz="1500" b="0"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horzOverflow="overflow"/>
                </a:tc>
                <a:tc>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ct val="115000"/>
                        </a:lnSpc>
                        <a:spcBef>
                          <a:spcPct val="0"/>
                        </a:spcBef>
                        <a:spcAft>
                          <a:spcPts val="1000"/>
                        </a:spcAft>
                        <a:buClrTx/>
                        <a:buSzTx/>
                        <a:buFontTx/>
                        <a:buNone/>
                        <a:tabLst/>
                      </a:pPr>
                      <a:r>
                        <a:rPr kumimoji="0" lang="en-US" altLang="en-US" sz="1500" u="none" strike="noStrike" cap="none" normalizeH="0" baseline="0">
                          <a:ln>
                            <a:noFill/>
                          </a:ln>
                          <a:effectLst/>
                        </a:rPr>
                        <a:t>3</a:t>
                      </a:r>
                      <a:endParaRPr kumimoji="0" lang="en-IN" altLang="en-US" sz="1500" b="0"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horzOverflow="overflow"/>
                </a:tc>
                <a:tc>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ct val="115000"/>
                        </a:lnSpc>
                        <a:spcBef>
                          <a:spcPct val="0"/>
                        </a:spcBef>
                        <a:spcAft>
                          <a:spcPts val="1000"/>
                        </a:spcAft>
                        <a:buClrTx/>
                        <a:buSzTx/>
                        <a:buFontTx/>
                        <a:buNone/>
                        <a:tabLst/>
                      </a:pPr>
                      <a:r>
                        <a:rPr kumimoji="0" lang="en-US" altLang="en-US" sz="1500" u="none" strike="noStrike" cap="none" normalizeH="0" baseline="0">
                          <a:ln>
                            <a:noFill/>
                          </a:ln>
                          <a:effectLst/>
                        </a:rPr>
                        <a:t>2</a:t>
                      </a:r>
                      <a:endParaRPr kumimoji="0" lang="en-IN" altLang="en-US" sz="1500" b="0"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horzOverflow="overflow"/>
                </a:tc>
                <a:tc>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ct val="115000"/>
                        </a:lnSpc>
                        <a:spcBef>
                          <a:spcPct val="0"/>
                        </a:spcBef>
                        <a:spcAft>
                          <a:spcPts val="1000"/>
                        </a:spcAft>
                        <a:buClrTx/>
                        <a:buSzTx/>
                        <a:buFontTx/>
                        <a:buNone/>
                        <a:tabLst/>
                      </a:pPr>
                      <a:r>
                        <a:rPr kumimoji="0" lang="en-US" altLang="en-US" sz="1500" u="none" strike="noStrike" cap="none" normalizeH="0" baseline="0">
                          <a:ln>
                            <a:noFill/>
                          </a:ln>
                          <a:effectLst/>
                        </a:rPr>
                        <a:t>2</a:t>
                      </a:r>
                      <a:endParaRPr kumimoji="0" lang="en-IN" altLang="en-US" sz="1500" b="0"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horzOverflow="overflow"/>
                </a:tc>
                <a:tc>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ct val="115000"/>
                        </a:lnSpc>
                        <a:spcBef>
                          <a:spcPct val="0"/>
                        </a:spcBef>
                        <a:spcAft>
                          <a:spcPts val="1000"/>
                        </a:spcAft>
                        <a:buClrTx/>
                        <a:buSzTx/>
                        <a:buFontTx/>
                        <a:buNone/>
                        <a:tabLst/>
                      </a:pPr>
                      <a:r>
                        <a:rPr kumimoji="0" lang="en-US" altLang="en-US" sz="1500" u="none" strike="noStrike" cap="none" normalizeH="0" baseline="0">
                          <a:ln>
                            <a:noFill/>
                          </a:ln>
                          <a:effectLst/>
                        </a:rPr>
                        <a:t>-</a:t>
                      </a:r>
                      <a:endParaRPr kumimoji="0" lang="en-IN" altLang="en-US" sz="1500" b="0"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horzOverflow="overflow"/>
                </a:tc>
                <a:tc>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ct val="115000"/>
                        </a:lnSpc>
                        <a:spcBef>
                          <a:spcPct val="0"/>
                        </a:spcBef>
                        <a:spcAft>
                          <a:spcPts val="1000"/>
                        </a:spcAft>
                        <a:buClrTx/>
                        <a:buSzTx/>
                        <a:buFontTx/>
                        <a:buNone/>
                        <a:tabLst/>
                      </a:pPr>
                      <a:r>
                        <a:rPr kumimoji="0" lang="en-US" altLang="en-US" sz="1500" u="none" strike="noStrike" cap="none" normalizeH="0" baseline="0">
                          <a:ln>
                            <a:noFill/>
                          </a:ln>
                          <a:effectLst/>
                        </a:rPr>
                        <a:t>2</a:t>
                      </a:r>
                      <a:endParaRPr kumimoji="0" lang="en-IN" altLang="en-US" sz="1500" b="0"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horzOverflow="overflow"/>
                </a:tc>
                <a:tc>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ct val="115000"/>
                        </a:lnSpc>
                        <a:spcBef>
                          <a:spcPct val="0"/>
                        </a:spcBef>
                        <a:spcAft>
                          <a:spcPts val="1000"/>
                        </a:spcAft>
                        <a:buClrTx/>
                        <a:buSzTx/>
                        <a:buFontTx/>
                        <a:buNone/>
                        <a:tabLst/>
                      </a:pPr>
                      <a:r>
                        <a:rPr kumimoji="0" lang="en-US" altLang="en-US" sz="1500" u="none" strike="noStrike" cap="none" normalizeH="0" baseline="0">
                          <a:ln>
                            <a:noFill/>
                          </a:ln>
                          <a:effectLst/>
                        </a:rPr>
                        <a:t>1</a:t>
                      </a:r>
                      <a:endParaRPr kumimoji="0" lang="en-IN" altLang="en-US" sz="1500" b="0"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horzOverflow="overflow"/>
                </a:tc>
                <a:tc>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ct val="115000"/>
                        </a:lnSpc>
                        <a:spcBef>
                          <a:spcPct val="0"/>
                        </a:spcBef>
                        <a:spcAft>
                          <a:spcPts val="1000"/>
                        </a:spcAft>
                        <a:buClrTx/>
                        <a:buSzTx/>
                        <a:buFontTx/>
                        <a:buNone/>
                        <a:tabLst/>
                      </a:pPr>
                      <a:r>
                        <a:rPr kumimoji="0" lang="en-US" altLang="en-US" sz="1500" u="none" strike="noStrike" cap="none" normalizeH="0" baseline="0">
                          <a:ln>
                            <a:noFill/>
                          </a:ln>
                          <a:effectLst/>
                        </a:rPr>
                        <a:t>2</a:t>
                      </a:r>
                      <a:endParaRPr kumimoji="0" lang="en-IN" altLang="en-US" sz="1500" b="0"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horzOverflow="overflow"/>
                </a:tc>
                <a:tc>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ct val="115000"/>
                        </a:lnSpc>
                        <a:spcBef>
                          <a:spcPct val="0"/>
                        </a:spcBef>
                        <a:spcAft>
                          <a:spcPts val="1000"/>
                        </a:spcAft>
                        <a:buClrTx/>
                        <a:buSzTx/>
                        <a:buFontTx/>
                        <a:buNone/>
                        <a:tabLst/>
                      </a:pPr>
                      <a:r>
                        <a:rPr kumimoji="0" lang="en-US" altLang="en-US" sz="1500" u="none" strike="noStrike" cap="none" normalizeH="0" baseline="0">
                          <a:ln>
                            <a:noFill/>
                          </a:ln>
                          <a:effectLst/>
                        </a:rPr>
                        <a:t>3</a:t>
                      </a:r>
                      <a:endParaRPr kumimoji="0" lang="en-IN" altLang="en-US" sz="1500" b="0"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horzOverflow="overflow"/>
                </a:tc>
                <a:extLst>
                  <a:ext uri="{0D108BD9-81ED-4DB2-BD59-A6C34878D82A}">
                    <a16:rowId xmlns:a16="http://schemas.microsoft.com/office/drawing/2014/main" val="10004"/>
                  </a:ext>
                </a:extLst>
              </a:tr>
              <a:tr h="239927">
                <a:tc>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ct val="115000"/>
                        </a:lnSpc>
                        <a:spcBef>
                          <a:spcPct val="0"/>
                        </a:spcBef>
                        <a:spcAft>
                          <a:spcPts val="1000"/>
                        </a:spcAft>
                        <a:buClrTx/>
                        <a:buSzTx/>
                        <a:buFontTx/>
                        <a:buNone/>
                        <a:tabLst/>
                      </a:pPr>
                      <a:r>
                        <a:rPr kumimoji="0" lang="en-IN" altLang="en-US" sz="1500" u="none" strike="noStrike" cap="none" normalizeH="0" baseline="0">
                          <a:ln>
                            <a:noFill/>
                          </a:ln>
                          <a:effectLst/>
                        </a:rPr>
                        <a:t>CO4</a:t>
                      </a:r>
                      <a:endParaRPr kumimoji="0" lang="en-IN" altLang="en-US" sz="1500" b="1"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horzOverflow="overflow"/>
                </a:tc>
                <a:tc>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ts val="1313"/>
                        </a:lnSpc>
                        <a:spcBef>
                          <a:spcPct val="0"/>
                        </a:spcBef>
                        <a:spcAft>
                          <a:spcPts val="1000"/>
                        </a:spcAft>
                        <a:buClrTx/>
                        <a:buSzTx/>
                        <a:buFontTx/>
                        <a:buNone/>
                        <a:tabLst/>
                      </a:pPr>
                      <a:r>
                        <a:rPr kumimoji="0" lang="en-US" altLang="en-US" sz="1500" u="none" strike="noStrike" cap="none" normalizeH="0" baseline="0">
                          <a:ln>
                            <a:noFill/>
                          </a:ln>
                          <a:effectLst/>
                        </a:rPr>
                        <a:t>3</a:t>
                      </a:r>
                      <a:endParaRPr kumimoji="0" lang="en-IN" altLang="en-US" sz="1500" b="0"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horzOverflow="overflow"/>
                </a:tc>
                <a:tc>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ts val="1313"/>
                        </a:lnSpc>
                        <a:spcBef>
                          <a:spcPct val="0"/>
                        </a:spcBef>
                        <a:spcAft>
                          <a:spcPts val="1000"/>
                        </a:spcAft>
                        <a:buClrTx/>
                        <a:buSzTx/>
                        <a:buFontTx/>
                        <a:buNone/>
                        <a:tabLst/>
                      </a:pPr>
                      <a:r>
                        <a:rPr kumimoji="0" lang="en-US" altLang="en-US" sz="1500" u="none" strike="noStrike" cap="none" normalizeH="0" baseline="0">
                          <a:ln>
                            <a:noFill/>
                          </a:ln>
                          <a:effectLst/>
                        </a:rPr>
                        <a:t>3</a:t>
                      </a:r>
                      <a:endParaRPr kumimoji="0" lang="en-IN" altLang="en-US" sz="1500" b="0"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horzOverflow="overflow"/>
                </a:tc>
                <a:tc gridSpan="2">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ts val="1313"/>
                        </a:lnSpc>
                        <a:spcBef>
                          <a:spcPct val="0"/>
                        </a:spcBef>
                        <a:spcAft>
                          <a:spcPts val="1000"/>
                        </a:spcAft>
                        <a:buClrTx/>
                        <a:buSzTx/>
                        <a:buFontTx/>
                        <a:buNone/>
                        <a:tabLst/>
                      </a:pPr>
                      <a:r>
                        <a:rPr kumimoji="0" lang="en-US" altLang="en-US" sz="1500" u="none" strike="noStrike" cap="none" normalizeH="0" baseline="0">
                          <a:ln>
                            <a:noFill/>
                          </a:ln>
                          <a:effectLst/>
                        </a:rPr>
                        <a:t>3</a:t>
                      </a:r>
                      <a:endParaRPr kumimoji="0" lang="en-IN" altLang="en-US" sz="1500" b="0"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horzOverflow="overflow"/>
                </a:tc>
                <a:tc hMerge="1">
                  <a:txBody>
                    <a:bodyPr/>
                    <a:lstStyle/>
                    <a:p>
                      <a:endParaRPr lang="en-IN"/>
                    </a:p>
                  </a:txBody>
                  <a:tcPr/>
                </a:tc>
                <a:tc>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ts val="1313"/>
                        </a:lnSpc>
                        <a:spcBef>
                          <a:spcPct val="0"/>
                        </a:spcBef>
                        <a:spcAft>
                          <a:spcPts val="1000"/>
                        </a:spcAft>
                        <a:buClrTx/>
                        <a:buSzTx/>
                        <a:buFontTx/>
                        <a:buNone/>
                        <a:tabLst/>
                      </a:pPr>
                      <a:r>
                        <a:rPr kumimoji="0" lang="en-US" altLang="en-US" sz="1500" u="none" strike="noStrike" cap="none" normalizeH="0" baseline="0">
                          <a:ln>
                            <a:noFill/>
                          </a:ln>
                          <a:effectLst/>
                        </a:rPr>
                        <a:t>3</a:t>
                      </a:r>
                      <a:endParaRPr kumimoji="0" lang="en-IN" altLang="en-US" sz="1500" b="0"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horzOverflow="overflow"/>
                </a:tc>
                <a:tc>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ts val="1313"/>
                        </a:lnSpc>
                        <a:spcBef>
                          <a:spcPct val="0"/>
                        </a:spcBef>
                        <a:spcAft>
                          <a:spcPts val="1000"/>
                        </a:spcAft>
                        <a:buClrTx/>
                        <a:buSzTx/>
                        <a:buFontTx/>
                        <a:buNone/>
                        <a:tabLst/>
                      </a:pPr>
                      <a:r>
                        <a:rPr kumimoji="0" lang="en-US" altLang="en-US" sz="1500" u="none" strike="noStrike" cap="none" normalizeH="0" baseline="0">
                          <a:ln>
                            <a:noFill/>
                          </a:ln>
                          <a:effectLst/>
                        </a:rPr>
                        <a:t>3</a:t>
                      </a:r>
                      <a:endParaRPr kumimoji="0" lang="en-IN" altLang="en-US" sz="1500" b="0"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horzOverflow="overflow"/>
                </a:tc>
                <a:tc>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ts val="1313"/>
                        </a:lnSpc>
                        <a:spcBef>
                          <a:spcPct val="0"/>
                        </a:spcBef>
                        <a:spcAft>
                          <a:spcPts val="1000"/>
                        </a:spcAft>
                        <a:buClrTx/>
                        <a:buSzTx/>
                        <a:buFontTx/>
                        <a:buNone/>
                        <a:tabLst/>
                      </a:pPr>
                      <a:r>
                        <a:rPr kumimoji="0" lang="en-US" altLang="en-US" sz="1500" u="none" strike="noStrike" cap="none" normalizeH="0" baseline="0">
                          <a:ln>
                            <a:noFill/>
                          </a:ln>
                          <a:effectLst/>
                        </a:rPr>
                        <a:t>2</a:t>
                      </a:r>
                      <a:endParaRPr kumimoji="0" lang="en-IN" altLang="en-US" sz="1500" b="0"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horzOverflow="overflow"/>
                </a:tc>
                <a:tc>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ts val="1313"/>
                        </a:lnSpc>
                        <a:spcBef>
                          <a:spcPct val="0"/>
                        </a:spcBef>
                        <a:spcAft>
                          <a:spcPts val="1000"/>
                        </a:spcAft>
                        <a:buClrTx/>
                        <a:buSzTx/>
                        <a:buFontTx/>
                        <a:buNone/>
                        <a:tabLst/>
                      </a:pPr>
                      <a:r>
                        <a:rPr kumimoji="0" lang="en-US" altLang="en-US" sz="1500" u="none" strike="noStrike" cap="none" normalizeH="0" baseline="0">
                          <a:ln>
                            <a:noFill/>
                          </a:ln>
                          <a:effectLst/>
                        </a:rPr>
                        <a:t>2</a:t>
                      </a:r>
                      <a:endParaRPr kumimoji="0" lang="en-IN" altLang="en-US" sz="1500" b="0"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horzOverflow="overflow"/>
                </a:tc>
                <a:tc>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ts val="1313"/>
                        </a:lnSpc>
                        <a:spcBef>
                          <a:spcPct val="0"/>
                        </a:spcBef>
                        <a:spcAft>
                          <a:spcPts val="1000"/>
                        </a:spcAft>
                        <a:buClrTx/>
                        <a:buSzTx/>
                        <a:buFontTx/>
                        <a:buNone/>
                        <a:tabLst/>
                      </a:pPr>
                      <a:r>
                        <a:rPr kumimoji="0" lang="en-US" altLang="en-US" sz="1500" u="none" strike="noStrike" cap="none" normalizeH="0" baseline="0">
                          <a:ln>
                            <a:noFill/>
                          </a:ln>
                          <a:effectLst/>
                        </a:rPr>
                        <a:t>1</a:t>
                      </a:r>
                      <a:endParaRPr kumimoji="0" lang="en-IN" altLang="en-US" sz="1500" b="0"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horzOverflow="overflow"/>
                </a:tc>
                <a:tc>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ts val="1313"/>
                        </a:lnSpc>
                        <a:spcBef>
                          <a:spcPct val="0"/>
                        </a:spcBef>
                        <a:spcAft>
                          <a:spcPts val="1000"/>
                        </a:spcAft>
                        <a:buClrTx/>
                        <a:buSzTx/>
                        <a:buFontTx/>
                        <a:buNone/>
                        <a:tabLst/>
                      </a:pPr>
                      <a:r>
                        <a:rPr kumimoji="0" lang="en-US" altLang="en-US" sz="1500" u="none" strike="noStrike" cap="none" normalizeH="0" baseline="0">
                          <a:ln>
                            <a:noFill/>
                          </a:ln>
                          <a:effectLst/>
                        </a:rPr>
                        <a:t>2</a:t>
                      </a:r>
                      <a:endParaRPr kumimoji="0" lang="en-IN" altLang="en-US" sz="1500" b="0"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horzOverflow="overflow"/>
                </a:tc>
                <a:tc>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ts val="1313"/>
                        </a:lnSpc>
                        <a:spcBef>
                          <a:spcPct val="0"/>
                        </a:spcBef>
                        <a:spcAft>
                          <a:spcPts val="1000"/>
                        </a:spcAft>
                        <a:buClrTx/>
                        <a:buSzTx/>
                        <a:buFontTx/>
                        <a:buNone/>
                        <a:tabLst/>
                      </a:pPr>
                      <a:r>
                        <a:rPr kumimoji="0" lang="en-US" altLang="en-US" sz="1500" u="none" strike="noStrike" cap="none" normalizeH="0" baseline="0">
                          <a:ln>
                            <a:noFill/>
                          </a:ln>
                          <a:effectLst/>
                        </a:rPr>
                        <a:t>1</a:t>
                      </a:r>
                      <a:endParaRPr kumimoji="0" lang="en-IN" altLang="en-US" sz="1500" b="0"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horzOverflow="overflow"/>
                </a:tc>
                <a:tc>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ts val="1313"/>
                        </a:lnSpc>
                        <a:spcBef>
                          <a:spcPct val="0"/>
                        </a:spcBef>
                        <a:spcAft>
                          <a:spcPts val="1000"/>
                        </a:spcAft>
                        <a:buClrTx/>
                        <a:buSzTx/>
                        <a:buFontTx/>
                        <a:buNone/>
                        <a:tabLst/>
                      </a:pPr>
                      <a:r>
                        <a:rPr kumimoji="0" lang="en-US" altLang="en-US" sz="1500" u="none" strike="noStrike" cap="none" normalizeH="0" baseline="0">
                          <a:ln>
                            <a:noFill/>
                          </a:ln>
                          <a:effectLst/>
                        </a:rPr>
                        <a:t>2</a:t>
                      </a:r>
                      <a:endParaRPr kumimoji="0" lang="en-IN" altLang="en-US" sz="1500" b="0"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horzOverflow="overflow"/>
                </a:tc>
                <a:tc>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ts val="1313"/>
                        </a:lnSpc>
                        <a:spcBef>
                          <a:spcPct val="0"/>
                        </a:spcBef>
                        <a:spcAft>
                          <a:spcPts val="1000"/>
                        </a:spcAft>
                        <a:buClrTx/>
                        <a:buSzTx/>
                        <a:buFontTx/>
                        <a:buNone/>
                        <a:tabLst/>
                      </a:pPr>
                      <a:r>
                        <a:rPr kumimoji="0" lang="en-US" altLang="en-US" sz="1500" u="none" strike="noStrike" cap="none" normalizeH="0" baseline="0">
                          <a:ln>
                            <a:noFill/>
                          </a:ln>
                          <a:effectLst/>
                        </a:rPr>
                        <a:t>3</a:t>
                      </a:r>
                      <a:endParaRPr kumimoji="0" lang="en-IN" altLang="en-US" sz="1500" b="0"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horzOverflow="overflow"/>
                </a:tc>
                <a:extLst>
                  <a:ext uri="{0D108BD9-81ED-4DB2-BD59-A6C34878D82A}">
                    <a16:rowId xmlns:a16="http://schemas.microsoft.com/office/drawing/2014/main" val="10005"/>
                  </a:ext>
                </a:extLst>
              </a:tr>
              <a:tr h="239927">
                <a:tc>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ct val="115000"/>
                        </a:lnSpc>
                        <a:spcBef>
                          <a:spcPct val="0"/>
                        </a:spcBef>
                        <a:spcAft>
                          <a:spcPts val="1000"/>
                        </a:spcAft>
                        <a:buClrTx/>
                        <a:buSzTx/>
                        <a:buFontTx/>
                        <a:buNone/>
                        <a:tabLst/>
                      </a:pPr>
                      <a:r>
                        <a:rPr kumimoji="0" lang="en-IN" altLang="en-US" sz="1500" u="none" strike="noStrike" cap="none" normalizeH="0" baseline="0">
                          <a:ln>
                            <a:noFill/>
                          </a:ln>
                          <a:effectLst/>
                        </a:rPr>
                        <a:t>CO5</a:t>
                      </a:r>
                      <a:endParaRPr kumimoji="0" lang="en-IN" altLang="en-US" sz="1500" b="1"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horzOverflow="overflow"/>
                </a:tc>
                <a:tc>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ct val="115000"/>
                        </a:lnSpc>
                        <a:spcBef>
                          <a:spcPct val="0"/>
                        </a:spcBef>
                        <a:spcAft>
                          <a:spcPts val="1000"/>
                        </a:spcAft>
                        <a:buClrTx/>
                        <a:buSzTx/>
                        <a:buFontTx/>
                        <a:buNone/>
                        <a:tabLst/>
                      </a:pPr>
                      <a:r>
                        <a:rPr kumimoji="0" lang="en-US" altLang="en-US" sz="1500" u="none" strike="noStrike" cap="none" normalizeH="0" baseline="0">
                          <a:ln>
                            <a:noFill/>
                          </a:ln>
                          <a:effectLst/>
                        </a:rPr>
                        <a:t>3</a:t>
                      </a:r>
                      <a:endParaRPr kumimoji="0" lang="en-IN" altLang="en-US" sz="1500" b="0"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horzOverflow="overflow"/>
                </a:tc>
                <a:tc>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ct val="115000"/>
                        </a:lnSpc>
                        <a:spcBef>
                          <a:spcPct val="0"/>
                        </a:spcBef>
                        <a:spcAft>
                          <a:spcPts val="1000"/>
                        </a:spcAft>
                        <a:buClrTx/>
                        <a:buSzTx/>
                        <a:buFontTx/>
                        <a:buNone/>
                        <a:tabLst/>
                      </a:pPr>
                      <a:r>
                        <a:rPr kumimoji="0" lang="en-US" altLang="en-US" sz="1500" u="none" strike="noStrike" cap="none" normalizeH="0" baseline="0">
                          <a:ln>
                            <a:noFill/>
                          </a:ln>
                          <a:effectLst/>
                        </a:rPr>
                        <a:t>3</a:t>
                      </a:r>
                      <a:endParaRPr kumimoji="0" lang="en-IN" altLang="en-US" sz="1500" b="0"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horzOverflow="overflow"/>
                </a:tc>
                <a:tc gridSpan="2">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ct val="115000"/>
                        </a:lnSpc>
                        <a:spcBef>
                          <a:spcPct val="0"/>
                        </a:spcBef>
                        <a:spcAft>
                          <a:spcPts val="1000"/>
                        </a:spcAft>
                        <a:buClrTx/>
                        <a:buSzTx/>
                        <a:buFontTx/>
                        <a:buNone/>
                        <a:tabLst/>
                      </a:pPr>
                      <a:r>
                        <a:rPr kumimoji="0" lang="en-US" altLang="en-US" sz="1500" u="none" strike="noStrike" cap="none" normalizeH="0" baseline="0">
                          <a:ln>
                            <a:noFill/>
                          </a:ln>
                          <a:effectLst/>
                        </a:rPr>
                        <a:t>3</a:t>
                      </a:r>
                      <a:endParaRPr kumimoji="0" lang="en-IN" altLang="en-US" sz="1500" b="0"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horzOverflow="overflow"/>
                </a:tc>
                <a:tc hMerge="1">
                  <a:txBody>
                    <a:bodyPr/>
                    <a:lstStyle/>
                    <a:p>
                      <a:endParaRPr lang="en-IN"/>
                    </a:p>
                  </a:txBody>
                  <a:tcPr/>
                </a:tc>
                <a:tc>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ct val="115000"/>
                        </a:lnSpc>
                        <a:spcBef>
                          <a:spcPct val="0"/>
                        </a:spcBef>
                        <a:spcAft>
                          <a:spcPts val="1000"/>
                        </a:spcAft>
                        <a:buClrTx/>
                        <a:buSzTx/>
                        <a:buFontTx/>
                        <a:buNone/>
                        <a:tabLst/>
                      </a:pPr>
                      <a:r>
                        <a:rPr kumimoji="0" lang="en-US" altLang="en-US" sz="1500" u="none" strike="noStrike" cap="none" normalizeH="0" baseline="0">
                          <a:ln>
                            <a:noFill/>
                          </a:ln>
                          <a:effectLst/>
                        </a:rPr>
                        <a:t>3</a:t>
                      </a:r>
                      <a:endParaRPr kumimoji="0" lang="en-IN" altLang="en-US" sz="1500" b="0"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horzOverflow="overflow"/>
                </a:tc>
                <a:tc>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ct val="115000"/>
                        </a:lnSpc>
                        <a:spcBef>
                          <a:spcPct val="0"/>
                        </a:spcBef>
                        <a:spcAft>
                          <a:spcPts val="1000"/>
                        </a:spcAft>
                        <a:buClrTx/>
                        <a:buSzTx/>
                        <a:buFontTx/>
                        <a:buNone/>
                        <a:tabLst/>
                      </a:pPr>
                      <a:r>
                        <a:rPr kumimoji="0" lang="en-US" altLang="en-US" sz="1500" u="none" strike="noStrike" cap="none" normalizeH="0" baseline="0">
                          <a:ln>
                            <a:noFill/>
                          </a:ln>
                          <a:effectLst/>
                        </a:rPr>
                        <a:t>3</a:t>
                      </a:r>
                      <a:endParaRPr kumimoji="0" lang="en-IN" altLang="en-US" sz="1500" b="0"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horzOverflow="overflow"/>
                </a:tc>
                <a:tc>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ct val="115000"/>
                        </a:lnSpc>
                        <a:spcBef>
                          <a:spcPct val="0"/>
                        </a:spcBef>
                        <a:spcAft>
                          <a:spcPts val="1000"/>
                        </a:spcAft>
                        <a:buClrTx/>
                        <a:buSzTx/>
                        <a:buFontTx/>
                        <a:buNone/>
                        <a:tabLst/>
                      </a:pPr>
                      <a:r>
                        <a:rPr kumimoji="0" lang="en-US" altLang="en-US" sz="1500" u="none" strike="noStrike" cap="none" normalizeH="0" baseline="0">
                          <a:ln>
                            <a:noFill/>
                          </a:ln>
                          <a:effectLst/>
                        </a:rPr>
                        <a:t>2</a:t>
                      </a:r>
                      <a:endParaRPr kumimoji="0" lang="en-IN" altLang="en-US" sz="1500" b="0"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horzOverflow="overflow"/>
                </a:tc>
                <a:tc>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ct val="115000"/>
                        </a:lnSpc>
                        <a:spcBef>
                          <a:spcPct val="0"/>
                        </a:spcBef>
                        <a:spcAft>
                          <a:spcPts val="1000"/>
                        </a:spcAft>
                        <a:buClrTx/>
                        <a:buSzTx/>
                        <a:buFontTx/>
                        <a:buNone/>
                        <a:tabLst/>
                      </a:pPr>
                      <a:r>
                        <a:rPr kumimoji="0" lang="en-US" altLang="en-US" sz="1500" u="none" strike="noStrike" cap="none" normalizeH="0" baseline="0">
                          <a:ln>
                            <a:noFill/>
                          </a:ln>
                          <a:effectLst/>
                        </a:rPr>
                        <a:t>2</a:t>
                      </a:r>
                      <a:endParaRPr kumimoji="0" lang="en-IN" altLang="en-US" sz="1500" b="0"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horzOverflow="overflow"/>
                </a:tc>
                <a:tc>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ct val="115000"/>
                        </a:lnSpc>
                        <a:spcBef>
                          <a:spcPct val="0"/>
                        </a:spcBef>
                        <a:spcAft>
                          <a:spcPts val="1000"/>
                        </a:spcAft>
                        <a:buClrTx/>
                        <a:buSzTx/>
                        <a:buFontTx/>
                        <a:buNone/>
                        <a:tabLst/>
                      </a:pPr>
                      <a:r>
                        <a:rPr kumimoji="0" lang="en-US" altLang="en-US" sz="1500" u="none" strike="noStrike" cap="none" normalizeH="0" baseline="0">
                          <a:ln>
                            <a:noFill/>
                          </a:ln>
                          <a:effectLst/>
                        </a:rPr>
                        <a:t>1</a:t>
                      </a:r>
                      <a:endParaRPr kumimoji="0" lang="en-IN" altLang="en-US" sz="1500" b="0"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horzOverflow="overflow"/>
                </a:tc>
                <a:tc>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ct val="115000"/>
                        </a:lnSpc>
                        <a:spcBef>
                          <a:spcPct val="0"/>
                        </a:spcBef>
                        <a:spcAft>
                          <a:spcPts val="1000"/>
                        </a:spcAft>
                        <a:buClrTx/>
                        <a:buSzTx/>
                        <a:buFontTx/>
                        <a:buNone/>
                        <a:tabLst/>
                      </a:pPr>
                      <a:r>
                        <a:rPr kumimoji="0" lang="en-US" altLang="en-US" sz="1500" u="none" strike="noStrike" cap="none" normalizeH="0" baseline="0">
                          <a:ln>
                            <a:noFill/>
                          </a:ln>
                          <a:effectLst/>
                        </a:rPr>
                        <a:t>2</a:t>
                      </a:r>
                      <a:endParaRPr kumimoji="0" lang="en-IN" altLang="en-US" sz="1500" b="0"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horzOverflow="overflow"/>
                </a:tc>
                <a:tc>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ct val="115000"/>
                        </a:lnSpc>
                        <a:spcBef>
                          <a:spcPct val="0"/>
                        </a:spcBef>
                        <a:spcAft>
                          <a:spcPts val="1000"/>
                        </a:spcAft>
                        <a:buClrTx/>
                        <a:buSzTx/>
                        <a:buFontTx/>
                        <a:buNone/>
                        <a:tabLst/>
                      </a:pPr>
                      <a:r>
                        <a:rPr kumimoji="0" lang="en-US" altLang="en-US" sz="1500" u="none" strike="noStrike" cap="none" normalizeH="0" baseline="0">
                          <a:ln>
                            <a:noFill/>
                          </a:ln>
                          <a:effectLst/>
                        </a:rPr>
                        <a:t>1</a:t>
                      </a:r>
                      <a:endParaRPr kumimoji="0" lang="en-IN" altLang="en-US" sz="1500" b="0"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horzOverflow="overflow"/>
                </a:tc>
                <a:tc>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ct val="115000"/>
                        </a:lnSpc>
                        <a:spcBef>
                          <a:spcPct val="0"/>
                        </a:spcBef>
                        <a:spcAft>
                          <a:spcPts val="1000"/>
                        </a:spcAft>
                        <a:buClrTx/>
                        <a:buSzTx/>
                        <a:buFontTx/>
                        <a:buNone/>
                        <a:tabLst/>
                      </a:pPr>
                      <a:r>
                        <a:rPr kumimoji="0" lang="en-US" altLang="en-US" sz="1500" u="none" strike="noStrike" cap="none" normalizeH="0" baseline="0">
                          <a:ln>
                            <a:noFill/>
                          </a:ln>
                          <a:effectLst/>
                        </a:rPr>
                        <a:t>2</a:t>
                      </a:r>
                      <a:endParaRPr kumimoji="0" lang="en-IN" altLang="en-US" sz="1500" b="0"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horzOverflow="overflow"/>
                </a:tc>
                <a:tc>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ct val="115000"/>
                        </a:lnSpc>
                        <a:spcBef>
                          <a:spcPct val="0"/>
                        </a:spcBef>
                        <a:spcAft>
                          <a:spcPts val="1000"/>
                        </a:spcAft>
                        <a:buClrTx/>
                        <a:buSzTx/>
                        <a:buFontTx/>
                        <a:buNone/>
                        <a:tabLst/>
                      </a:pPr>
                      <a:r>
                        <a:rPr kumimoji="0" lang="en-US" altLang="en-US" sz="1500" u="none" strike="noStrike" cap="none" normalizeH="0" baseline="0">
                          <a:ln>
                            <a:noFill/>
                          </a:ln>
                          <a:effectLst/>
                        </a:rPr>
                        <a:t>2</a:t>
                      </a:r>
                      <a:endParaRPr kumimoji="0" lang="en-IN" altLang="en-US" sz="1500" b="0"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horzOverflow="overflow"/>
                </a:tc>
                <a:extLst>
                  <a:ext uri="{0D108BD9-81ED-4DB2-BD59-A6C34878D82A}">
                    <a16:rowId xmlns:a16="http://schemas.microsoft.com/office/drawing/2014/main" val="10006"/>
                  </a:ext>
                </a:extLst>
              </a:tr>
              <a:tr h="653556">
                <a:tc>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ct val="115000"/>
                        </a:lnSpc>
                        <a:spcBef>
                          <a:spcPct val="0"/>
                        </a:spcBef>
                        <a:spcAft>
                          <a:spcPts val="1000"/>
                        </a:spcAft>
                        <a:buClrTx/>
                        <a:buSzTx/>
                        <a:buFontTx/>
                        <a:buNone/>
                        <a:tabLst/>
                      </a:pPr>
                      <a:r>
                        <a:rPr kumimoji="0" lang="en-US" altLang="en-US" sz="1500" u="none" strike="noStrike" cap="none" normalizeH="0" baseline="0">
                          <a:ln>
                            <a:noFill/>
                          </a:ln>
                          <a:effectLst/>
                        </a:rPr>
                        <a:t> Average</a:t>
                      </a:r>
                      <a:endParaRPr kumimoji="0" lang="en-IN" altLang="en-US" sz="1500" b="1"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horzOverflow="overflow"/>
                </a:tc>
                <a:tc>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ct val="115000"/>
                        </a:lnSpc>
                        <a:spcBef>
                          <a:spcPct val="0"/>
                        </a:spcBef>
                        <a:spcAft>
                          <a:spcPts val="1000"/>
                        </a:spcAft>
                        <a:buClrTx/>
                        <a:buSzTx/>
                        <a:buFontTx/>
                        <a:buNone/>
                        <a:tabLst/>
                      </a:pPr>
                      <a:r>
                        <a:rPr kumimoji="0" lang="en-US" altLang="en-US" sz="1500" u="none" strike="noStrike" cap="none" normalizeH="0" baseline="0">
                          <a:ln>
                            <a:noFill/>
                          </a:ln>
                          <a:effectLst/>
                        </a:rPr>
                        <a:t>3</a:t>
                      </a:r>
                      <a:endParaRPr kumimoji="0" lang="en-IN" altLang="en-US" sz="1500" b="1"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horzOverflow="overflow"/>
                </a:tc>
                <a:tc>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ct val="115000"/>
                        </a:lnSpc>
                        <a:spcBef>
                          <a:spcPct val="0"/>
                        </a:spcBef>
                        <a:spcAft>
                          <a:spcPts val="1000"/>
                        </a:spcAft>
                        <a:buClrTx/>
                        <a:buSzTx/>
                        <a:buFontTx/>
                        <a:buNone/>
                        <a:tabLst/>
                      </a:pPr>
                      <a:r>
                        <a:rPr kumimoji="0" lang="en-US" altLang="en-US" sz="1500" u="none" strike="noStrike" cap="none" normalizeH="0" baseline="0">
                          <a:ln>
                            <a:noFill/>
                          </a:ln>
                          <a:effectLst/>
                        </a:rPr>
                        <a:t>3</a:t>
                      </a:r>
                      <a:endParaRPr kumimoji="0" lang="en-IN" altLang="en-US" sz="1500" b="1"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horzOverflow="overflow"/>
                </a:tc>
                <a:tc gridSpan="2">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ct val="115000"/>
                        </a:lnSpc>
                        <a:spcBef>
                          <a:spcPct val="0"/>
                        </a:spcBef>
                        <a:spcAft>
                          <a:spcPts val="1000"/>
                        </a:spcAft>
                        <a:buClrTx/>
                        <a:buSzTx/>
                        <a:buFontTx/>
                        <a:buNone/>
                        <a:tabLst/>
                      </a:pPr>
                      <a:r>
                        <a:rPr kumimoji="0" lang="en-US" altLang="en-US" sz="1500" u="none" strike="noStrike" cap="none" normalizeH="0" baseline="0">
                          <a:ln>
                            <a:noFill/>
                          </a:ln>
                          <a:effectLst/>
                        </a:rPr>
                        <a:t>3</a:t>
                      </a:r>
                      <a:endParaRPr kumimoji="0" lang="en-IN" altLang="en-US" sz="1500" b="1"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horzOverflow="overflow"/>
                </a:tc>
                <a:tc hMerge="1">
                  <a:txBody>
                    <a:bodyPr/>
                    <a:lstStyle/>
                    <a:p>
                      <a:endParaRPr lang="en-IN"/>
                    </a:p>
                  </a:txBody>
                  <a:tcPr/>
                </a:tc>
                <a:tc>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ct val="115000"/>
                        </a:lnSpc>
                        <a:spcBef>
                          <a:spcPct val="0"/>
                        </a:spcBef>
                        <a:spcAft>
                          <a:spcPts val="1000"/>
                        </a:spcAft>
                        <a:buClrTx/>
                        <a:buSzTx/>
                        <a:buFontTx/>
                        <a:buNone/>
                        <a:tabLst/>
                      </a:pPr>
                      <a:r>
                        <a:rPr kumimoji="0" lang="en-US" altLang="en-US" sz="1500" u="none" strike="noStrike" cap="none" normalizeH="0" baseline="0">
                          <a:ln>
                            <a:noFill/>
                          </a:ln>
                          <a:effectLst/>
                        </a:rPr>
                        <a:t>3</a:t>
                      </a:r>
                      <a:endParaRPr kumimoji="0" lang="en-IN" altLang="en-US" sz="1500" b="1"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horzOverflow="overflow"/>
                </a:tc>
                <a:tc>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ct val="115000"/>
                        </a:lnSpc>
                        <a:spcBef>
                          <a:spcPct val="0"/>
                        </a:spcBef>
                        <a:spcAft>
                          <a:spcPts val="1000"/>
                        </a:spcAft>
                        <a:buClrTx/>
                        <a:buSzTx/>
                        <a:buFontTx/>
                        <a:buNone/>
                        <a:tabLst/>
                      </a:pPr>
                      <a:r>
                        <a:rPr kumimoji="0" lang="en-US" altLang="en-US" sz="1500" u="none" strike="noStrike" cap="none" normalizeH="0" baseline="0">
                          <a:ln>
                            <a:noFill/>
                          </a:ln>
                          <a:effectLst/>
                        </a:rPr>
                        <a:t>2.6</a:t>
                      </a:r>
                      <a:endParaRPr kumimoji="0" lang="en-IN" altLang="en-US" sz="1500" b="1"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horzOverflow="overflow"/>
                </a:tc>
                <a:tc>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ct val="115000"/>
                        </a:lnSpc>
                        <a:spcBef>
                          <a:spcPct val="0"/>
                        </a:spcBef>
                        <a:spcAft>
                          <a:spcPts val="1000"/>
                        </a:spcAft>
                        <a:buClrTx/>
                        <a:buSzTx/>
                        <a:buFontTx/>
                        <a:buNone/>
                        <a:tabLst/>
                      </a:pPr>
                      <a:r>
                        <a:rPr kumimoji="0" lang="en-US" altLang="en-US" sz="1500" u="none" strike="noStrike" cap="none" normalizeH="0" baseline="0">
                          <a:ln>
                            <a:noFill/>
                          </a:ln>
                          <a:effectLst/>
                        </a:rPr>
                        <a:t>2</a:t>
                      </a:r>
                      <a:endParaRPr kumimoji="0" lang="en-IN" altLang="en-US" sz="1500" b="1"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horzOverflow="overflow"/>
                </a:tc>
                <a:tc>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ct val="115000"/>
                        </a:lnSpc>
                        <a:spcBef>
                          <a:spcPct val="0"/>
                        </a:spcBef>
                        <a:spcAft>
                          <a:spcPts val="1000"/>
                        </a:spcAft>
                        <a:buClrTx/>
                        <a:buSzTx/>
                        <a:buFontTx/>
                        <a:buNone/>
                        <a:tabLst/>
                      </a:pPr>
                      <a:r>
                        <a:rPr kumimoji="0" lang="en-US" altLang="en-US" sz="1500" u="none" strike="noStrike" cap="none" normalizeH="0" baseline="0">
                          <a:ln>
                            <a:noFill/>
                          </a:ln>
                          <a:effectLst/>
                        </a:rPr>
                        <a:t>1.6</a:t>
                      </a:r>
                      <a:endParaRPr kumimoji="0" lang="en-IN" altLang="en-US" sz="1500" b="1"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horzOverflow="overflow"/>
                </a:tc>
                <a:tc>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ct val="115000"/>
                        </a:lnSpc>
                        <a:spcBef>
                          <a:spcPct val="0"/>
                        </a:spcBef>
                        <a:spcAft>
                          <a:spcPts val="1000"/>
                        </a:spcAft>
                        <a:buClrTx/>
                        <a:buSzTx/>
                        <a:buFontTx/>
                        <a:buNone/>
                        <a:tabLst/>
                      </a:pPr>
                      <a:r>
                        <a:rPr kumimoji="0" lang="en-US" altLang="en-US" sz="1500" u="none" strike="noStrike" cap="none" normalizeH="0" baseline="0">
                          <a:ln>
                            <a:noFill/>
                          </a:ln>
                          <a:effectLst/>
                        </a:rPr>
                        <a:t>0.4</a:t>
                      </a:r>
                      <a:endParaRPr kumimoji="0" lang="en-IN" altLang="en-US" sz="1500" b="1"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horzOverflow="overflow"/>
                </a:tc>
                <a:tc>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ct val="115000"/>
                        </a:lnSpc>
                        <a:spcBef>
                          <a:spcPct val="0"/>
                        </a:spcBef>
                        <a:spcAft>
                          <a:spcPts val="1000"/>
                        </a:spcAft>
                        <a:buClrTx/>
                        <a:buSzTx/>
                        <a:buFontTx/>
                        <a:buNone/>
                        <a:tabLst/>
                      </a:pPr>
                      <a:r>
                        <a:rPr kumimoji="0" lang="en-US" altLang="en-US" sz="1500" u="none" strike="noStrike" cap="none" normalizeH="0" baseline="0">
                          <a:ln>
                            <a:noFill/>
                          </a:ln>
                          <a:effectLst/>
                        </a:rPr>
                        <a:t>1.6</a:t>
                      </a:r>
                      <a:endParaRPr kumimoji="0" lang="en-IN" altLang="en-US" sz="1500" b="1"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horzOverflow="overflow"/>
                </a:tc>
                <a:tc>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ct val="115000"/>
                        </a:lnSpc>
                        <a:spcBef>
                          <a:spcPct val="0"/>
                        </a:spcBef>
                        <a:spcAft>
                          <a:spcPts val="1000"/>
                        </a:spcAft>
                        <a:buClrTx/>
                        <a:buSzTx/>
                        <a:buFontTx/>
                        <a:buNone/>
                        <a:tabLst/>
                      </a:pPr>
                      <a:r>
                        <a:rPr kumimoji="0" lang="en-US" altLang="en-US" sz="1500" u="none" strike="noStrike" cap="none" normalizeH="0" baseline="0">
                          <a:ln>
                            <a:noFill/>
                          </a:ln>
                          <a:effectLst/>
                        </a:rPr>
                        <a:t>0.8</a:t>
                      </a:r>
                      <a:endParaRPr kumimoji="0" lang="en-IN" altLang="en-US" sz="1500" b="1"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horzOverflow="overflow"/>
                </a:tc>
                <a:tc>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ct val="115000"/>
                        </a:lnSpc>
                        <a:spcBef>
                          <a:spcPct val="0"/>
                        </a:spcBef>
                        <a:spcAft>
                          <a:spcPts val="1000"/>
                        </a:spcAft>
                        <a:buClrTx/>
                        <a:buSzTx/>
                        <a:buFontTx/>
                        <a:buNone/>
                        <a:tabLst/>
                      </a:pPr>
                      <a:r>
                        <a:rPr kumimoji="0" lang="en-US" altLang="en-US" sz="1500" u="none" strike="noStrike" cap="none" normalizeH="0" baseline="0">
                          <a:ln>
                            <a:noFill/>
                          </a:ln>
                          <a:effectLst/>
                        </a:rPr>
                        <a:t>2</a:t>
                      </a:r>
                      <a:endParaRPr kumimoji="0" lang="en-IN" altLang="en-US" sz="1500" b="1"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horzOverflow="overflow"/>
                </a:tc>
                <a:tc>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ct val="115000"/>
                        </a:lnSpc>
                        <a:spcBef>
                          <a:spcPct val="0"/>
                        </a:spcBef>
                        <a:spcAft>
                          <a:spcPts val="1000"/>
                        </a:spcAft>
                        <a:buClrTx/>
                        <a:buSzTx/>
                        <a:buFontTx/>
                        <a:buNone/>
                        <a:tabLst/>
                      </a:pPr>
                      <a:r>
                        <a:rPr kumimoji="0" lang="en-US" altLang="en-US" sz="1500" u="none" strike="noStrike" cap="none" normalizeH="0" baseline="0">
                          <a:ln>
                            <a:noFill/>
                          </a:ln>
                          <a:effectLst/>
                        </a:rPr>
                        <a:t>2.2</a:t>
                      </a:r>
                      <a:endParaRPr kumimoji="0" lang="en-IN" altLang="en-US" sz="1500" b="1"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horzOverflow="overflow"/>
                </a:tc>
                <a:extLst>
                  <a:ext uri="{0D108BD9-81ED-4DB2-BD59-A6C34878D82A}">
                    <a16:rowId xmlns:a16="http://schemas.microsoft.com/office/drawing/2014/main" val="10007"/>
                  </a:ext>
                </a:extLst>
              </a:tr>
            </a:tbl>
          </a:graphicData>
        </a:graphic>
      </p:graphicFrame>
      <p:sp>
        <p:nvSpPr>
          <p:cNvPr id="10366" name="Slide Number Placeholder 5">
            <a:extLst>
              <a:ext uri="{FF2B5EF4-FFF2-40B4-BE49-F238E27FC236}">
                <a16:creationId xmlns:a16="http://schemas.microsoft.com/office/drawing/2014/main" id="{C0A58288-1194-4A97-BDFF-279F5996D330}"/>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193D93B8-493D-44A6-83E5-5B7D36304E01}" type="slidenum">
              <a:rPr lang="en-US" altLang="en-US" sz="1200">
                <a:solidFill>
                  <a:srgbClr val="898989"/>
                </a:solidFill>
              </a:rPr>
              <a:pPr>
                <a:spcBef>
                  <a:spcPct val="0"/>
                </a:spcBef>
                <a:buFontTx/>
                <a:buNone/>
              </a:pPr>
              <a:t>5</a:t>
            </a:fld>
            <a:endParaRPr lang="en-US" altLang="en-US" sz="1200">
              <a:solidFill>
                <a:srgbClr val="898989"/>
              </a:solidFill>
            </a:endParaRPr>
          </a:p>
        </p:txBody>
      </p:sp>
      <p:sp>
        <p:nvSpPr>
          <p:cNvPr id="7" name="Title 1">
            <a:extLst>
              <a:ext uri="{FF2B5EF4-FFF2-40B4-BE49-F238E27FC236}">
                <a16:creationId xmlns:a16="http://schemas.microsoft.com/office/drawing/2014/main" id="{3E4EABDE-9A27-4632-A560-ACEDF9506C0F}"/>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US" sz="3200" b="1">
                <a:latin typeface="Times New Roman" panose="02020603050405020304" pitchFamily="18" charset="0"/>
                <a:cs typeface="Times New Roman" panose="02020603050405020304" pitchFamily="18" charset="0"/>
              </a:rPr>
              <a:t>CO-PO and PSO Mapping</a:t>
            </a:r>
          </a:p>
        </p:txBody>
      </p:sp>
      <p:sp>
        <p:nvSpPr>
          <p:cNvPr id="10369" name="Rectangle 9">
            <a:extLst>
              <a:ext uri="{FF2B5EF4-FFF2-40B4-BE49-F238E27FC236}">
                <a16:creationId xmlns:a16="http://schemas.microsoft.com/office/drawing/2014/main" id="{FEA8293D-8417-4623-8D0D-06F12681FB0C}"/>
              </a:ext>
            </a:extLst>
          </p:cNvPr>
          <p:cNvSpPr>
            <a:spLocks noChangeArrowheads="1"/>
          </p:cNvSpPr>
          <p:nvPr/>
        </p:nvSpPr>
        <p:spPr bwMode="auto">
          <a:xfrm>
            <a:off x="2603111" y="817563"/>
            <a:ext cx="88153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a:t>                 </a:t>
            </a:r>
            <a:r>
              <a:rPr lang="en-US" altLang="en-US" sz="2000" b="1">
                <a:latin typeface="Times New Roman" panose="02020603050405020304" pitchFamily="18" charset="0"/>
                <a:cs typeface="Times New Roman" panose="02020603050405020304" pitchFamily="18" charset="0"/>
              </a:rPr>
              <a:t>Mapping of Course Outcomes and Program Outcomes</a:t>
            </a:r>
            <a:r>
              <a:rPr lang="en-US" altLang="en-US" sz="2000">
                <a:latin typeface="Times New Roman" panose="02020603050405020304" pitchFamily="18" charset="0"/>
                <a:cs typeface="Times New Roman" panose="02020603050405020304" pitchFamily="18" charset="0"/>
              </a:rPr>
              <a:t>:</a:t>
            </a:r>
            <a:endParaRPr lang="en-IN" altLang="en-US" sz="2000">
              <a:latin typeface="Times New Roman" panose="02020603050405020304" pitchFamily="18" charset="0"/>
              <a:cs typeface="Times New Roman" panose="02020603050405020304" pitchFamily="18" charset="0"/>
            </a:endParaRPr>
          </a:p>
        </p:txBody>
      </p:sp>
      <p:graphicFrame>
        <p:nvGraphicFramePr>
          <p:cNvPr id="11" name="Content Placeholder 1">
            <a:extLst>
              <a:ext uri="{FF2B5EF4-FFF2-40B4-BE49-F238E27FC236}">
                <a16:creationId xmlns:a16="http://schemas.microsoft.com/office/drawing/2014/main" id="{1248E59E-7CAD-4ACE-A075-37D6D5591289}"/>
              </a:ext>
            </a:extLst>
          </p:cNvPr>
          <p:cNvGraphicFramePr>
            <a:graphicFrameLocks noGrp="1"/>
          </p:cNvGraphicFramePr>
          <p:nvPr>
            <p:extLst>
              <p:ext uri="{D42A27DB-BD31-4B8C-83A1-F6EECF244321}">
                <p14:modId xmlns:p14="http://schemas.microsoft.com/office/powerpoint/2010/main" val="1039156013"/>
              </p:ext>
            </p:extLst>
          </p:nvPr>
        </p:nvGraphicFramePr>
        <p:xfrm>
          <a:off x="1595886" y="4428226"/>
          <a:ext cx="9448799" cy="2002662"/>
        </p:xfrm>
        <a:graphic>
          <a:graphicData uri="http://schemas.openxmlformats.org/drawingml/2006/table">
            <a:tbl>
              <a:tblPr>
                <a:tableStyleId>{22838BEF-8BB2-4498-84A7-C5851F593DF1}</a:tableStyleId>
              </a:tblPr>
              <a:tblGrid>
                <a:gridCol w="1825406">
                  <a:extLst>
                    <a:ext uri="{9D8B030D-6E8A-4147-A177-3AD203B41FA5}">
                      <a16:colId xmlns:a16="http://schemas.microsoft.com/office/drawing/2014/main" val="20000"/>
                    </a:ext>
                  </a:extLst>
                </a:gridCol>
                <a:gridCol w="2079107">
                  <a:extLst>
                    <a:ext uri="{9D8B030D-6E8A-4147-A177-3AD203B41FA5}">
                      <a16:colId xmlns:a16="http://schemas.microsoft.com/office/drawing/2014/main" val="20001"/>
                    </a:ext>
                  </a:extLst>
                </a:gridCol>
                <a:gridCol w="2178112">
                  <a:extLst>
                    <a:ext uri="{9D8B030D-6E8A-4147-A177-3AD203B41FA5}">
                      <a16:colId xmlns:a16="http://schemas.microsoft.com/office/drawing/2014/main" val="20002"/>
                    </a:ext>
                  </a:extLst>
                </a:gridCol>
                <a:gridCol w="1386071">
                  <a:extLst>
                    <a:ext uri="{9D8B030D-6E8A-4147-A177-3AD203B41FA5}">
                      <a16:colId xmlns:a16="http://schemas.microsoft.com/office/drawing/2014/main" val="20003"/>
                    </a:ext>
                  </a:extLst>
                </a:gridCol>
                <a:gridCol w="1980103">
                  <a:extLst>
                    <a:ext uri="{9D8B030D-6E8A-4147-A177-3AD203B41FA5}">
                      <a16:colId xmlns:a16="http://schemas.microsoft.com/office/drawing/2014/main" val="20004"/>
                    </a:ext>
                  </a:extLst>
                </a:gridCol>
              </a:tblGrid>
              <a:tr h="257175">
                <a:tc gridSpan="5">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ct val="115000"/>
                        </a:lnSpc>
                        <a:spcBef>
                          <a:spcPct val="0"/>
                        </a:spcBef>
                        <a:spcAft>
                          <a:spcPts val="1000"/>
                        </a:spcAft>
                        <a:buClrTx/>
                        <a:buSzTx/>
                        <a:buFontTx/>
                        <a:buNone/>
                        <a:tabLst/>
                      </a:pPr>
                      <a:r>
                        <a:rPr kumimoji="0" lang="en-US" altLang="en-US" sz="1400" u="none" strike="noStrike" cap="none" normalizeH="0" baseline="0">
                          <a:ln>
                            <a:noFill/>
                          </a:ln>
                          <a:effectLst/>
                        </a:rPr>
                        <a:t>Programming in Advanced Python</a:t>
                      </a:r>
                      <a:endParaRPr kumimoji="0" lang="en-IN" altLang="en-US" sz="1400" b="1"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horzOverflow="overflow"/>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10000"/>
                  </a:ext>
                </a:extLst>
              </a:tr>
              <a:tr h="200025">
                <a:tc>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ct val="115000"/>
                        </a:lnSpc>
                        <a:spcBef>
                          <a:spcPct val="0"/>
                        </a:spcBef>
                        <a:spcAft>
                          <a:spcPts val="1000"/>
                        </a:spcAft>
                        <a:buClrTx/>
                        <a:buSzTx/>
                        <a:buFontTx/>
                        <a:buNone/>
                        <a:tabLst/>
                      </a:pPr>
                      <a:r>
                        <a:rPr kumimoji="0" lang="en-US" altLang="en-US" sz="1200" u="none" strike="noStrike" cap="none" normalizeH="0" baseline="0">
                          <a:ln>
                            <a:noFill/>
                          </a:ln>
                          <a:effectLst/>
                        </a:rPr>
                        <a:t>CO.K</a:t>
                      </a:r>
                      <a:endParaRPr kumimoji="0" lang="en-IN" altLang="en-US" sz="1200" b="1" i="0" u="none" strike="noStrike" cap="none" normalizeH="0" baseline="0">
                        <a:ln>
                          <a:noFill/>
                        </a:ln>
                        <a:solidFill>
                          <a:schemeClr val="tx1"/>
                        </a:solidFill>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b" horzOverflow="overflow"/>
                </a:tc>
                <a:tc>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ct val="115000"/>
                        </a:lnSpc>
                        <a:spcBef>
                          <a:spcPct val="0"/>
                        </a:spcBef>
                        <a:spcAft>
                          <a:spcPts val="1000"/>
                        </a:spcAft>
                        <a:buClrTx/>
                        <a:buSzTx/>
                        <a:buFontTx/>
                        <a:buNone/>
                        <a:tabLst/>
                      </a:pPr>
                      <a:r>
                        <a:rPr kumimoji="0" lang="en-US" altLang="en-US" sz="1200" u="none" strike="noStrike" cap="none" normalizeH="0" baseline="0">
                          <a:ln>
                            <a:noFill/>
                          </a:ln>
                          <a:effectLst/>
                        </a:rPr>
                        <a:t>PSO1</a:t>
                      </a:r>
                      <a:endParaRPr kumimoji="0" lang="en-IN" altLang="en-US" sz="1200" b="1" i="0" u="none" strike="noStrike" cap="none" normalizeH="0" baseline="0">
                        <a:ln>
                          <a:noFill/>
                        </a:ln>
                        <a:solidFill>
                          <a:schemeClr val="tx1"/>
                        </a:solidFill>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b" horzOverflow="overflow"/>
                </a:tc>
                <a:tc>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ct val="115000"/>
                        </a:lnSpc>
                        <a:spcBef>
                          <a:spcPct val="0"/>
                        </a:spcBef>
                        <a:spcAft>
                          <a:spcPts val="1000"/>
                        </a:spcAft>
                        <a:buClrTx/>
                        <a:buSzTx/>
                        <a:buFontTx/>
                        <a:buNone/>
                        <a:tabLst/>
                      </a:pPr>
                      <a:r>
                        <a:rPr kumimoji="0" lang="en-US" altLang="en-US" sz="1200" u="none" strike="noStrike" cap="none" normalizeH="0" baseline="0">
                          <a:ln>
                            <a:noFill/>
                          </a:ln>
                          <a:effectLst/>
                        </a:rPr>
                        <a:t>PSO2</a:t>
                      </a:r>
                      <a:endParaRPr kumimoji="0" lang="en-IN" altLang="en-US" sz="1200" b="1" i="0" u="none" strike="noStrike" cap="none" normalizeH="0" baseline="0">
                        <a:ln>
                          <a:noFill/>
                        </a:ln>
                        <a:solidFill>
                          <a:schemeClr val="tx1"/>
                        </a:solidFill>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b" horzOverflow="overflow"/>
                </a:tc>
                <a:tc>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ct val="115000"/>
                        </a:lnSpc>
                        <a:spcBef>
                          <a:spcPct val="0"/>
                        </a:spcBef>
                        <a:spcAft>
                          <a:spcPts val="1000"/>
                        </a:spcAft>
                        <a:buClrTx/>
                        <a:buSzTx/>
                        <a:buFontTx/>
                        <a:buNone/>
                        <a:tabLst/>
                      </a:pPr>
                      <a:r>
                        <a:rPr kumimoji="0" lang="en-US" altLang="en-US" sz="1200" u="none" strike="noStrike" cap="none" normalizeH="0" baseline="0">
                          <a:ln>
                            <a:noFill/>
                          </a:ln>
                          <a:effectLst/>
                        </a:rPr>
                        <a:t>PSO3</a:t>
                      </a:r>
                      <a:endParaRPr kumimoji="0" lang="en-IN" altLang="en-US" sz="1200" b="1" i="0" u="none" strike="noStrike" cap="none" normalizeH="0" baseline="0">
                        <a:ln>
                          <a:noFill/>
                        </a:ln>
                        <a:solidFill>
                          <a:schemeClr val="tx1"/>
                        </a:solidFill>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b" horzOverflow="overflow"/>
                </a:tc>
                <a:tc>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ct val="115000"/>
                        </a:lnSpc>
                        <a:spcBef>
                          <a:spcPct val="0"/>
                        </a:spcBef>
                        <a:spcAft>
                          <a:spcPts val="1000"/>
                        </a:spcAft>
                        <a:buClrTx/>
                        <a:buSzTx/>
                        <a:buFontTx/>
                        <a:buNone/>
                        <a:tabLst/>
                      </a:pPr>
                      <a:r>
                        <a:rPr kumimoji="0" lang="en-US" altLang="en-US" sz="1200" u="none" strike="noStrike" cap="none" normalizeH="0" baseline="0">
                          <a:ln>
                            <a:noFill/>
                          </a:ln>
                          <a:effectLst/>
                        </a:rPr>
                        <a:t>PSO4</a:t>
                      </a:r>
                      <a:endParaRPr kumimoji="0" lang="en-IN" altLang="en-US" sz="1200" b="1" i="0" u="none" strike="noStrike" cap="none" normalizeH="0" baseline="0">
                        <a:ln>
                          <a:noFill/>
                        </a:ln>
                        <a:solidFill>
                          <a:schemeClr val="tx1"/>
                        </a:solidFill>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b" horzOverflow="overflow"/>
                </a:tc>
                <a:extLst>
                  <a:ext uri="{0D108BD9-81ED-4DB2-BD59-A6C34878D82A}">
                    <a16:rowId xmlns:a16="http://schemas.microsoft.com/office/drawing/2014/main" val="10001"/>
                  </a:ext>
                </a:extLst>
              </a:tr>
              <a:tr h="271462">
                <a:tc>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ct val="115000"/>
                        </a:lnSpc>
                        <a:spcBef>
                          <a:spcPct val="0"/>
                        </a:spcBef>
                        <a:spcAft>
                          <a:spcPts val="1000"/>
                        </a:spcAft>
                        <a:buClrTx/>
                        <a:buSzTx/>
                        <a:buFontTx/>
                        <a:buNone/>
                        <a:tabLst/>
                      </a:pPr>
                      <a:r>
                        <a:rPr kumimoji="0" lang="en-IN" altLang="en-US" sz="1400" u="none" strike="noStrike" cap="none" normalizeH="0" baseline="0">
                          <a:ln>
                            <a:noFill/>
                          </a:ln>
                          <a:effectLst/>
                        </a:rPr>
                        <a:t>CO1</a:t>
                      </a:r>
                      <a:endParaRPr kumimoji="0" lang="en-IN" altLang="en-US" sz="1400" b="1"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horzOverflow="overflow"/>
                </a:tc>
                <a:tc>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ct val="115000"/>
                        </a:lnSpc>
                        <a:spcBef>
                          <a:spcPct val="0"/>
                        </a:spcBef>
                        <a:spcAft>
                          <a:spcPts val="1000"/>
                        </a:spcAft>
                        <a:buClrTx/>
                        <a:buSzTx/>
                        <a:buFontTx/>
                        <a:buNone/>
                        <a:tabLst/>
                      </a:pPr>
                      <a:r>
                        <a:rPr kumimoji="0" lang="en-US" altLang="en-US" sz="1500" u="none" strike="noStrike" cap="none" normalizeH="0" baseline="0">
                          <a:ln>
                            <a:noFill/>
                          </a:ln>
                          <a:effectLst/>
                        </a:rPr>
                        <a:t>2</a:t>
                      </a:r>
                      <a:endParaRPr kumimoji="0" lang="en-IN" altLang="en-US" sz="15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b" horzOverflow="overflow"/>
                </a:tc>
                <a:tc>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ct val="115000"/>
                        </a:lnSpc>
                        <a:spcBef>
                          <a:spcPct val="0"/>
                        </a:spcBef>
                        <a:spcAft>
                          <a:spcPts val="1000"/>
                        </a:spcAft>
                        <a:buClrTx/>
                        <a:buSzTx/>
                        <a:buFontTx/>
                        <a:buNone/>
                        <a:tabLst/>
                      </a:pPr>
                      <a:r>
                        <a:rPr kumimoji="0" lang="en-US" altLang="en-US" sz="1500" u="none" strike="noStrike" cap="none" normalizeH="0" baseline="0">
                          <a:ln>
                            <a:noFill/>
                          </a:ln>
                          <a:effectLst/>
                        </a:rPr>
                        <a:t>3</a:t>
                      </a:r>
                      <a:endParaRPr kumimoji="0" lang="en-IN" altLang="en-US" sz="15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b" horzOverflow="overflow"/>
                </a:tc>
                <a:tc>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ct val="115000"/>
                        </a:lnSpc>
                        <a:spcBef>
                          <a:spcPct val="0"/>
                        </a:spcBef>
                        <a:spcAft>
                          <a:spcPts val="1000"/>
                        </a:spcAft>
                        <a:buClrTx/>
                        <a:buSzTx/>
                        <a:buFontTx/>
                        <a:buNone/>
                        <a:tabLst/>
                      </a:pPr>
                      <a:r>
                        <a:rPr kumimoji="0" lang="en-US" altLang="en-US" sz="1500" u="none" strike="noStrike" cap="none" normalizeH="0" baseline="0">
                          <a:ln>
                            <a:noFill/>
                          </a:ln>
                          <a:effectLst/>
                        </a:rPr>
                        <a:t>2</a:t>
                      </a:r>
                      <a:endParaRPr kumimoji="0" lang="en-IN" altLang="en-US" sz="15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b" horzOverflow="overflow"/>
                </a:tc>
                <a:tc>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ct val="115000"/>
                        </a:lnSpc>
                        <a:spcBef>
                          <a:spcPct val="0"/>
                        </a:spcBef>
                        <a:spcAft>
                          <a:spcPts val="1000"/>
                        </a:spcAft>
                        <a:buClrTx/>
                        <a:buSzTx/>
                        <a:buFontTx/>
                        <a:buNone/>
                        <a:tabLst/>
                      </a:pPr>
                      <a:r>
                        <a:rPr kumimoji="0" lang="en-US" altLang="en-US" sz="1500" u="none" strike="noStrike" cap="none" normalizeH="0" baseline="0">
                          <a:ln>
                            <a:noFill/>
                          </a:ln>
                          <a:effectLst/>
                        </a:rPr>
                        <a:t>2</a:t>
                      </a:r>
                      <a:endParaRPr kumimoji="0" lang="en-IN" altLang="en-US" sz="15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b" horzOverflow="overflow"/>
                </a:tc>
                <a:extLst>
                  <a:ext uri="{0D108BD9-81ED-4DB2-BD59-A6C34878D82A}">
                    <a16:rowId xmlns:a16="http://schemas.microsoft.com/office/drawing/2014/main" val="10002"/>
                  </a:ext>
                </a:extLst>
              </a:tr>
              <a:tr h="228600">
                <a:tc>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ct val="115000"/>
                        </a:lnSpc>
                        <a:spcBef>
                          <a:spcPct val="0"/>
                        </a:spcBef>
                        <a:spcAft>
                          <a:spcPts val="1000"/>
                        </a:spcAft>
                        <a:buClrTx/>
                        <a:buSzTx/>
                        <a:buFontTx/>
                        <a:buNone/>
                        <a:tabLst/>
                      </a:pPr>
                      <a:r>
                        <a:rPr kumimoji="0" lang="en-IN" altLang="en-US" sz="1400" b="1" u="none" strike="noStrike" cap="none" normalizeH="0" baseline="0">
                          <a:ln>
                            <a:noFill/>
                          </a:ln>
                          <a:solidFill>
                            <a:srgbClr val="FF0000"/>
                          </a:solidFill>
                          <a:effectLst/>
                        </a:rPr>
                        <a:t>CO2</a:t>
                      </a:r>
                      <a:endParaRPr kumimoji="0" lang="en-IN" altLang="en-US" sz="1400" b="1" i="0" u="none" strike="noStrike" cap="none" normalizeH="0" baseline="0">
                        <a:ln>
                          <a:noFill/>
                        </a:ln>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horzOverflow="overflow"/>
                </a:tc>
                <a:tc>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ts val="1313"/>
                        </a:lnSpc>
                        <a:spcBef>
                          <a:spcPct val="0"/>
                        </a:spcBef>
                        <a:spcAft>
                          <a:spcPts val="1000"/>
                        </a:spcAft>
                        <a:buClrTx/>
                        <a:buSzTx/>
                        <a:buFontTx/>
                        <a:buNone/>
                        <a:tabLst/>
                      </a:pPr>
                      <a:r>
                        <a:rPr kumimoji="0" lang="en-US" altLang="en-US" sz="1500" b="1" u="none" strike="noStrike" cap="none" normalizeH="0" baseline="0">
                          <a:ln>
                            <a:noFill/>
                          </a:ln>
                          <a:solidFill>
                            <a:srgbClr val="FF0000"/>
                          </a:solidFill>
                          <a:effectLst/>
                        </a:rPr>
                        <a:t>2</a:t>
                      </a:r>
                      <a:endParaRPr kumimoji="0" lang="en-IN" altLang="en-US" sz="1500" b="1" i="0" u="none" strike="noStrike" cap="none" normalizeH="0" baseline="0">
                        <a:ln>
                          <a:noFill/>
                        </a:ln>
                        <a:solidFill>
                          <a:srgbClr val="FF0000"/>
                        </a:solidFill>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b" horzOverflow="overflow"/>
                </a:tc>
                <a:tc>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ts val="1313"/>
                        </a:lnSpc>
                        <a:spcBef>
                          <a:spcPct val="0"/>
                        </a:spcBef>
                        <a:spcAft>
                          <a:spcPts val="1000"/>
                        </a:spcAft>
                        <a:buClrTx/>
                        <a:buSzTx/>
                        <a:buFontTx/>
                        <a:buNone/>
                        <a:tabLst/>
                      </a:pPr>
                      <a:r>
                        <a:rPr kumimoji="0" lang="en-US" altLang="en-US" sz="1500" b="1" u="none" strike="noStrike" cap="none" normalizeH="0" baseline="0">
                          <a:ln>
                            <a:noFill/>
                          </a:ln>
                          <a:solidFill>
                            <a:srgbClr val="FF0000"/>
                          </a:solidFill>
                          <a:effectLst/>
                        </a:rPr>
                        <a:t>3</a:t>
                      </a:r>
                      <a:endParaRPr kumimoji="0" lang="en-IN" altLang="en-US" sz="1500" b="1" i="0" u="none" strike="noStrike" cap="none" normalizeH="0" baseline="0">
                        <a:ln>
                          <a:noFill/>
                        </a:ln>
                        <a:solidFill>
                          <a:srgbClr val="FF0000"/>
                        </a:solidFill>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b" horzOverflow="overflow"/>
                </a:tc>
                <a:tc>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ts val="1313"/>
                        </a:lnSpc>
                        <a:spcBef>
                          <a:spcPct val="0"/>
                        </a:spcBef>
                        <a:spcAft>
                          <a:spcPts val="1000"/>
                        </a:spcAft>
                        <a:buClrTx/>
                        <a:buSzTx/>
                        <a:buFontTx/>
                        <a:buNone/>
                        <a:tabLst/>
                      </a:pPr>
                      <a:r>
                        <a:rPr kumimoji="0" lang="en-US" altLang="en-US" sz="1500" b="1" u="none" strike="noStrike" cap="none" normalizeH="0" baseline="0">
                          <a:ln>
                            <a:noFill/>
                          </a:ln>
                          <a:solidFill>
                            <a:srgbClr val="FF0000"/>
                          </a:solidFill>
                          <a:effectLst/>
                        </a:rPr>
                        <a:t>2</a:t>
                      </a:r>
                      <a:endParaRPr kumimoji="0" lang="en-IN" altLang="en-US" sz="1500" b="1" i="0" u="none" strike="noStrike" cap="none" normalizeH="0" baseline="0">
                        <a:ln>
                          <a:noFill/>
                        </a:ln>
                        <a:solidFill>
                          <a:srgbClr val="FF0000"/>
                        </a:solidFill>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b" horzOverflow="overflow"/>
                </a:tc>
                <a:tc>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ts val="1313"/>
                        </a:lnSpc>
                        <a:spcBef>
                          <a:spcPct val="0"/>
                        </a:spcBef>
                        <a:spcAft>
                          <a:spcPts val="1000"/>
                        </a:spcAft>
                        <a:buClrTx/>
                        <a:buSzTx/>
                        <a:buFontTx/>
                        <a:buNone/>
                        <a:tabLst/>
                      </a:pPr>
                      <a:r>
                        <a:rPr kumimoji="0" lang="en-US" altLang="en-US" sz="1500" b="1" u="none" strike="noStrike" cap="none" normalizeH="0" baseline="0">
                          <a:ln>
                            <a:noFill/>
                          </a:ln>
                          <a:solidFill>
                            <a:srgbClr val="FF0000"/>
                          </a:solidFill>
                          <a:effectLst/>
                        </a:rPr>
                        <a:t>2</a:t>
                      </a:r>
                      <a:endParaRPr kumimoji="0" lang="en-IN" altLang="en-US" sz="1500" b="1" i="0" u="none" strike="noStrike" cap="none" normalizeH="0" baseline="0">
                        <a:ln>
                          <a:noFill/>
                        </a:ln>
                        <a:solidFill>
                          <a:srgbClr val="FF0000"/>
                        </a:solidFill>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b" horzOverflow="overflow"/>
                </a:tc>
                <a:extLst>
                  <a:ext uri="{0D108BD9-81ED-4DB2-BD59-A6C34878D82A}">
                    <a16:rowId xmlns:a16="http://schemas.microsoft.com/office/drawing/2014/main" val="10003"/>
                  </a:ext>
                </a:extLst>
              </a:tr>
              <a:tr h="271462">
                <a:tc>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ct val="115000"/>
                        </a:lnSpc>
                        <a:spcBef>
                          <a:spcPct val="0"/>
                        </a:spcBef>
                        <a:spcAft>
                          <a:spcPts val="1000"/>
                        </a:spcAft>
                        <a:buClrTx/>
                        <a:buSzTx/>
                        <a:buFontTx/>
                        <a:buNone/>
                        <a:tabLst/>
                      </a:pPr>
                      <a:r>
                        <a:rPr kumimoji="0" lang="en-IN" altLang="en-US" sz="1400" u="none" strike="noStrike" cap="none" normalizeH="0" baseline="0">
                          <a:ln>
                            <a:noFill/>
                          </a:ln>
                          <a:effectLst/>
                        </a:rPr>
                        <a:t>CO3</a:t>
                      </a:r>
                      <a:endParaRPr kumimoji="0" lang="en-IN" altLang="en-US" sz="1400" b="1"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horzOverflow="overflow"/>
                </a:tc>
                <a:tc>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ct val="115000"/>
                        </a:lnSpc>
                        <a:spcBef>
                          <a:spcPct val="0"/>
                        </a:spcBef>
                        <a:spcAft>
                          <a:spcPts val="1000"/>
                        </a:spcAft>
                        <a:buClrTx/>
                        <a:buSzTx/>
                        <a:buFontTx/>
                        <a:buNone/>
                        <a:tabLst/>
                      </a:pPr>
                      <a:r>
                        <a:rPr kumimoji="0" lang="en-US" altLang="en-US" sz="1500" u="none" strike="noStrike" cap="none" normalizeH="0" baseline="0">
                          <a:ln>
                            <a:noFill/>
                          </a:ln>
                          <a:effectLst/>
                        </a:rPr>
                        <a:t>2</a:t>
                      </a:r>
                      <a:endParaRPr kumimoji="0" lang="en-IN" altLang="en-US" sz="15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b" horzOverflow="overflow"/>
                </a:tc>
                <a:tc>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ct val="115000"/>
                        </a:lnSpc>
                        <a:spcBef>
                          <a:spcPct val="0"/>
                        </a:spcBef>
                        <a:spcAft>
                          <a:spcPts val="1000"/>
                        </a:spcAft>
                        <a:buClrTx/>
                        <a:buSzTx/>
                        <a:buFontTx/>
                        <a:buNone/>
                        <a:tabLst/>
                      </a:pPr>
                      <a:r>
                        <a:rPr kumimoji="0" lang="en-US" altLang="en-US" sz="1500" u="none" strike="noStrike" cap="none" normalizeH="0" baseline="0">
                          <a:ln>
                            <a:noFill/>
                          </a:ln>
                          <a:effectLst/>
                        </a:rPr>
                        <a:t>3</a:t>
                      </a:r>
                      <a:endParaRPr kumimoji="0" lang="en-IN" altLang="en-US" sz="15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b" horzOverflow="overflow"/>
                </a:tc>
                <a:tc>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ct val="115000"/>
                        </a:lnSpc>
                        <a:spcBef>
                          <a:spcPct val="0"/>
                        </a:spcBef>
                        <a:spcAft>
                          <a:spcPts val="1000"/>
                        </a:spcAft>
                        <a:buClrTx/>
                        <a:buSzTx/>
                        <a:buFontTx/>
                        <a:buNone/>
                        <a:tabLst/>
                      </a:pPr>
                      <a:r>
                        <a:rPr kumimoji="0" lang="en-US" altLang="en-US" sz="1500" u="none" strike="noStrike" cap="none" normalizeH="0" baseline="0">
                          <a:ln>
                            <a:noFill/>
                          </a:ln>
                          <a:effectLst/>
                        </a:rPr>
                        <a:t>3</a:t>
                      </a:r>
                      <a:endParaRPr kumimoji="0" lang="en-IN" altLang="en-US" sz="15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b" horzOverflow="overflow"/>
                </a:tc>
                <a:tc>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ct val="115000"/>
                        </a:lnSpc>
                        <a:spcBef>
                          <a:spcPct val="0"/>
                        </a:spcBef>
                        <a:spcAft>
                          <a:spcPts val="1000"/>
                        </a:spcAft>
                        <a:buClrTx/>
                        <a:buSzTx/>
                        <a:buFontTx/>
                        <a:buNone/>
                        <a:tabLst/>
                      </a:pPr>
                      <a:r>
                        <a:rPr kumimoji="0" lang="en-US" altLang="en-US" sz="1500" u="none" strike="noStrike" cap="none" normalizeH="0" baseline="0">
                          <a:ln>
                            <a:noFill/>
                          </a:ln>
                          <a:effectLst/>
                        </a:rPr>
                        <a:t>3</a:t>
                      </a:r>
                      <a:endParaRPr kumimoji="0" lang="en-IN" altLang="en-US" sz="15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b" horzOverflow="overflow"/>
                </a:tc>
                <a:extLst>
                  <a:ext uri="{0D108BD9-81ED-4DB2-BD59-A6C34878D82A}">
                    <a16:rowId xmlns:a16="http://schemas.microsoft.com/office/drawing/2014/main" val="10004"/>
                  </a:ext>
                </a:extLst>
              </a:tr>
              <a:tr h="228600">
                <a:tc>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ct val="115000"/>
                        </a:lnSpc>
                        <a:spcBef>
                          <a:spcPct val="0"/>
                        </a:spcBef>
                        <a:spcAft>
                          <a:spcPts val="1000"/>
                        </a:spcAft>
                        <a:buClrTx/>
                        <a:buSzTx/>
                        <a:buFontTx/>
                        <a:buNone/>
                        <a:tabLst/>
                      </a:pPr>
                      <a:r>
                        <a:rPr kumimoji="0" lang="en-IN" altLang="en-US" sz="1400" u="none" strike="noStrike" cap="none" normalizeH="0" baseline="0">
                          <a:ln>
                            <a:noFill/>
                          </a:ln>
                          <a:effectLst/>
                        </a:rPr>
                        <a:t>CO4</a:t>
                      </a:r>
                      <a:endParaRPr kumimoji="0" lang="en-IN" altLang="en-US" sz="1400" b="1"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horzOverflow="overflow"/>
                </a:tc>
                <a:tc>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ts val="1313"/>
                        </a:lnSpc>
                        <a:spcBef>
                          <a:spcPct val="0"/>
                        </a:spcBef>
                        <a:spcAft>
                          <a:spcPts val="1000"/>
                        </a:spcAft>
                        <a:buClrTx/>
                        <a:buSzTx/>
                        <a:buFontTx/>
                        <a:buNone/>
                        <a:tabLst/>
                      </a:pPr>
                      <a:r>
                        <a:rPr kumimoji="0" lang="en-US" altLang="en-US" sz="1500" u="none" strike="noStrike" cap="none" normalizeH="0" baseline="0">
                          <a:ln>
                            <a:noFill/>
                          </a:ln>
                          <a:effectLst/>
                        </a:rPr>
                        <a:t>3</a:t>
                      </a:r>
                      <a:endParaRPr kumimoji="0" lang="en-IN" altLang="en-US" sz="15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b" horzOverflow="overflow"/>
                </a:tc>
                <a:tc>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ts val="1313"/>
                        </a:lnSpc>
                        <a:spcBef>
                          <a:spcPct val="0"/>
                        </a:spcBef>
                        <a:spcAft>
                          <a:spcPts val="1000"/>
                        </a:spcAft>
                        <a:buClrTx/>
                        <a:buSzTx/>
                        <a:buFontTx/>
                        <a:buNone/>
                        <a:tabLst/>
                      </a:pPr>
                      <a:r>
                        <a:rPr kumimoji="0" lang="en-US" altLang="en-US" sz="1500" u="none" strike="noStrike" cap="none" normalizeH="0" baseline="0">
                          <a:ln>
                            <a:noFill/>
                          </a:ln>
                          <a:effectLst/>
                        </a:rPr>
                        <a:t>3</a:t>
                      </a:r>
                      <a:endParaRPr kumimoji="0" lang="en-IN" altLang="en-US" sz="15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b" horzOverflow="overflow"/>
                </a:tc>
                <a:tc>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ts val="1313"/>
                        </a:lnSpc>
                        <a:spcBef>
                          <a:spcPct val="0"/>
                        </a:spcBef>
                        <a:spcAft>
                          <a:spcPts val="1000"/>
                        </a:spcAft>
                        <a:buClrTx/>
                        <a:buSzTx/>
                        <a:buFontTx/>
                        <a:buNone/>
                        <a:tabLst/>
                      </a:pPr>
                      <a:r>
                        <a:rPr kumimoji="0" lang="en-US" altLang="en-US" sz="1500" u="none" strike="noStrike" cap="none" normalizeH="0" baseline="0">
                          <a:ln>
                            <a:noFill/>
                          </a:ln>
                          <a:effectLst/>
                        </a:rPr>
                        <a:t>3</a:t>
                      </a:r>
                      <a:endParaRPr kumimoji="0" lang="en-IN" altLang="en-US" sz="15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b" horzOverflow="overflow"/>
                </a:tc>
                <a:tc>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ts val="1313"/>
                        </a:lnSpc>
                        <a:spcBef>
                          <a:spcPct val="0"/>
                        </a:spcBef>
                        <a:spcAft>
                          <a:spcPts val="1000"/>
                        </a:spcAft>
                        <a:buClrTx/>
                        <a:buSzTx/>
                        <a:buFontTx/>
                        <a:buNone/>
                        <a:tabLst/>
                      </a:pPr>
                      <a:r>
                        <a:rPr kumimoji="0" lang="en-US" altLang="en-US" sz="1500" u="none" strike="noStrike" cap="none" normalizeH="0" baseline="0">
                          <a:ln>
                            <a:noFill/>
                          </a:ln>
                          <a:effectLst/>
                        </a:rPr>
                        <a:t>3</a:t>
                      </a:r>
                      <a:endParaRPr kumimoji="0" lang="en-IN" altLang="en-US" sz="15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b" horzOverflow="overflow"/>
                </a:tc>
                <a:extLst>
                  <a:ext uri="{0D108BD9-81ED-4DB2-BD59-A6C34878D82A}">
                    <a16:rowId xmlns:a16="http://schemas.microsoft.com/office/drawing/2014/main" val="10005"/>
                  </a:ext>
                </a:extLst>
              </a:tr>
              <a:tr h="271462">
                <a:tc>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ct val="115000"/>
                        </a:lnSpc>
                        <a:spcBef>
                          <a:spcPct val="0"/>
                        </a:spcBef>
                        <a:spcAft>
                          <a:spcPts val="1000"/>
                        </a:spcAft>
                        <a:buClrTx/>
                        <a:buSzTx/>
                        <a:buFontTx/>
                        <a:buNone/>
                        <a:tabLst/>
                      </a:pPr>
                      <a:r>
                        <a:rPr kumimoji="0" lang="en-IN" altLang="en-US" sz="1400" u="none" strike="noStrike" cap="none" normalizeH="0" baseline="0">
                          <a:ln>
                            <a:noFill/>
                          </a:ln>
                          <a:effectLst/>
                        </a:rPr>
                        <a:t>CO5</a:t>
                      </a:r>
                      <a:endParaRPr kumimoji="0" lang="en-IN" altLang="en-US" sz="1400" b="1"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horzOverflow="overflow"/>
                </a:tc>
                <a:tc>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ct val="115000"/>
                        </a:lnSpc>
                        <a:spcBef>
                          <a:spcPct val="0"/>
                        </a:spcBef>
                        <a:spcAft>
                          <a:spcPts val="1000"/>
                        </a:spcAft>
                        <a:buClrTx/>
                        <a:buSzTx/>
                        <a:buFontTx/>
                        <a:buNone/>
                        <a:tabLst/>
                      </a:pPr>
                      <a:r>
                        <a:rPr kumimoji="0" lang="en-US" altLang="en-US" sz="1500" u="none" strike="noStrike" cap="none" normalizeH="0" baseline="0">
                          <a:ln>
                            <a:noFill/>
                          </a:ln>
                          <a:effectLst/>
                        </a:rPr>
                        <a:t>3</a:t>
                      </a:r>
                      <a:endParaRPr kumimoji="0" lang="en-IN" altLang="en-US" sz="15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b" horzOverflow="overflow"/>
                </a:tc>
                <a:tc>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ct val="115000"/>
                        </a:lnSpc>
                        <a:spcBef>
                          <a:spcPct val="0"/>
                        </a:spcBef>
                        <a:spcAft>
                          <a:spcPts val="1000"/>
                        </a:spcAft>
                        <a:buClrTx/>
                        <a:buSzTx/>
                        <a:buFontTx/>
                        <a:buNone/>
                        <a:tabLst/>
                      </a:pPr>
                      <a:r>
                        <a:rPr kumimoji="0" lang="en-US" altLang="en-US" sz="1500" u="none" strike="noStrike" cap="none" normalizeH="0" baseline="0">
                          <a:ln>
                            <a:noFill/>
                          </a:ln>
                          <a:effectLst/>
                        </a:rPr>
                        <a:t>3</a:t>
                      </a:r>
                      <a:endParaRPr kumimoji="0" lang="en-IN" altLang="en-US" sz="15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b" horzOverflow="overflow"/>
                </a:tc>
                <a:tc>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ct val="115000"/>
                        </a:lnSpc>
                        <a:spcBef>
                          <a:spcPct val="0"/>
                        </a:spcBef>
                        <a:spcAft>
                          <a:spcPts val="1000"/>
                        </a:spcAft>
                        <a:buClrTx/>
                        <a:buSzTx/>
                        <a:buFontTx/>
                        <a:buNone/>
                        <a:tabLst/>
                      </a:pPr>
                      <a:r>
                        <a:rPr kumimoji="0" lang="en-US" altLang="en-US" sz="1500" u="none" strike="noStrike" cap="none" normalizeH="0" baseline="0">
                          <a:ln>
                            <a:noFill/>
                          </a:ln>
                          <a:effectLst/>
                        </a:rPr>
                        <a:t>3</a:t>
                      </a:r>
                      <a:endParaRPr kumimoji="0" lang="en-IN" altLang="en-US" sz="15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b" horzOverflow="overflow"/>
                </a:tc>
                <a:tc>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ct val="115000"/>
                        </a:lnSpc>
                        <a:spcBef>
                          <a:spcPct val="0"/>
                        </a:spcBef>
                        <a:spcAft>
                          <a:spcPts val="1000"/>
                        </a:spcAft>
                        <a:buClrTx/>
                        <a:buSzTx/>
                        <a:buFontTx/>
                        <a:buNone/>
                        <a:tabLst/>
                      </a:pPr>
                      <a:r>
                        <a:rPr kumimoji="0" lang="en-US" altLang="en-US" sz="1500" u="none" strike="noStrike" cap="none" normalizeH="0" baseline="0">
                          <a:ln>
                            <a:noFill/>
                          </a:ln>
                          <a:effectLst/>
                        </a:rPr>
                        <a:t>3</a:t>
                      </a:r>
                      <a:endParaRPr kumimoji="0" lang="en-IN" altLang="en-US" sz="15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b" horzOverflow="overflow"/>
                </a:tc>
                <a:extLst>
                  <a:ext uri="{0D108BD9-81ED-4DB2-BD59-A6C34878D82A}">
                    <a16:rowId xmlns:a16="http://schemas.microsoft.com/office/drawing/2014/main" val="10006"/>
                  </a:ext>
                </a:extLst>
              </a:tr>
              <a:tr h="271462">
                <a:tc>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rtl="0" eaLnBrk="1" fontAlgn="base" latinLnBrk="0" hangingPunct="1">
                        <a:lnSpc>
                          <a:spcPct val="115000"/>
                        </a:lnSpc>
                        <a:spcBef>
                          <a:spcPct val="0"/>
                        </a:spcBef>
                        <a:spcAft>
                          <a:spcPts val="1000"/>
                        </a:spcAft>
                        <a:buClrTx/>
                        <a:buSzTx/>
                        <a:buFontTx/>
                        <a:buNone/>
                      </a:pPr>
                      <a:r>
                        <a:rPr lang="en-US" altLang="en-US" sz="1200" u="none" strike="noStrike" cap="none" normalizeH="0" baseline="0">
                          <a:ln>
                            <a:noFill/>
                          </a:ln>
                          <a:effectLst/>
                        </a:rPr>
                        <a:t> </a:t>
                      </a:r>
                      <a:r>
                        <a:rPr kumimoji="0" lang="en-US" altLang="en-US" sz="1200" u="none" strike="noStrike" cap="none" normalizeH="0" baseline="0">
                          <a:ln>
                            <a:noFill/>
                          </a:ln>
                          <a:effectLst/>
                        </a:rPr>
                        <a:t> Average</a:t>
                      </a:r>
                      <a:endParaRPr kumimoji="0" lang="en-IN" altLang="en-US" sz="1200" b="1" i="0" u="none" strike="noStrike" cap="none" normalizeH="0" baseline="0">
                        <a:ln>
                          <a:noFill/>
                        </a:ln>
                        <a:solidFill>
                          <a:schemeClr val="tx1"/>
                        </a:solidFill>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b" horzOverflow="overflow"/>
                </a:tc>
                <a:tc>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ct val="115000"/>
                        </a:lnSpc>
                        <a:spcBef>
                          <a:spcPct val="0"/>
                        </a:spcBef>
                        <a:spcAft>
                          <a:spcPts val="1000"/>
                        </a:spcAft>
                        <a:buClrTx/>
                        <a:buSzTx/>
                        <a:buFontTx/>
                        <a:buNone/>
                        <a:tabLst/>
                      </a:pPr>
                      <a:r>
                        <a:rPr kumimoji="0" lang="en-US" altLang="en-US" sz="1100" u="none" strike="noStrike" cap="none" normalizeH="0" baseline="0">
                          <a:ln>
                            <a:noFill/>
                          </a:ln>
                          <a:effectLst/>
                        </a:rPr>
                        <a:t>2.4</a:t>
                      </a:r>
                      <a:endParaRPr kumimoji="0" lang="en-IN" altLang="en-US" sz="11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b" horzOverflow="overflow"/>
                </a:tc>
                <a:tc>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ct val="115000"/>
                        </a:lnSpc>
                        <a:spcBef>
                          <a:spcPct val="0"/>
                        </a:spcBef>
                        <a:spcAft>
                          <a:spcPts val="1000"/>
                        </a:spcAft>
                        <a:buClrTx/>
                        <a:buSzTx/>
                        <a:buFontTx/>
                        <a:buNone/>
                        <a:tabLst/>
                      </a:pPr>
                      <a:r>
                        <a:rPr kumimoji="0" lang="en-US" altLang="en-US" sz="1200" u="none" strike="noStrike" cap="none" normalizeH="0" baseline="0">
                          <a:ln>
                            <a:noFill/>
                          </a:ln>
                          <a:effectLst/>
                        </a:rPr>
                        <a:t>5</a:t>
                      </a:r>
                      <a:endParaRPr kumimoji="0" lang="en-IN" altLang="en-US" sz="11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b" horzOverflow="overflow"/>
                </a:tc>
                <a:tc>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ct val="115000"/>
                        </a:lnSpc>
                        <a:spcBef>
                          <a:spcPct val="0"/>
                        </a:spcBef>
                        <a:spcAft>
                          <a:spcPts val="1000"/>
                        </a:spcAft>
                        <a:buClrTx/>
                        <a:buSzTx/>
                        <a:buFontTx/>
                        <a:buNone/>
                        <a:tabLst/>
                      </a:pPr>
                      <a:r>
                        <a:rPr kumimoji="0" lang="en-US" altLang="en-US" sz="1200" u="none" strike="noStrike" cap="none" normalizeH="0" baseline="0">
                          <a:ln>
                            <a:noFill/>
                          </a:ln>
                          <a:effectLst/>
                        </a:rPr>
                        <a:t>2.6</a:t>
                      </a:r>
                      <a:endParaRPr kumimoji="0" lang="en-IN" altLang="en-US" sz="11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b" horzOverflow="overflow"/>
                </a:tc>
                <a:tc>
                  <a:txBody>
                    <a:bodyPr/>
                    <a:lstStyle>
                      <a:lvl1pPr defTabSz="912813">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defTabSz="912813">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defTabSz="912813">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defTabSz="912813">
                        <a:spcBef>
                          <a:spcPct val="20000"/>
                        </a:spcBef>
                        <a:buFont typeface="Arial" panose="020B0604020202020204" pitchFamily="34" charset="0"/>
                        <a:defRPr>
                          <a:solidFill>
                            <a:schemeClr val="tx1"/>
                          </a:solidFill>
                          <a:latin typeface="Calibri" panose="020F0502020204030204" pitchFamily="34" charset="0"/>
                        </a:defRPr>
                      </a:lvl4pPr>
                      <a:lvl5pPr marL="2057400" indent="-228600" defTabSz="912813">
                        <a:spcBef>
                          <a:spcPct val="20000"/>
                        </a:spcBef>
                        <a:buFont typeface="Arial" panose="020B0604020202020204" pitchFamily="34" charset="0"/>
                        <a:defRPr>
                          <a:solidFill>
                            <a:schemeClr val="tx1"/>
                          </a:solidFill>
                          <a:latin typeface="Calibri" panose="020F0502020204030204" pitchFamily="34" charset="0"/>
                        </a:defRPr>
                      </a:lvl5pPr>
                      <a:lvl6pPr marL="25146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defTabSz="912813"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ctr" defTabSz="912813" rtl="0" eaLnBrk="1" fontAlgn="base" latinLnBrk="0" hangingPunct="1">
                        <a:lnSpc>
                          <a:spcPct val="115000"/>
                        </a:lnSpc>
                        <a:spcBef>
                          <a:spcPct val="0"/>
                        </a:spcBef>
                        <a:spcAft>
                          <a:spcPts val="1000"/>
                        </a:spcAft>
                        <a:buClrTx/>
                        <a:buSzTx/>
                        <a:buFontTx/>
                        <a:buNone/>
                        <a:tabLst/>
                      </a:pPr>
                      <a:r>
                        <a:rPr kumimoji="0" lang="en-US" altLang="en-US" sz="1100" u="none" strike="noStrike" cap="none" normalizeH="0" baseline="0">
                          <a:ln>
                            <a:noFill/>
                          </a:ln>
                          <a:effectLst/>
                        </a:rPr>
                        <a:t>2.6</a:t>
                      </a:r>
                      <a:endParaRPr kumimoji="0" lang="en-IN" altLang="en-US" sz="11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b" horzOverflow="overflow"/>
                </a:tc>
                <a:extLst>
                  <a:ext uri="{0D108BD9-81ED-4DB2-BD59-A6C34878D82A}">
                    <a16:rowId xmlns:a16="http://schemas.microsoft.com/office/drawing/2014/main" val="10007"/>
                  </a:ext>
                </a:extLst>
              </a:tr>
            </a:tbl>
          </a:graphicData>
        </a:graphic>
      </p:graphicFrame>
      <p:sp>
        <p:nvSpPr>
          <p:cNvPr id="13" name="Date Placeholder 3">
            <a:extLst>
              <a:ext uri="{FF2B5EF4-FFF2-40B4-BE49-F238E27FC236}">
                <a16:creationId xmlns:a16="http://schemas.microsoft.com/office/drawing/2014/main" id="{E39105CF-668C-42A4-8F22-9D21FB7EC664}"/>
              </a:ext>
            </a:extLst>
          </p:cNvPr>
          <p:cNvSpPr>
            <a:spLocks noGrp="1"/>
          </p:cNvSpPr>
          <p:nvPr>
            <p:ph type="dt" sz="quarter" idx="10"/>
          </p:nvPr>
        </p:nvSpPr>
        <p:spPr/>
        <p:txBody>
          <a:bodyPr/>
          <a:lstStyle/>
          <a:p>
            <a:pPr>
              <a:defRPr/>
            </a:pPr>
            <a:fld id="{E5408EA6-6B24-499B-967B-3A3D4CE90DAF}" type="datetime1">
              <a:rPr lang="en-US" smtClean="0"/>
              <a:pPr>
                <a:defRPr/>
              </a:pPr>
              <a:t>5/17/2022</a:t>
            </a:fld>
            <a:endParaRPr lang="en-US"/>
          </a:p>
        </p:txBody>
      </p:sp>
      <p:sp>
        <p:nvSpPr>
          <p:cNvPr id="15" name="Footer Placeholder 4">
            <a:extLst>
              <a:ext uri="{FF2B5EF4-FFF2-40B4-BE49-F238E27FC236}">
                <a16:creationId xmlns:a16="http://schemas.microsoft.com/office/drawing/2014/main" id="{F681D640-439A-4DB4-9436-5077E7B2DE3A}"/>
              </a:ext>
            </a:extLst>
          </p:cNvPr>
          <p:cNvSpPr>
            <a:spLocks noGrp="1"/>
          </p:cNvSpPr>
          <p:nvPr>
            <p:ph type="ftr" sz="quarter" idx="11"/>
          </p:nvPr>
        </p:nvSpPr>
        <p:spPr>
          <a:xfrm>
            <a:off x="2667000" y="6356350"/>
            <a:ext cx="7162800" cy="365125"/>
          </a:xfrm>
        </p:spPr>
        <p:txBody>
          <a:bodyPr/>
          <a:lstStyle/>
          <a:p>
            <a:pPr>
              <a:defRPr/>
            </a:pPr>
            <a:r>
              <a:rPr lang="en-US"/>
              <a:t>(Programming in Advanced Python)                                 Unit No:2</a:t>
            </a:r>
          </a:p>
        </p:txBody>
      </p:sp>
      <p:sp>
        <p:nvSpPr>
          <p:cNvPr id="3" name="Rectangle 2">
            <a:extLst>
              <a:ext uri="{FF2B5EF4-FFF2-40B4-BE49-F238E27FC236}">
                <a16:creationId xmlns:a16="http://schemas.microsoft.com/office/drawing/2014/main" id="{097CA9AD-BDAF-4431-BFE6-AFE0903F43DC}"/>
              </a:ext>
            </a:extLst>
          </p:cNvPr>
          <p:cNvSpPr/>
          <p:nvPr/>
        </p:nvSpPr>
        <p:spPr>
          <a:xfrm>
            <a:off x="2763329" y="4035723"/>
            <a:ext cx="7965054" cy="3306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latin typeface="Times New Roman"/>
                <a:cs typeface="Calibri"/>
              </a:rPr>
              <a:t>Mapping of Course Outcomes and Program Specific Outcomes</a:t>
            </a:r>
            <a:endParaRPr lang="en-US" b="1">
              <a:solidFill>
                <a:schemeClr val="tx1"/>
              </a:solidFill>
              <a:latin typeface="Times New Roman"/>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369"/>
                                        </p:tgtEl>
                                        <p:attrNameLst>
                                          <p:attrName>style.visibility</p:attrName>
                                        </p:attrNameLst>
                                      </p:cBhvr>
                                      <p:to>
                                        <p:strVal val="visible"/>
                                      </p:to>
                                    </p:set>
                                    <p:anim calcmode="lin" valueType="num">
                                      <p:cBhvr additive="base">
                                        <p:cTn id="7" dur="500" fill="hold"/>
                                        <p:tgtEl>
                                          <p:spTgt spid="10369"/>
                                        </p:tgtEl>
                                        <p:attrNameLst>
                                          <p:attrName>ppt_x</p:attrName>
                                        </p:attrNameLst>
                                      </p:cBhvr>
                                      <p:tavLst>
                                        <p:tav tm="0">
                                          <p:val>
                                            <p:strVal val="#ppt_x"/>
                                          </p:val>
                                        </p:tav>
                                        <p:tav tm="100000">
                                          <p:val>
                                            <p:strVal val="#ppt_x"/>
                                          </p:val>
                                        </p:tav>
                                      </p:tavLst>
                                    </p:anim>
                                    <p:anim calcmode="lin" valueType="num">
                                      <p:cBhvr additive="base">
                                        <p:cTn id="8" dur="500" fill="hold"/>
                                        <p:tgtEl>
                                          <p:spTgt spid="1036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ppt_x"/>
                                          </p:val>
                                        </p:tav>
                                        <p:tav tm="100000">
                                          <p:val>
                                            <p:strVal val="#ppt_x"/>
                                          </p:val>
                                        </p:tav>
                                      </p:tavLst>
                                    </p:anim>
                                    <p:anim calcmode="lin" valueType="num">
                                      <p:cBhvr additive="base">
                                        <p:cTn id="2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anim calcmode="lin" valueType="num">
                                      <p:cBhvr additive="base">
                                        <p:cTn id="25" dur="500" fill="hold"/>
                                        <p:tgtEl>
                                          <p:spTgt spid="11"/>
                                        </p:tgtEl>
                                        <p:attrNameLst>
                                          <p:attrName>ppt_x</p:attrName>
                                        </p:attrNameLst>
                                      </p:cBhvr>
                                      <p:tavLst>
                                        <p:tav tm="0">
                                          <p:val>
                                            <p:strVal val="#ppt_x"/>
                                          </p:val>
                                        </p:tav>
                                        <p:tav tm="100000">
                                          <p:val>
                                            <p:strVal val="#ppt_x"/>
                                          </p:val>
                                        </p:tav>
                                      </p:tavLst>
                                    </p:anim>
                                    <p:anim calcmode="lin" valueType="num">
                                      <p:cBhvr additive="base">
                                        <p:cTn id="26"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69" grpId="0"/>
      <p:bldP spid="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Content Placeholder 2">
            <a:extLst>
              <a:ext uri="{FF2B5EF4-FFF2-40B4-BE49-F238E27FC236}">
                <a16:creationId xmlns:a16="http://schemas.microsoft.com/office/drawing/2014/main" id="{AACDCF5F-A86F-4837-8DDA-C8A1B2A35031}"/>
              </a:ext>
            </a:extLst>
          </p:cNvPr>
          <p:cNvSpPr>
            <a:spLocks noGrp="1"/>
          </p:cNvSpPr>
          <p:nvPr>
            <p:ph idx="1"/>
          </p:nvPr>
        </p:nvSpPr>
        <p:spPr>
          <a:xfrm>
            <a:off x="1676400" y="1143000"/>
            <a:ext cx="8610600" cy="4525963"/>
          </a:xfrm>
        </p:spPr>
        <p:txBody>
          <a:bodyPr/>
          <a:lstStyle/>
          <a:p>
            <a:pPr eaLnBrk="1" hangingPunct="1">
              <a:defRPr/>
            </a:pPr>
            <a:r>
              <a:rPr lang="en-US" altLang="en-US" sz="2800">
                <a:latin typeface="Times New Roman" panose="02020603050405020304" pitchFamily="18" charset="0"/>
                <a:cs typeface="Times New Roman" panose="02020603050405020304" pitchFamily="18" charset="0"/>
              </a:rPr>
              <a:t>Operators</a:t>
            </a:r>
          </a:p>
          <a:p>
            <a:pPr eaLnBrk="1" hangingPunct="1">
              <a:defRPr/>
            </a:pPr>
            <a:r>
              <a:rPr lang="en-US" altLang="en-US" sz="2800">
                <a:latin typeface="Times New Roman" panose="02020603050405020304" pitchFamily="18" charset="0"/>
                <a:cs typeface="Times New Roman" panose="02020603050405020304" pitchFamily="18" charset="0"/>
              </a:rPr>
              <a:t>Loop</a:t>
            </a:r>
          </a:p>
          <a:p>
            <a:pPr eaLnBrk="1" hangingPunct="1">
              <a:defRPr/>
            </a:pPr>
            <a:r>
              <a:rPr lang="en-US" altLang="en-US" sz="2800">
                <a:latin typeface="Times New Roman" panose="02020603050405020304" pitchFamily="18" charset="0"/>
                <a:cs typeface="Times New Roman" panose="02020603050405020304" pitchFamily="18" charset="0"/>
              </a:rPr>
              <a:t>Method</a:t>
            </a:r>
          </a:p>
          <a:p>
            <a:pPr eaLnBrk="1" hangingPunct="1">
              <a:defRPr/>
            </a:pPr>
            <a:r>
              <a:rPr lang="en-US" altLang="en-US" sz="2800">
                <a:latin typeface="Times New Roman" panose="02020603050405020304" pitchFamily="18" charset="0"/>
                <a:cs typeface="Times New Roman" panose="02020603050405020304" pitchFamily="18" charset="0"/>
              </a:rPr>
              <a:t>Variables</a:t>
            </a:r>
          </a:p>
          <a:p>
            <a:pPr eaLnBrk="1" hangingPunct="1">
              <a:defRPr/>
            </a:pPr>
            <a:r>
              <a:rPr lang="en-US" altLang="en-US" sz="2800">
                <a:latin typeface="Times New Roman" panose="02020603050405020304" pitchFamily="18" charset="0"/>
                <a:cs typeface="Times New Roman" panose="02020603050405020304" pitchFamily="18" charset="0"/>
              </a:rPr>
              <a:t>Class , Objects</a:t>
            </a:r>
          </a:p>
          <a:p>
            <a:pPr eaLnBrk="1" hangingPunct="1">
              <a:defRPr/>
            </a:pPr>
            <a:r>
              <a:rPr lang="en-US" altLang="en-US" sz="2800">
                <a:latin typeface="Times New Roman" panose="02020603050405020304" pitchFamily="18" charset="0"/>
                <a:cs typeface="Times New Roman" panose="02020603050405020304" pitchFamily="18" charset="0"/>
              </a:rPr>
              <a:t>Constructor</a:t>
            </a:r>
          </a:p>
          <a:p>
            <a:pPr marL="0" indent="0" eaLnBrk="1" hangingPunct="1">
              <a:buFont typeface="Arial" panose="020B0604020202020204" pitchFamily="34" charset="0"/>
              <a:buNone/>
              <a:defRPr/>
            </a:pPr>
            <a:endParaRPr lang="en-US" altLang="en-US" sz="240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F42785AE-AC44-43D6-B74E-9F637B595EFF}"/>
              </a:ext>
            </a:extLst>
          </p:cNvPr>
          <p:cNvSpPr>
            <a:spLocks noGrp="1"/>
          </p:cNvSpPr>
          <p:nvPr>
            <p:ph type="dt" sz="quarter" idx="10"/>
          </p:nvPr>
        </p:nvSpPr>
        <p:spPr/>
        <p:txBody>
          <a:bodyPr/>
          <a:lstStyle/>
          <a:p>
            <a:pPr>
              <a:defRPr/>
            </a:pPr>
            <a:fld id="{61B9CCF5-CEF0-45AC-9E16-F6BD5B7E16EB}" type="datetime1">
              <a:rPr lang="en-US" smtClean="0"/>
              <a:pPr>
                <a:defRPr/>
              </a:pPr>
              <a:t>5/17/2022</a:t>
            </a:fld>
            <a:endParaRPr lang="en-US"/>
          </a:p>
        </p:txBody>
      </p:sp>
      <p:sp>
        <p:nvSpPr>
          <p:cNvPr id="5" name="Footer Placeholder 4">
            <a:extLst>
              <a:ext uri="{FF2B5EF4-FFF2-40B4-BE49-F238E27FC236}">
                <a16:creationId xmlns:a16="http://schemas.microsoft.com/office/drawing/2014/main" id="{FC53984C-7E93-4618-8313-A9A8F792C863}"/>
              </a:ext>
            </a:extLst>
          </p:cNvPr>
          <p:cNvSpPr>
            <a:spLocks noGrp="1"/>
          </p:cNvSpPr>
          <p:nvPr>
            <p:ph type="ftr" sz="quarter" idx="11"/>
          </p:nvPr>
        </p:nvSpPr>
        <p:spPr>
          <a:xfrm>
            <a:off x="2895600" y="6356350"/>
            <a:ext cx="7010400" cy="365125"/>
          </a:xfrm>
        </p:spPr>
        <p:txBody>
          <a:bodyPr/>
          <a:lstStyle/>
          <a:p>
            <a:pPr>
              <a:defRPr/>
            </a:pPr>
            <a:r>
              <a:rPr lang="en-US"/>
              <a:t>(Programming in Advanced Python)                                 Unit No:2</a:t>
            </a:r>
          </a:p>
        </p:txBody>
      </p:sp>
      <p:sp>
        <p:nvSpPr>
          <p:cNvPr id="11269" name="Slide Number Placeholder 5">
            <a:extLst>
              <a:ext uri="{FF2B5EF4-FFF2-40B4-BE49-F238E27FC236}">
                <a16:creationId xmlns:a16="http://schemas.microsoft.com/office/drawing/2014/main" id="{E14A642C-17E1-4606-9F59-3E51979E7147}"/>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02416D9D-258C-4A13-9665-E2FF7274C11E}" type="slidenum">
              <a:rPr lang="en-US" altLang="en-US" sz="1200" dirty="0">
                <a:solidFill>
                  <a:srgbClr val="898989"/>
                </a:solidFill>
              </a:rPr>
              <a:pPr>
                <a:spcBef>
                  <a:spcPct val="0"/>
                </a:spcBef>
                <a:buFontTx/>
                <a:buNone/>
              </a:pPr>
              <a:t>6</a:t>
            </a:fld>
            <a:endParaRPr lang="en-US" altLang="en-US" sz="1200">
              <a:solidFill>
                <a:srgbClr val="898989"/>
              </a:solidFill>
            </a:endParaRPr>
          </a:p>
        </p:txBody>
      </p:sp>
      <p:sp>
        <p:nvSpPr>
          <p:cNvPr id="7" name="Title 1">
            <a:extLst>
              <a:ext uri="{FF2B5EF4-FFF2-40B4-BE49-F238E27FC236}">
                <a16:creationId xmlns:a16="http://schemas.microsoft.com/office/drawing/2014/main" id="{52C19A4D-8E25-4CAA-8B7A-AB7336017D4F}"/>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lIns="91440" tIns="45720" rIns="91440" bIns="45720" anchor="ctr"/>
          <a:lstStyle/>
          <a:p>
            <a:pPr algn="ctr" eaLnBrk="1" fontAlgn="auto" hangingPunct="1">
              <a:spcAft>
                <a:spcPts val="0"/>
              </a:spcAft>
              <a:defRPr/>
            </a:pPr>
            <a:r>
              <a:rPr lang="en-US" sz="3200" b="1">
                <a:latin typeface="Times New Roman"/>
                <a:cs typeface="Times New Roman"/>
              </a:rPr>
              <a:t>Prerequisite and Recap(CO2)</a:t>
            </a:r>
            <a:endParaRPr lang="en-US" sz="3200" b="1">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170">
                                            <p:txEl>
                                              <p:pRg st="0" end="0"/>
                                            </p:txEl>
                                          </p:spTgt>
                                        </p:tgtEl>
                                        <p:attrNameLst>
                                          <p:attrName>style.visibility</p:attrName>
                                        </p:attrNameLst>
                                      </p:cBhvr>
                                      <p:to>
                                        <p:strVal val="visible"/>
                                      </p:to>
                                    </p:set>
                                    <p:animEffect transition="in" filter="blinds(horizontal)">
                                      <p:cBhvr>
                                        <p:cTn id="7" dur="500"/>
                                        <p:tgtEl>
                                          <p:spTgt spid="7170">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170">
                                            <p:txEl>
                                              <p:pRg st="1" end="1"/>
                                            </p:txEl>
                                          </p:spTgt>
                                        </p:tgtEl>
                                        <p:attrNameLst>
                                          <p:attrName>style.visibility</p:attrName>
                                        </p:attrNameLst>
                                      </p:cBhvr>
                                      <p:to>
                                        <p:strVal val="visible"/>
                                      </p:to>
                                    </p:set>
                                    <p:animEffect transition="in" filter="blinds(horizontal)">
                                      <p:cBhvr>
                                        <p:cTn id="12" dur="500"/>
                                        <p:tgtEl>
                                          <p:spTgt spid="7170">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170">
                                            <p:txEl>
                                              <p:pRg st="2" end="2"/>
                                            </p:txEl>
                                          </p:spTgt>
                                        </p:tgtEl>
                                        <p:attrNameLst>
                                          <p:attrName>style.visibility</p:attrName>
                                        </p:attrNameLst>
                                      </p:cBhvr>
                                      <p:to>
                                        <p:strVal val="visible"/>
                                      </p:to>
                                    </p:set>
                                    <p:animEffect transition="in" filter="blinds(horizontal)">
                                      <p:cBhvr>
                                        <p:cTn id="17" dur="500"/>
                                        <p:tgtEl>
                                          <p:spTgt spid="7170">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7170">
                                            <p:txEl>
                                              <p:pRg st="3" end="3"/>
                                            </p:txEl>
                                          </p:spTgt>
                                        </p:tgtEl>
                                        <p:attrNameLst>
                                          <p:attrName>style.visibility</p:attrName>
                                        </p:attrNameLst>
                                      </p:cBhvr>
                                      <p:to>
                                        <p:strVal val="visible"/>
                                      </p:to>
                                    </p:set>
                                    <p:animEffect transition="in" filter="blinds(horizontal)">
                                      <p:cBhvr>
                                        <p:cTn id="22" dur="500"/>
                                        <p:tgtEl>
                                          <p:spTgt spid="7170">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7170">
                                            <p:txEl>
                                              <p:pRg st="4" end="4"/>
                                            </p:txEl>
                                          </p:spTgt>
                                        </p:tgtEl>
                                        <p:attrNameLst>
                                          <p:attrName>style.visibility</p:attrName>
                                        </p:attrNameLst>
                                      </p:cBhvr>
                                      <p:to>
                                        <p:strVal val="visible"/>
                                      </p:to>
                                    </p:set>
                                    <p:animEffect transition="in" filter="blinds(horizontal)">
                                      <p:cBhvr>
                                        <p:cTn id="27" dur="500"/>
                                        <p:tgtEl>
                                          <p:spTgt spid="7170">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7170">
                                            <p:txEl>
                                              <p:pRg st="5" end="5"/>
                                            </p:txEl>
                                          </p:spTgt>
                                        </p:tgtEl>
                                        <p:attrNameLst>
                                          <p:attrName>style.visibility</p:attrName>
                                        </p:attrNameLst>
                                      </p:cBhvr>
                                      <p:to>
                                        <p:strVal val="visible"/>
                                      </p:to>
                                    </p:set>
                                    <p:animEffect transition="in" filter="blinds(horizontal)">
                                      <p:cBhvr>
                                        <p:cTn id="32" dur="500"/>
                                        <p:tgtEl>
                                          <p:spTgt spid="7170">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Content Placeholder 2">
            <a:extLst>
              <a:ext uri="{FF2B5EF4-FFF2-40B4-BE49-F238E27FC236}">
                <a16:creationId xmlns:a16="http://schemas.microsoft.com/office/drawing/2014/main" id="{5C485C8F-DF5C-4523-A6FE-D5B8FB504F09}"/>
              </a:ext>
            </a:extLst>
          </p:cNvPr>
          <p:cNvSpPr>
            <a:spLocks noGrp="1"/>
          </p:cNvSpPr>
          <p:nvPr>
            <p:ph idx="1"/>
          </p:nvPr>
        </p:nvSpPr>
        <p:spPr>
          <a:xfrm>
            <a:off x="1600200" y="1143000"/>
            <a:ext cx="10210800" cy="5105400"/>
          </a:xfrm>
        </p:spPr>
        <p:txBody>
          <a:bodyPr/>
          <a:lstStyle/>
          <a:p>
            <a:pPr marL="0" indent="0" algn="just" eaLnBrk="1" hangingPunct="1">
              <a:buFont typeface="Arial" panose="020B0604020202020204" pitchFamily="34" charset="0"/>
              <a:buNone/>
            </a:pPr>
            <a:r>
              <a:rPr lang="en-US" altLang="en-US" sz="2800" b="1">
                <a:latin typeface="Times New Roman"/>
                <a:cs typeface="Times New Roman"/>
              </a:rPr>
              <a:t>After you have read and studied this topic, you should be able to:</a:t>
            </a:r>
            <a:endParaRPr lang="en-US" altLang="en-US" sz="2800" b="1">
              <a:latin typeface="Times New Roman" panose="02020603050405020304" pitchFamily="18" charset="0"/>
              <a:cs typeface="Times New Roman" panose="02020603050405020304" pitchFamily="18" charset="0"/>
            </a:endParaRPr>
          </a:p>
          <a:p>
            <a:pPr lvl="1">
              <a:lnSpc>
                <a:spcPct val="150000"/>
              </a:lnSpc>
              <a:buFont typeface="Arial" panose="020B0604020202020204" pitchFamily="34" charset="0"/>
              <a:buChar char="•"/>
            </a:pPr>
            <a:r>
              <a:rPr lang="en-US" altLang="en-US">
                <a:latin typeface="Times New Roman"/>
                <a:cs typeface="Times New Roman"/>
              </a:rPr>
              <a:t>Understand the concept of Object-Oriented Systems.</a:t>
            </a:r>
          </a:p>
          <a:p>
            <a:pPr lvl="1" algn="just">
              <a:lnSpc>
                <a:spcPct val="150000"/>
              </a:lnSpc>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Create class and objects.</a:t>
            </a:r>
          </a:p>
          <a:p>
            <a:pPr lvl="1" algn="just">
              <a:lnSpc>
                <a:spcPct val="150000"/>
              </a:lnSpc>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Understand the concept of Inheritance and its types.</a:t>
            </a:r>
          </a:p>
          <a:p>
            <a:pPr lvl="1" algn="just">
              <a:lnSpc>
                <a:spcPct val="150000"/>
              </a:lnSpc>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Able to know about Constructor.</a:t>
            </a:r>
          </a:p>
          <a:p>
            <a:pPr marL="0" indent="0" eaLnBrk="1" hangingPunct="1">
              <a:buFont typeface="Arial" panose="020B0604020202020204" pitchFamily="34" charset="0"/>
              <a:buNone/>
            </a:pPr>
            <a:endParaRPr lang="en-US" altLang="en-US" sz="2400"/>
          </a:p>
        </p:txBody>
      </p:sp>
      <p:sp>
        <p:nvSpPr>
          <p:cNvPr id="4" name="Date Placeholder 3">
            <a:extLst>
              <a:ext uri="{FF2B5EF4-FFF2-40B4-BE49-F238E27FC236}">
                <a16:creationId xmlns:a16="http://schemas.microsoft.com/office/drawing/2014/main" id="{59E8829A-7FF1-408B-8DCF-09AD334E773D}"/>
              </a:ext>
            </a:extLst>
          </p:cNvPr>
          <p:cNvSpPr>
            <a:spLocks noGrp="1"/>
          </p:cNvSpPr>
          <p:nvPr>
            <p:ph type="dt" sz="quarter" idx="10"/>
          </p:nvPr>
        </p:nvSpPr>
        <p:spPr/>
        <p:txBody>
          <a:bodyPr/>
          <a:lstStyle/>
          <a:p>
            <a:pPr>
              <a:defRPr/>
            </a:pPr>
            <a:fld id="{FD34A3FA-D2B9-4353-86BB-00ECA727473A}" type="datetime1">
              <a:rPr lang="en-US" smtClean="0"/>
              <a:pPr>
                <a:defRPr/>
              </a:pPr>
              <a:t>5/17/2022</a:t>
            </a:fld>
            <a:endParaRPr lang="en-US"/>
          </a:p>
        </p:txBody>
      </p:sp>
      <p:sp>
        <p:nvSpPr>
          <p:cNvPr id="5" name="Footer Placeholder 4">
            <a:extLst>
              <a:ext uri="{FF2B5EF4-FFF2-40B4-BE49-F238E27FC236}">
                <a16:creationId xmlns:a16="http://schemas.microsoft.com/office/drawing/2014/main" id="{1BB1089F-FC27-4212-BB5D-4D0722FB6277}"/>
              </a:ext>
            </a:extLst>
          </p:cNvPr>
          <p:cNvSpPr>
            <a:spLocks noGrp="1"/>
          </p:cNvSpPr>
          <p:nvPr>
            <p:ph type="ftr" sz="quarter" idx="11"/>
          </p:nvPr>
        </p:nvSpPr>
        <p:spPr>
          <a:xfrm>
            <a:off x="2971800" y="6248400"/>
            <a:ext cx="6781800" cy="365125"/>
          </a:xfrm>
        </p:spPr>
        <p:txBody>
          <a:bodyPr/>
          <a:lstStyle/>
          <a:p>
            <a:pPr>
              <a:defRPr/>
            </a:pPr>
            <a:r>
              <a:rPr lang="en-US"/>
              <a:t>(Programming in Advanced Python)                                 Unit No:2</a:t>
            </a:r>
          </a:p>
        </p:txBody>
      </p:sp>
      <p:sp>
        <p:nvSpPr>
          <p:cNvPr id="12293" name="Slide Number Placeholder 5">
            <a:extLst>
              <a:ext uri="{FF2B5EF4-FFF2-40B4-BE49-F238E27FC236}">
                <a16:creationId xmlns:a16="http://schemas.microsoft.com/office/drawing/2014/main" id="{C0C7A0B7-0E5B-4041-9B75-CE4B301FABBB}"/>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94EDC7E6-763C-4B1B-8214-C29FD3950EC1}" type="slidenum">
              <a:rPr lang="en-US" altLang="en-US" sz="1200" dirty="0">
                <a:solidFill>
                  <a:srgbClr val="898989"/>
                </a:solidFill>
              </a:rPr>
              <a:pPr>
                <a:spcBef>
                  <a:spcPct val="0"/>
                </a:spcBef>
                <a:buFontTx/>
                <a:buNone/>
              </a:pPr>
              <a:t>7</a:t>
            </a:fld>
            <a:endParaRPr lang="en-US" altLang="en-US" sz="1200">
              <a:solidFill>
                <a:srgbClr val="898989"/>
              </a:solidFill>
            </a:endParaRPr>
          </a:p>
        </p:txBody>
      </p:sp>
      <p:sp>
        <p:nvSpPr>
          <p:cNvPr id="7" name="Title 1">
            <a:extLst>
              <a:ext uri="{FF2B5EF4-FFF2-40B4-BE49-F238E27FC236}">
                <a16:creationId xmlns:a16="http://schemas.microsoft.com/office/drawing/2014/main" id="{8706E9D6-123F-4CA6-A29A-50BA9600A25E}"/>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lIns="91440" tIns="45720" rIns="91440" bIns="45720" anchor="ctr"/>
          <a:lstStyle/>
          <a:p>
            <a:pPr algn="ctr" fontAlgn="auto">
              <a:spcAft>
                <a:spcPts val="0"/>
              </a:spcAft>
              <a:defRPr/>
            </a:pPr>
            <a:r>
              <a:rPr lang="en-US" sz="3200" b="1">
                <a:latin typeface="Times New Roman"/>
                <a:cs typeface="Times New Roman"/>
              </a:rPr>
              <a:t>Topic Objectives(CO2)</a:t>
            </a:r>
            <a:endParaRPr lang="en-US" sz="3200" b="1">
              <a:latin typeface="Times New Roman" pitchFamily="18" charset="0"/>
              <a:cs typeface="Times New Roman" pitchFamily="18"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4098">
                                            <p:txEl>
                                              <p:pRg st="0" end="0"/>
                                            </p:txEl>
                                          </p:spTgt>
                                        </p:tgtEl>
                                        <p:attrNameLst>
                                          <p:attrName>style.visibility</p:attrName>
                                        </p:attrNameLst>
                                      </p:cBhvr>
                                      <p:to>
                                        <p:strVal val="visible"/>
                                      </p:to>
                                    </p:set>
                                    <p:animEffect transition="in" filter="box(in)">
                                      <p:cBhvr>
                                        <p:cTn id="7" dur="500"/>
                                        <p:tgtEl>
                                          <p:spTgt spid="4098">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4098">
                                            <p:txEl>
                                              <p:pRg st="1" end="1"/>
                                            </p:txEl>
                                          </p:spTgt>
                                        </p:tgtEl>
                                        <p:attrNameLst>
                                          <p:attrName>style.visibility</p:attrName>
                                        </p:attrNameLst>
                                      </p:cBhvr>
                                      <p:to>
                                        <p:strVal val="visible"/>
                                      </p:to>
                                    </p:set>
                                    <p:animEffect transition="in" filter="box(in)">
                                      <p:cBhvr>
                                        <p:cTn id="12" dur="500"/>
                                        <p:tgtEl>
                                          <p:spTgt spid="4098">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4098">
                                            <p:txEl>
                                              <p:pRg st="2" end="2"/>
                                            </p:txEl>
                                          </p:spTgt>
                                        </p:tgtEl>
                                        <p:attrNameLst>
                                          <p:attrName>style.visibility</p:attrName>
                                        </p:attrNameLst>
                                      </p:cBhvr>
                                      <p:to>
                                        <p:strVal val="visible"/>
                                      </p:to>
                                    </p:set>
                                    <p:animEffect transition="in" filter="box(in)">
                                      <p:cBhvr>
                                        <p:cTn id="17" dur="500"/>
                                        <p:tgtEl>
                                          <p:spTgt spid="4098">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4098">
                                            <p:txEl>
                                              <p:pRg st="3" end="3"/>
                                            </p:txEl>
                                          </p:spTgt>
                                        </p:tgtEl>
                                        <p:attrNameLst>
                                          <p:attrName>style.visibility</p:attrName>
                                        </p:attrNameLst>
                                      </p:cBhvr>
                                      <p:to>
                                        <p:strVal val="visible"/>
                                      </p:to>
                                    </p:set>
                                    <p:animEffect transition="in" filter="box(in)">
                                      <p:cBhvr>
                                        <p:cTn id="22" dur="500"/>
                                        <p:tgtEl>
                                          <p:spTgt spid="4098">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4098">
                                            <p:txEl>
                                              <p:pRg st="4" end="4"/>
                                            </p:txEl>
                                          </p:spTgt>
                                        </p:tgtEl>
                                        <p:attrNameLst>
                                          <p:attrName>style.visibility</p:attrName>
                                        </p:attrNameLst>
                                      </p:cBhvr>
                                      <p:to>
                                        <p:strVal val="visible"/>
                                      </p:to>
                                    </p:set>
                                    <p:animEffect transition="in" filter="box(in)">
                                      <p:cBhvr>
                                        <p:cTn id="27" dur="500"/>
                                        <p:tgtEl>
                                          <p:spTgt spid="409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Content Placeholder 2">
            <a:extLst>
              <a:ext uri="{FF2B5EF4-FFF2-40B4-BE49-F238E27FC236}">
                <a16:creationId xmlns:a16="http://schemas.microsoft.com/office/drawing/2014/main" id="{6BD5EA06-FDF5-4FE2-997E-77952FA4144A}"/>
              </a:ext>
            </a:extLst>
          </p:cNvPr>
          <p:cNvSpPr>
            <a:spLocks noGrp="1"/>
          </p:cNvSpPr>
          <p:nvPr>
            <p:ph idx="1"/>
          </p:nvPr>
        </p:nvSpPr>
        <p:spPr>
          <a:xfrm>
            <a:off x="1830237" y="1143000"/>
            <a:ext cx="9599763" cy="605288"/>
          </a:xfrm>
        </p:spPr>
        <p:txBody>
          <a:bodyPr/>
          <a:lstStyle/>
          <a:p>
            <a:pPr>
              <a:defRPr/>
            </a:pPr>
            <a:r>
              <a:rPr lang="en-US" altLang="en-US" sz="2800">
                <a:cs typeface="Times New Roman" panose="02020603050405020304" pitchFamily="18" charset="0"/>
              </a:rPr>
              <a:t>Challenges in developing a business application.</a:t>
            </a:r>
          </a:p>
          <a:p>
            <a:pPr>
              <a:defRPr/>
            </a:pPr>
            <a:endParaRPr lang="en-US" altLang="en-US" sz="2800"/>
          </a:p>
          <a:p>
            <a:pPr marL="0" indent="0">
              <a:buFont typeface="Arial" panose="020B0604020202020204" pitchFamily="34" charset="0"/>
              <a:buNone/>
              <a:defRPr/>
            </a:pPr>
            <a:endParaRPr lang="en-US" altLang="en-US"/>
          </a:p>
          <a:p>
            <a:pPr>
              <a:defRPr/>
            </a:pPr>
            <a:endParaRPr lang="en-US" altLang="en-US" sz="2800"/>
          </a:p>
          <a:p>
            <a:pPr>
              <a:defRPr/>
            </a:pPr>
            <a:endParaRPr lang="en-US" altLang="en-US" sz="2800"/>
          </a:p>
          <a:p>
            <a:pPr marL="0" indent="0">
              <a:buFont typeface="Arial" panose="020B0604020202020204" pitchFamily="34" charset="0"/>
              <a:buNone/>
              <a:defRPr/>
            </a:pPr>
            <a:endParaRPr lang="en-US" altLang="en-US" sz="2800"/>
          </a:p>
          <a:p>
            <a:pPr>
              <a:buFont typeface="Arial" panose="020B0604020202020204" pitchFamily="34" charset="0"/>
              <a:buNone/>
              <a:defRPr/>
            </a:pPr>
            <a:endParaRPr lang="en-US" altLang="en-US" sz="2800">
              <a:latin typeface="Times New Roman" panose="02020603050405020304" pitchFamily="18" charset="0"/>
              <a:cs typeface="Times New Roman" panose="02020603050405020304" pitchFamily="18" charset="0"/>
            </a:endParaRPr>
          </a:p>
          <a:p>
            <a:pPr marL="0" indent="0" algn="just">
              <a:buNone/>
              <a:defRPr/>
            </a:pPr>
            <a:endParaRPr lang="en-US" altLang="en-US" sz="280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7648261D-1557-4ACC-985F-B375DE128EC1}"/>
              </a:ext>
            </a:extLst>
          </p:cNvPr>
          <p:cNvSpPr>
            <a:spLocks noGrp="1"/>
          </p:cNvSpPr>
          <p:nvPr>
            <p:ph type="dt" sz="quarter" idx="10"/>
          </p:nvPr>
        </p:nvSpPr>
        <p:spPr/>
        <p:txBody>
          <a:bodyPr/>
          <a:lstStyle/>
          <a:p>
            <a:pPr>
              <a:defRPr/>
            </a:pPr>
            <a:fld id="{B6675D92-D2D4-4135-9BA1-4984622368ED}" type="datetime1">
              <a:rPr lang="en-US" smtClean="0"/>
              <a:pPr>
                <a:defRPr/>
              </a:pPr>
              <a:t>5/17/2022</a:t>
            </a:fld>
            <a:endParaRPr lang="en-US"/>
          </a:p>
        </p:txBody>
      </p:sp>
      <p:sp>
        <p:nvSpPr>
          <p:cNvPr id="5" name="Footer Placeholder 4">
            <a:extLst>
              <a:ext uri="{FF2B5EF4-FFF2-40B4-BE49-F238E27FC236}">
                <a16:creationId xmlns:a16="http://schemas.microsoft.com/office/drawing/2014/main" id="{B9842538-0667-4A4E-BB13-548D7E02C50F}"/>
              </a:ext>
            </a:extLst>
          </p:cNvPr>
          <p:cNvSpPr>
            <a:spLocks noGrp="1"/>
          </p:cNvSpPr>
          <p:nvPr>
            <p:ph type="ftr" sz="quarter" idx="11"/>
          </p:nvPr>
        </p:nvSpPr>
        <p:spPr>
          <a:xfrm>
            <a:off x="4038600" y="6356350"/>
            <a:ext cx="5029200" cy="365125"/>
          </a:xfrm>
        </p:spPr>
        <p:txBody>
          <a:bodyPr/>
          <a:lstStyle/>
          <a:p>
            <a:pPr>
              <a:defRPr/>
            </a:pPr>
            <a:r>
              <a:rPr lang="en-US"/>
              <a:t>(Programming in Advanced Python)                                 Unit No:2</a:t>
            </a:r>
          </a:p>
        </p:txBody>
      </p:sp>
      <p:sp>
        <p:nvSpPr>
          <p:cNvPr id="14341" name="Slide Number Placeholder 5">
            <a:extLst>
              <a:ext uri="{FF2B5EF4-FFF2-40B4-BE49-F238E27FC236}">
                <a16:creationId xmlns:a16="http://schemas.microsoft.com/office/drawing/2014/main" id="{0F7C4022-4533-4CCC-8B30-9B1B868AD9E3}"/>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15709248-D5A2-4953-AFD0-48C2DF0BF6D8}" type="slidenum">
              <a:rPr lang="en-US" altLang="en-US" sz="1200">
                <a:solidFill>
                  <a:srgbClr val="898989"/>
                </a:solidFill>
              </a:rPr>
              <a:pPr>
                <a:spcBef>
                  <a:spcPct val="0"/>
                </a:spcBef>
                <a:buFontTx/>
                <a:buNone/>
              </a:pPr>
              <a:t>8</a:t>
            </a:fld>
            <a:endParaRPr lang="en-US" altLang="en-US" sz="1200">
              <a:solidFill>
                <a:srgbClr val="898989"/>
              </a:solidFill>
            </a:endParaRPr>
          </a:p>
        </p:txBody>
      </p:sp>
      <p:sp>
        <p:nvSpPr>
          <p:cNvPr id="7" name="Title 1">
            <a:extLst>
              <a:ext uri="{FF2B5EF4-FFF2-40B4-BE49-F238E27FC236}">
                <a16:creationId xmlns:a16="http://schemas.microsoft.com/office/drawing/2014/main" id="{1D094F83-33DC-46F2-8D9D-F2B969481988}"/>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US" sz="3200" b="1">
                <a:latin typeface="Times New Roman" pitchFamily="18" charset="0"/>
                <a:cs typeface="Times New Roman" pitchFamily="18" charset="0"/>
              </a:rPr>
              <a:t>Need for Object Oriented Approach (CO2)</a:t>
            </a:r>
          </a:p>
        </p:txBody>
      </p:sp>
      <p:pic>
        <p:nvPicPr>
          <p:cNvPr id="14344" name="Picture 2">
            <a:extLst>
              <a:ext uri="{FF2B5EF4-FFF2-40B4-BE49-F238E27FC236}">
                <a16:creationId xmlns:a16="http://schemas.microsoft.com/office/drawing/2014/main" id="{D51489F9-6002-4C4F-97C0-4BC514FC7A0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4706" b="9724"/>
          <a:stretch>
            <a:fillRect/>
          </a:stretch>
        </p:blipFill>
        <p:spPr bwMode="auto">
          <a:xfrm>
            <a:off x="2217738" y="1752600"/>
            <a:ext cx="8983662" cy="268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a:extLst>
              <a:ext uri="{FF2B5EF4-FFF2-40B4-BE49-F238E27FC236}">
                <a16:creationId xmlns:a16="http://schemas.microsoft.com/office/drawing/2014/main" id="{0663C66B-5092-4C75-A5FE-879587CB2D94}"/>
              </a:ext>
            </a:extLst>
          </p:cNvPr>
          <p:cNvSpPr txBox="1"/>
          <p:nvPr/>
        </p:nvSpPr>
        <p:spPr>
          <a:xfrm>
            <a:off x="1834552" y="5083834"/>
            <a:ext cx="9701840"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indent="-457200">
              <a:buFont typeface="Arial"/>
              <a:buChar char="•"/>
            </a:pPr>
            <a:r>
              <a:rPr lang="en-US" sz="2800">
                <a:latin typeface="Times New Roman"/>
                <a:cs typeface="Times New Roman"/>
              </a:rPr>
              <a:t>If these challenges are not addressed, it may lead to software crisis.</a:t>
            </a:r>
            <a:endParaRPr lang="en-US" sz="2800"/>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338"/>
                                        </p:tgtEl>
                                        <p:attrNameLst>
                                          <p:attrName>style.visibility</p:attrName>
                                        </p:attrNameLst>
                                      </p:cBhvr>
                                      <p:to>
                                        <p:strVal val="visible"/>
                                      </p:to>
                                    </p:set>
                                    <p:anim calcmode="lin" valueType="num">
                                      <p:cBhvr additive="base">
                                        <p:cTn id="7" dur="500" fill="hold"/>
                                        <p:tgtEl>
                                          <p:spTgt spid="14338"/>
                                        </p:tgtEl>
                                        <p:attrNameLst>
                                          <p:attrName>ppt_x</p:attrName>
                                        </p:attrNameLst>
                                      </p:cBhvr>
                                      <p:tavLst>
                                        <p:tav tm="0">
                                          <p:val>
                                            <p:strVal val="#ppt_x"/>
                                          </p:val>
                                        </p:tav>
                                        <p:tav tm="100000">
                                          <p:val>
                                            <p:strVal val="#ppt_x"/>
                                          </p:val>
                                        </p:tav>
                                      </p:tavLst>
                                    </p:anim>
                                    <p:anim calcmode="lin" valueType="num">
                                      <p:cBhvr additive="base">
                                        <p:cTn id="8" dur="500" fill="hold"/>
                                        <p:tgtEl>
                                          <p:spTgt spid="1433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4344"/>
                                        </p:tgtEl>
                                        <p:attrNameLst>
                                          <p:attrName>style.visibility</p:attrName>
                                        </p:attrNameLst>
                                      </p:cBhvr>
                                      <p:to>
                                        <p:strVal val="visible"/>
                                      </p:to>
                                    </p:set>
                                    <p:anim calcmode="lin" valueType="num">
                                      <p:cBhvr additive="base">
                                        <p:cTn id="13" dur="500" fill="hold"/>
                                        <p:tgtEl>
                                          <p:spTgt spid="14344"/>
                                        </p:tgtEl>
                                        <p:attrNameLst>
                                          <p:attrName>ppt_x</p:attrName>
                                        </p:attrNameLst>
                                      </p:cBhvr>
                                      <p:tavLst>
                                        <p:tav tm="0">
                                          <p:val>
                                            <p:strVal val="#ppt_x"/>
                                          </p:val>
                                        </p:tav>
                                        <p:tav tm="100000">
                                          <p:val>
                                            <p:strVal val="#ppt_x"/>
                                          </p:val>
                                        </p:tav>
                                      </p:tavLst>
                                    </p:anim>
                                    <p:anim calcmode="lin" valueType="num">
                                      <p:cBhvr additive="base">
                                        <p:cTn id="14" dur="500" fill="hold"/>
                                        <p:tgtEl>
                                          <p:spTgt spid="1434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ppt_x"/>
                                          </p:val>
                                        </p:tav>
                                        <p:tav tm="100000">
                                          <p:val>
                                            <p:strVal val="#ppt_x"/>
                                          </p:val>
                                        </p:tav>
                                      </p:tavLst>
                                    </p:anim>
                                    <p:anim calcmode="lin" valueType="num">
                                      <p:cBhvr additive="base">
                                        <p:cTn id="2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8" grpId="0"/>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Content Placeholder 2">
            <a:extLst>
              <a:ext uri="{FF2B5EF4-FFF2-40B4-BE49-F238E27FC236}">
                <a16:creationId xmlns:a16="http://schemas.microsoft.com/office/drawing/2014/main" id="{3CBE79F1-4835-417B-9637-14714D344253}"/>
              </a:ext>
            </a:extLst>
          </p:cNvPr>
          <p:cNvSpPr>
            <a:spLocks noGrp="1"/>
          </p:cNvSpPr>
          <p:nvPr>
            <p:ph idx="1"/>
          </p:nvPr>
        </p:nvSpPr>
        <p:spPr>
          <a:xfrm>
            <a:off x="1828800" y="1143000"/>
            <a:ext cx="9906000" cy="1022231"/>
          </a:xfrm>
        </p:spPr>
        <p:txBody>
          <a:bodyPr/>
          <a:lstStyle/>
          <a:p>
            <a:pPr algn="just"/>
            <a:r>
              <a:rPr lang="en-US" altLang="en-US" sz="2800">
                <a:latin typeface="Times New Roman"/>
                <a:cs typeface="Times New Roman"/>
              </a:rPr>
              <a:t>Features needed in the business application to meet these challenges.</a:t>
            </a:r>
          </a:p>
          <a:p>
            <a:endParaRPr lang="en-US" altLang="en-US" sz="2800"/>
          </a:p>
          <a:p>
            <a:endParaRPr lang="en-US" altLang="en-US" sz="2800"/>
          </a:p>
          <a:p>
            <a:endParaRPr lang="en-US" altLang="en-US" sz="2800"/>
          </a:p>
          <a:p>
            <a:endParaRPr lang="en-US" altLang="en-US" sz="2800"/>
          </a:p>
          <a:p>
            <a:endParaRPr lang="en-US" altLang="en-US" sz="2800"/>
          </a:p>
          <a:p>
            <a:pPr>
              <a:buFont typeface="Arial" panose="020B0604020202020204" pitchFamily="34" charset="0"/>
              <a:buNone/>
            </a:pPr>
            <a:endParaRPr lang="en-US" altLang="en-US" sz="2800"/>
          </a:p>
          <a:p>
            <a:pPr marL="0" indent="0" algn="just">
              <a:buNone/>
            </a:pPr>
            <a:endParaRPr lang="en-US" altLang="en-US" sz="2800">
              <a:latin typeface="Times New Roman"/>
              <a:cs typeface="Times New Roman"/>
            </a:endParaRPr>
          </a:p>
        </p:txBody>
      </p:sp>
      <p:sp>
        <p:nvSpPr>
          <p:cNvPr id="4" name="Date Placeholder 3">
            <a:extLst>
              <a:ext uri="{FF2B5EF4-FFF2-40B4-BE49-F238E27FC236}">
                <a16:creationId xmlns:a16="http://schemas.microsoft.com/office/drawing/2014/main" id="{FA36D358-746A-4390-9A65-FE809ADA85C7}"/>
              </a:ext>
            </a:extLst>
          </p:cNvPr>
          <p:cNvSpPr>
            <a:spLocks noGrp="1"/>
          </p:cNvSpPr>
          <p:nvPr>
            <p:ph type="dt" sz="quarter" idx="10"/>
          </p:nvPr>
        </p:nvSpPr>
        <p:spPr/>
        <p:txBody>
          <a:bodyPr/>
          <a:lstStyle/>
          <a:p>
            <a:pPr>
              <a:defRPr/>
            </a:pPr>
            <a:fld id="{EF9A6029-E74F-40B6-9ACE-7F936052044D}" type="datetime1">
              <a:rPr lang="en-US" smtClean="0"/>
              <a:pPr>
                <a:defRPr/>
              </a:pPr>
              <a:t>5/17/2022</a:t>
            </a:fld>
            <a:endParaRPr lang="en-US"/>
          </a:p>
        </p:txBody>
      </p:sp>
      <p:sp>
        <p:nvSpPr>
          <p:cNvPr id="5" name="Footer Placeholder 4">
            <a:extLst>
              <a:ext uri="{FF2B5EF4-FFF2-40B4-BE49-F238E27FC236}">
                <a16:creationId xmlns:a16="http://schemas.microsoft.com/office/drawing/2014/main" id="{4A2884D4-62C6-4EDB-85F3-3E6B8D7480B7}"/>
              </a:ext>
            </a:extLst>
          </p:cNvPr>
          <p:cNvSpPr>
            <a:spLocks noGrp="1"/>
          </p:cNvSpPr>
          <p:nvPr>
            <p:ph type="ftr" sz="quarter" idx="11"/>
          </p:nvPr>
        </p:nvSpPr>
        <p:spPr>
          <a:xfrm>
            <a:off x="4038600" y="6356350"/>
            <a:ext cx="5029200" cy="365125"/>
          </a:xfrm>
        </p:spPr>
        <p:txBody>
          <a:bodyPr/>
          <a:lstStyle/>
          <a:p>
            <a:pPr>
              <a:defRPr/>
            </a:pPr>
            <a:r>
              <a:rPr lang="en-US"/>
              <a:t>(Programming in Advanced Python)                                 Unit No:2</a:t>
            </a:r>
          </a:p>
        </p:txBody>
      </p:sp>
      <p:sp>
        <p:nvSpPr>
          <p:cNvPr id="15365" name="Slide Number Placeholder 5">
            <a:extLst>
              <a:ext uri="{FF2B5EF4-FFF2-40B4-BE49-F238E27FC236}">
                <a16:creationId xmlns:a16="http://schemas.microsoft.com/office/drawing/2014/main" id="{D07FFDAB-A1DD-4C99-B28A-31973B0D535A}"/>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216FBD20-AC02-451B-94E6-A453D47CBB54}" type="slidenum">
              <a:rPr lang="en-US" altLang="en-US" sz="1200">
                <a:solidFill>
                  <a:srgbClr val="898989"/>
                </a:solidFill>
              </a:rPr>
              <a:pPr>
                <a:spcBef>
                  <a:spcPct val="0"/>
                </a:spcBef>
                <a:buFontTx/>
                <a:buNone/>
              </a:pPr>
              <a:t>9</a:t>
            </a:fld>
            <a:endParaRPr lang="en-US" altLang="en-US" sz="1200">
              <a:solidFill>
                <a:srgbClr val="898989"/>
              </a:solidFill>
            </a:endParaRPr>
          </a:p>
        </p:txBody>
      </p:sp>
      <p:sp>
        <p:nvSpPr>
          <p:cNvPr id="7" name="Title 1">
            <a:extLst>
              <a:ext uri="{FF2B5EF4-FFF2-40B4-BE49-F238E27FC236}">
                <a16:creationId xmlns:a16="http://schemas.microsoft.com/office/drawing/2014/main" id="{7747726E-D1D4-4501-AAA6-7C60A005A6A6}"/>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a:defRPr/>
            </a:pPr>
            <a:r>
              <a:rPr lang="en-US" sz="3200" b="1">
                <a:latin typeface="Times New Roman" pitchFamily="18" charset="0"/>
                <a:cs typeface="Times New Roman" pitchFamily="18" charset="0"/>
              </a:rPr>
              <a:t>Need for Object Oriented Approach (CO2)</a:t>
            </a:r>
          </a:p>
        </p:txBody>
      </p:sp>
      <p:pic>
        <p:nvPicPr>
          <p:cNvPr id="15368" name="Picture 3">
            <a:extLst>
              <a:ext uri="{FF2B5EF4-FFF2-40B4-BE49-F238E27FC236}">
                <a16:creationId xmlns:a16="http://schemas.microsoft.com/office/drawing/2014/main" id="{83866563-D35D-402B-9197-68C5F0B791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2438400"/>
            <a:ext cx="8147050" cy="1919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a:extLst>
              <a:ext uri="{FF2B5EF4-FFF2-40B4-BE49-F238E27FC236}">
                <a16:creationId xmlns:a16="http://schemas.microsoft.com/office/drawing/2014/main" id="{995469CC-0CC9-4E32-A063-56010ECEB6CA}"/>
              </a:ext>
            </a:extLst>
          </p:cNvPr>
          <p:cNvSpPr txBox="1"/>
          <p:nvPr/>
        </p:nvSpPr>
        <p:spPr>
          <a:xfrm>
            <a:off x="1834552" y="4839419"/>
            <a:ext cx="9759349"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indent="-457200">
              <a:buFont typeface="Arial"/>
              <a:buChar char="•"/>
            </a:pPr>
            <a:r>
              <a:rPr lang="en-US" sz="2800">
                <a:latin typeface="Times New Roman"/>
                <a:cs typeface="Times New Roman"/>
              </a:rPr>
              <a:t>Challenges can be addressed using object-oriented approach.</a:t>
            </a:r>
            <a:endParaRPr lang="en-US" sz="2800"/>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362"/>
                                        </p:tgtEl>
                                        <p:attrNameLst>
                                          <p:attrName>style.visibility</p:attrName>
                                        </p:attrNameLst>
                                      </p:cBhvr>
                                      <p:to>
                                        <p:strVal val="visible"/>
                                      </p:to>
                                    </p:set>
                                    <p:anim calcmode="lin" valueType="num">
                                      <p:cBhvr additive="base">
                                        <p:cTn id="7" dur="500" fill="hold"/>
                                        <p:tgtEl>
                                          <p:spTgt spid="15362"/>
                                        </p:tgtEl>
                                        <p:attrNameLst>
                                          <p:attrName>ppt_x</p:attrName>
                                        </p:attrNameLst>
                                      </p:cBhvr>
                                      <p:tavLst>
                                        <p:tav tm="0">
                                          <p:val>
                                            <p:strVal val="#ppt_x"/>
                                          </p:val>
                                        </p:tav>
                                        <p:tav tm="100000">
                                          <p:val>
                                            <p:strVal val="#ppt_x"/>
                                          </p:val>
                                        </p:tav>
                                      </p:tavLst>
                                    </p:anim>
                                    <p:anim calcmode="lin" valueType="num">
                                      <p:cBhvr additive="base">
                                        <p:cTn id="8" dur="500" fill="hold"/>
                                        <p:tgtEl>
                                          <p:spTgt spid="1536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5368"/>
                                        </p:tgtEl>
                                        <p:attrNameLst>
                                          <p:attrName>style.visibility</p:attrName>
                                        </p:attrNameLst>
                                      </p:cBhvr>
                                      <p:to>
                                        <p:strVal val="visible"/>
                                      </p:to>
                                    </p:set>
                                    <p:anim calcmode="lin" valueType="num">
                                      <p:cBhvr additive="base">
                                        <p:cTn id="13" dur="500" fill="hold"/>
                                        <p:tgtEl>
                                          <p:spTgt spid="15368"/>
                                        </p:tgtEl>
                                        <p:attrNameLst>
                                          <p:attrName>ppt_x</p:attrName>
                                        </p:attrNameLst>
                                      </p:cBhvr>
                                      <p:tavLst>
                                        <p:tav tm="0">
                                          <p:val>
                                            <p:strVal val="#ppt_x"/>
                                          </p:val>
                                        </p:tav>
                                        <p:tav tm="100000">
                                          <p:val>
                                            <p:strVal val="#ppt_x"/>
                                          </p:val>
                                        </p:tav>
                                      </p:tavLst>
                                    </p:anim>
                                    <p:anim calcmode="lin" valueType="num">
                                      <p:cBhvr additive="base">
                                        <p:cTn id="14" dur="500" fill="hold"/>
                                        <p:tgtEl>
                                          <p:spTgt spid="1536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ppt_x"/>
                                          </p:val>
                                        </p:tav>
                                        <p:tav tm="100000">
                                          <p:val>
                                            <p:strVal val="#ppt_x"/>
                                          </p:val>
                                        </p:tav>
                                      </p:tavLst>
                                    </p:anim>
                                    <p:anim calcmode="lin" valueType="num">
                                      <p:cBhvr additive="base">
                                        <p:cTn id="2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2" grpId="0"/>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9FBFAA2-9760-4A25-AE6F-D231E0CED899}"/>
              </a:ext>
            </a:extLst>
          </p:cNvPr>
          <p:cNvSpPr>
            <a:spLocks noGrp="1"/>
          </p:cNvSpPr>
          <p:nvPr>
            <p:ph type="dt" sz="quarter" idx="10"/>
          </p:nvPr>
        </p:nvSpPr>
        <p:spPr/>
        <p:txBody>
          <a:bodyPr/>
          <a:lstStyle/>
          <a:p>
            <a:pPr>
              <a:defRPr/>
            </a:pPr>
            <a:fld id="{76BC384C-F26E-4CC6-9DE2-02CD441AF885}" type="datetime1">
              <a:rPr lang="en-US" smtClean="0"/>
              <a:pPr>
                <a:defRPr/>
              </a:pPr>
              <a:t>5/17/2022</a:t>
            </a:fld>
            <a:endParaRPr lang="en-US"/>
          </a:p>
        </p:txBody>
      </p:sp>
      <p:sp>
        <p:nvSpPr>
          <p:cNvPr id="5" name="Footer Placeholder 4">
            <a:extLst>
              <a:ext uri="{FF2B5EF4-FFF2-40B4-BE49-F238E27FC236}">
                <a16:creationId xmlns:a16="http://schemas.microsoft.com/office/drawing/2014/main" id="{D6666642-B7FB-45C0-83D6-6B96D5E83534}"/>
              </a:ext>
            </a:extLst>
          </p:cNvPr>
          <p:cNvSpPr>
            <a:spLocks noGrp="1"/>
          </p:cNvSpPr>
          <p:nvPr>
            <p:ph type="ftr" sz="quarter" idx="11"/>
          </p:nvPr>
        </p:nvSpPr>
        <p:spPr>
          <a:xfrm>
            <a:off x="2895600" y="6356350"/>
            <a:ext cx="6934200" cy="365125"/>
          </a:xfrm>
        </p:spPr>
        <p:txBody>
          <a:bodyPr/>
          <a:lstStyle/>
          <a:p>
            <a:pPr>
              <a:defRPr/>
            </a:pPr>
            <a:r>
              <a:rPr lang="en-US"/>
              <a:t>(Programming in Advanced Python)                                 Unit No:2</a:t>
            </a:r>
          </a:p>
        </p:txBody>
      </p:sp>
      <p:sp>
        <p:nvSpPr>
          <p:cNvPr id="16388" name="Slide Number Placeholder 5">
            <a:extLst>
              <a:ext uri="{FF2B5EF4-FFF2-40B4-BE49-F238E27FC236}">
                <a16:creationId xmlns:a16="http://schemas.microsoft.com/office/drawing/2014/main" id="{6A5AF5BA-8223-42ED-B200-C915A1AAC6EF}"/>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43B04074-3069-4F87-ABEF-088780293BBA}" type="slidenum">
              <a:rPr lang="en-US" altLang="en-US" sz="1200" dirty="0">
                <a:solidFill>
                  <a:srgbClr val="898989"/>
                </a:solidFill>
              </a:rPr>
              <a:pPr>
                <a:spcBef>
                  <a:spcPct val="0"/>
                </a:spcBef>
                <a:buFontTx/>
                <a:buNone/>
              </a:pPr>
              <a:t>10</a:t>
            </a:fld>
            <a:endParaRPr lang="en-US" altLang="en-US" sz="1200">
              <a:solidFill>
                <a:srgbClr val="898989"/>
              </a:solidFill>
            </a:endParaRPr>
          </a:p>
        </p:txBody>
      </p:sp>
      <p:sp>
        <p:nvSpPr>
          <p:cNvPr id="7" name="Title 1">
            <a:extLst>
              <a:ext uri="{FF2B5EF4-FFF2-40B4-BE49-F238E27FC236}">
                <a16:creationId xmlns:a16="http://schemas.microsoft.com/office/drawing/2014/main" id="{9FBE4420-260C-4900-871A-9FC20FC83C4A}"/>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IN" sz="3200" b="1">
                <a:latin typeface="Times New Roman" panose="02020603050405020304" pitchFamily="18" charset="0"/>
                <a:cs typeface="Times New Roman" panose="02020603050405020304" pitchFamily="18" charset="0"/>
              </a:rPr>
              <a:t>Pillars of OOPS </a:t>
            </a:r>
            <a:r>
              <a:rPr lang="en-US" sz="3200" b="1">
                <a:latin typeface="Times New Roman" panose="02020603050405020304" pitchFamily="18" charset="0"/>
                <a:cs typeface="Times New Roman" panose="02020603050405020304" pitchFamily="18" charset="0"/>
              </a:rPr>
              <a:t>(CO2)</a:t>
            </a:r>
          </a:p>
        </p:txBody>
      </p:sp>
      <p:cxnSp>
        <p:nvCxnSpPr>
          <p:cNvPr id="6" name="Straight Arrow Connector 5">
            <a:extLst>
              <a:ext uri="{FF2B5EF4-FFF2-40B4-BE49-F238E27FC236}">
                <a16:creationId xmlns:a16="http://schemas.microsoft.com/office/drawing/2014/main" id="{6D481BC2-8EAB-4468-8E31-EBCAAFBC00BD}"/>
              </a:ext>
            </a:extLst>
          </p:cNvPr>
          <p:cNvCxnSpPr/>
          <p:nvPr/>
        </p:nvCxnSpPr>
        <p:spPr>
          <a:xfrm>
            <a:off x="7924800" y="5029200"/>
            <a:ext cx="0" cy="533400"/>
          </a:xfrm>
          <a:prstGeom prst="straightConnector1">
            <a:avLst/>
          </a:prstGeom>
          <a:ln w="38100">
            <a:tailEnd type="triangle"/>
          </a:ln>
        </p:spPr>
        <p:style>
          <a:lnRef idx="1">
            <a:schemeClr val="accent2"/>
          </a:lnRef>
          <a:fillRef idx="0">
            <a:schemeClr val="accent2"/>
          </a:fillRef>
          <a:effectRef idx="0">
            <a:schemeClr val="accent2"/>
          </a:effectRef>
          <a:fontRef idx="minor">
            <a:schemeClr val="tx1"/>
          </a:fontRef>
        </p:style>
      </p:cxnSp>
      <p:pic>
        <p:nvPicPr>
          <p:cNvPr id="16392" name="Picture 7">
            <a:extLst>
              <a:ext uri="{FF2B5EF4-FFF2-40B4-BE49-F238E27FC236}">
                <a16:creationId xmlns:a16="http://schemas.microsoft.com/office/drawing/2014/main" id="{35F1E748-53FB-4672-BDD9-3045FE5CF49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209800" y="1284288"/>
            <a:ext cx="8305800" cy="428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a:defRPr/>
            </a:pPr>
            <a:fld id="{DDAADE14-7B7F-4773-9C0F-018B4D4CD0EA}" type="datetime1">
              <a:rPr lang="en-US" smtClean="0"/>
              <a:pPr>
                <a:defRPr/>
              </a:pPr>
              <a:t>5/17/2022</a:t>
            </a:fld>
            <a:endParaRPr lang="en-US"/>
          </a:p>
        </p:txBody>
      </p:sp>
      <p:sp>
        <p:nvSpPr>
          <p:cNvPr id="5" name="Footer Placeholder 4"/>
          <p:cNvSpPr>
            <a:spLocks noGrp="1"/>
          </p:cNvSpPr>
          <p:nvPr>
            <p:ph type="ftr" sz="quarter" idx="11"/>
          </p:nvPr>
        </p:nvSpPr>
        <p:spPr/>
        <p:txBody>
          <a:bodyPr/>
          <a:lstStyle/>
          <a:p>
            <a:pPr>
              <a:defRPr/>
            </a:pPr>
            <a:r>
              <a:rPr lang="en-US"/>
              <a:t>(Programming in Advanced Python)                                 Unit No:2</a:t>
            </a:r>
          </a:p>
        </p:txBody>
      </p:sp>
      <p:sp>
        <p:nvSpPr>
          <p:cNvPr id="6" name="Slide Number Placeholder 5"/>
          <p:cNvSpPr>
            <a:spLocks noGrp="1"/>
          </p:cNvSpPr>
          <p:nvPr>
            <p:ph type="sldNum" sz="quarter" idx="12"/>
          </p:nvPr>
        </p:nvSpPr>
        <p:spPr/>
        <p:txBody>
          <a:bodyPr/>
          <a:lstStyle/>
          <a:p>
            <a:fld id="{C77C10F3-51E8-47AA-8570-6B63F9EF7985}" type="slidenum">
              <a:rPr lang="en-US" altLang="en-US" smtClean="0"/>
              <a:pPr/>
              <a:t>11</a:t>
            </a:fld>
            <a:endParaRPr lang="en-US" altLang="en-US"/>
          </a:p>
        </p:txBody>
      </p:sp>
      <p:sp>
        <p:nvSpPr>
          <p:cNvPr id="7" name="Title 1">
            <a:extLst>
              <a:ext uri="{FF2B5EF4-FFF2-40B4-BE49-F238E27FC236}">
                <a16:creationId xmlns:a16="http://schemas.microsoft.com/office/drawing/2014/main" id="{54C9D913-824C-491E-8B8A-CC83266001DB}"/>
              </a:ext>
            </a:extLst>
          </p:cNvPr>
          <p:cNvSpPr txBox="1">
            <a:spLocks noGrp="1"/>
          </p:cNvSpPr>
          <p:nvPr>
            <p:ph type="title"/>
          </p:nvPr>
        </p:nvSpPr>
        <p:spPr>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IN" sz="3200" b="1" dirty="0">
                <a:latin typeface="Times New Roman" panose="02020603050405020304" pitchFamily="18" charset="0"/>
                <a:cs typeface="Times New Roman" panose="02020603050405020304" pitchFamily="18" charset="0"/>
              </a:rPr>
              <a:t>Inheritance </a:t>
            </a:r>
            <a:r>
              <a:rPr lang="en-US" sz="3200" b="1" dirty="0">
                <a:latin typeface="Times New Roman" panose="02020603050405020304" pitchFamily="18" charset="0"/>
                <a:cs typeface="Times New Roman" panose="02020603050405020304" pitchFamily="18" charset="0"/>
              </a:rPr>
              <a:t>(CO2)</a:t>
            </a:r>
          </a:p>
        </p:txBody>
      </p:sp>
      <p:pic>
        <p:nvPicPr>
          <p:cNvPr id="8" name="inheritance.mp4">
            <a:hlinkClick r:id="" action="ppaction://media"/>
          </p:cNvPr>
          <p:cNvPicPr>
            <a:picLocks noGrp="1" noRot="1" noChangeAspect="1"/>
          </p:cNvPicPr>
          <p:nvPr>
            <p:ph idx="1"/>
            <a:videoFile r:link="rId1"/>
          </p:nvPr>
        </p:nvPicPr>
        <p:blipFill>
          <a:blip r:embed="rId3"/>
          <a:stretch>
            <a:fillRect/>
          </a:stretch>
        </p:blipFill>
        <p:spPr>
          <a:xfrm>
            <a:off x="928552" y="1524000"/>
            <a:ext cx="10325100" cy="4514850"/>
          </a:xfrm>
          <a:prstGeom prst="rect">
            <a:avLst/>
          </a:prstGeom>
        </p:spPr>
      </p:pic>
    </p:spTree>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8"/>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8"/>
                                        </p:tgtEl>
                                      </p:cBhvr>
                                    </p:cmd>
                                  </p:childTnLst>
                                </p:cTn>
                              </p:par>
                            </p:childTnLst>
                          </p:cTn>
                        </p:par>
                      </p:childTnLst>
                    </p:cTn>
                  </p:par>
                </p:childTnLst>
              </p:cTn>
              <p:nextCondLst>
                <p:cond evt="onClick" delay="0">
                  <p:tgtEl>
                    <p:spTgt spid="8"/>
                  </p:tgtEl>
                </p:cond>
              </p:nextCondLst>
            </p:seq>
            <p:video>
              <p:cMediaNode>
                <p:cTn id="7" fill="hold" display="0">
                  <p:stCondLst>
                    <p:cond delay="indefinite"/>
                  </p:stCondLst>
                  <p:endCondLst>
                    <p:cond evt="onNext" delay="0">
                      <p:tgtEl>
                        <p:sldTgt/>
                      </p:tgtEl>
                    </p:cond>
                    <p:cond evt="onPrev" delay="0">
                      <p:tgtEl>
                        <p:sldTgt/>
                      </p:tgtEl>
                    </p:cond>
                  </p:endCondLst>
                </p:cTn>
                <p:tgtEl>
                  <p:spTgt spid="8"/>
                </p:tgtEl>
              </p:cMediaNode>
            </p:vide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Content Placeholder 2">
            <a:extLst>
              <a:ext uri="{FF2B5EF4-FFF2-40B4-BE49-F238E27FC236}">
                <a16:creationId xmlns:a16="http://schemas.microsoft.com/office/drawing/2014/main" id="{DBF50AB8-21A8-4536-8976-3B4D67AE06A3}"/>
              </a:ext>
            </a:extLst>
          </p:cNvPr>
          <p:cNvSpPr>
            <a:spLocks noGrp="1"/>
          </p:cNvSpPr>
          <p:nvPr>
            <p:ph idx="1"/>
          </p:nvPr>
        </p:nvSpPr>
        <p:spPr>
          <a:xfrm>
            <a:off x="1600200" y="990600"/>
            <a:ext cx="10210800" cy="4678363"/>
          </a:xfrm>
        </p:spPr>
        <p:txBody>
          <a:bodyPr/>
          <a:lstStyle/>
          <a:p>
            <a:pPr algn="just">
              <a:defRPr/>
            </a:pPr>
            <a:r>
              <a:rPr lang="en-US" sz="2800" dirty="0">
                <a:latin typeface="Times New Roman" pitchFamily="18" charset="0"/>
                <a:cs typeface="Times New Roman" pitchFamily="18" charset="0"/>
              </a:rPr>
              <a:t>The mechanism of deriving a new class from an old one (existing class) such that the new class inherit all the members (variables and methods) of old class is called inheritance or derivation. </a:t>
            </a:r>
          </a:p>
          <a:p>
            <a:pPr algn="just">
              <a:lnSpc>
                <a:spcPct val="150000"/>
              </a:lnSpc>
              <a:defRPr/>
            </a:pPr>
            <a:r>
              <a:rPr lang="en-US" sz="2800" b="1" dirty="0">
                <a:latin typeface="Times New Roman" pitchFamily="18" charset="0"/>
                <a:cs typeface="Times New Roman" pitchFamily="18" charset="0"/>
              </a:rPr>
              <a:t>Parent class</a:t>
            </a:r>
            <a:r>
              <a:rPr lang="en-US" sz="2800" dirty="0">
                <a:latin typeface="Times New Roman" pitchFamily="18" charset="0"/>
                <a:cs typeface="Times New Roman" pitchFamily="18" charset="0"/>
              </a:rPr>
              <a:t> is the class being inherited from, also called base class.</a:t>
            </a:r>
          </a:p>
          <a:p>
            <a:pPr algn="just">
              <a:lnSpc>
                <a:spcPct val="150000"/>
              </a:lnSpc>
              <a:defRPr/>
            </a:pPr>
            <a:r>
              <a:rPr lang="en-US" sz="2800" b="1" dirty="0">
                <a:latin typeface="Times New Roman" pitchFamily="18" charset="0"/>
                <a:cs typeface="Times New Roman" pitchFamily="18" charset="0"/>
              </a:rPr>
              <a:t>Child class</a:t>
            </a:r>
            <a:r>
              <a:rPr lang="en-US" sz="2800" dirty="0">
                <a:latin typeface="Times New Roman" pitchFamily="18" charset="0"/>
                <a:cs typeface="Times New Roman" pitchFamily="18" charset="0"/>
              </a:rPr>
              <a:t> is the class that inherits from another class, also called derived class.</a:t>
            </a:r>
          </a:p>
          <a:p>
            <a:pPr marL="0" indent="0" algn="just">
              <a:buFont typeface="Arial" panose="020B0604020202020204" pitchFamily="34" charset="0"/>
              <a:buNone/>
              <a:defRPr/>
            </a:pPr>
            <a:endParaRPr lang="en-US" sz="2400" dirty="0">
              <a:latin typeface="Times New Roman" pitchFamily="18" charset="0"/>
              <a:cs typeface="Times New Roman" pitchFamily="18" charset="0"/>
            </a:endParaRPr>
          </a:p>
          <a:p>
            <a:pPr marL="0" indent="0" algn="just">
              <a:buFont typeface="Arial" panose="020B0604020202020204" pitchFamily="34" charset="0"/>
              <a:buNone/>
              <a:defRPr/>
            </a:pPr>
            <a:endParaRPr lang="en-IN" altLang="en-US" sz="2400" dirty="0"/>
          </a:p>
          <a:p>
            <a:pPr marL="0" indent="0" algn="just">
              <a:buFont typeface="Arial" panose="020B0604020202020204" pitchFamily="34" charset="0"/>
              <a:buNone/>
              <a:defRPr/>
            </a:pPr>
            <a:endParaRPr lang="en-IN" altLang="en-US" sz="2400" dirty="0"/>
          </a:p>
          <a:p>
            <a:pPr marL="0" indent="0" algn="just">
              <a:buFont typeface="Arial" panose="020B0604020202020204" pitchFamily="34" charset="0"/>
              <a:buNone/>
              <a:defRPr/>
            </a:pPr>
            <a:endParaRPr lang="en-IN" altLang="en-US" sz="2400" dirty="0"/>
          </a:p>
        </p:txBody>
      </p:sp>
      <p:sp>
        <p:nvSpPr>
          <p:cNvPr id="4" name="Date Placeholder 3">
            <a:extLst>
              <a:ext uri="{FF2B5EF4-FFF2-40B4-BE49-F238E27FC236}">
                <a16:creationId xmlns:a16="http://schemas.microsoft.com/office/drawing/2014/main" id="{E33E78BC-D39F-4C00-A72B-21952A9C17A5}"/>
              </a:ext>
            </a:extLst>
          </p:cNvPr>
          <p:cNvSpPr>
            <a:spLocks noGrp="1"/>
          </p:cNvSpPr>
          <p:nvPr>
            <p:ph type="dt" sz="quarter" idx="10"/>
          </p:nvPr>
        </p:nvSpPr>
        <p:spPr/>
        <p:txBody>
          <a:bodyPr/>
          <a:lstStyle/>
          <a:p>
            <a:pPr>
              <a:defRPr/>
            </a:pPr>
            <a:fld id="{BE447B8E-89C8-48D8-9659-0525550211D1}" type="datetime1">
              <a:rPr lang="en-US" smtClean="0"/>
              <a:pPr>
                <a:defRPr/>
              </a:pPr>
              <a:t>5/17/2022</a:t>
            </a:fld>
            <a:endParaRPr lang="en-US"/>
          </a:p>
        </p:txBody>
      </p:sp>
      <p:sp>
        <p:nvSpPr>
          <p:cNvPr id="5" name="Footer Placeholder 4">
            <a:extLst>
              <a:ext uri="{FF2B5EF4-FFF2-40B4-BE49-F238E27FC236}">
                <a16:creationId xmlns:a16="http://schemas.microsoft.com/office/drawing/2014/main" id="{BD4E5189-5030-491F-8666-8406BC8B4142}"/>
              </a:ext>
            </a:extLst>
          </p:cNvPr>
          <p:cNvSpPr>
            <a:spLocks noGrp="1"/>
          </p:cNvSpPr>
          <p:nvPr>
            <p:ph type="ftr" sz="quarter" idx="11"/>
          </p:nvPr>
        </p:nvSpPr>
        <p:spPr>
          <a:xfrm>
            <a:off x="2895600" y="6356350"/>
            <a:ext cx="6934200" cy="365125"/>
          </a:xfrm>
        </p:spPr>
        <p:txBody>
          <a:bodyPr/>
          <a:lstStyle/>
          <a:p>
            <a:pPr>
              <a:defRPr/>
            </a:pPr>
            <a:r>
              <a:rPr lang="en-US"/>
              <a:t>(Programming in Advanced Python)                                 Unit No:2</a:t>
            </a:r>
          </a:p>
        </p:txBody>
      </p:sp>
      <p:sp>
        <p:nvSpPr>
          <p:cNvPr id="17413" name="Slide Number Placeholder 5">
            <a:extLst>
              <a:ext uri="{FF2B5EF4-FFF2-40B4-BE49-F238E27FC236}">
                <a16:creationId xmlns:a16="http://schemas.microsoft.com/office/drawing/2014/main" id="{4C08637A-460A-4305-9A6F-4465BC5B92B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4CCD604A-1F37-42A5-BC63-60618C4E4098}" type="slidenum">
              <a:rPr lang="en-US" altLang="en-US" sz="1200" dirty="0">
                <a:solidFill>
                  <a:srgbClr val="898989"/>
                </a:solidFill>
              </a:rPr>
              <a:pPr>
                <a:spcBef>
                  <a:spcPct val="0"/>
                </a:spcBef>
                <a:buFontTx/>
                <a:buNone/>
              </a:pPr>
              <a:t>12</a:t>
            </a:fld>
            <a:endParaRPr lang="en-US" altLang="en-US" sz="1200">
              <a:solidFill>
                <a:srgbClr val="898989"/>
              </a:solidFill>
            </a:endParaRPr>
          </a:p>
        </p:txBody>
      </p:sp>
      <p:sp>
        <p:nvSpPr>
          <p:cNvPr id="7" name="Title 1">
            <a:extLst>
              <a:ext uri="{FF2B5EF4-FFF2-40B4-BE49-F238E27FC236}">
                <a16:creationId xmlns:a16="http://schemas.microsoft.com/office/drawing/2014/main" id="{54C9D913-824C-491E-8B8A-CC83266001DB}"/>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IN" sz="3200" b="1" dirty="0">
                <a:latin typeface="Times New Roman" panose="02020603050405020304" pitchFamily="18" charset="0"/>
                <a:cs typeface="Times New Roman" panose="02020603050405020304" pitchFamily="18" charset="0"/>
              </a:rPr>
              <a:t>Inheritance </a:t>
            </a:r>
            <a:r>
              <a:rPr lang="en-US" sz="3200" b="1" dirty="0">
                <a:latin typeface="Times New Roman" panose="02020603050405020304" pitchFamily="18" charset="0"/>
                <a:cs typeface="Times New Roman" panose="02020603050405020304" pitchFamily="18" charset="0"/>
              </a:rPr>
              <a:t>(CO2)</a:t>
            </a:r>
          </a:p>
        </p:txBody>
      </p:sp>
      <p:pic>
        <p:nvPicPr>
          <p:cNvPr id="17416" name="Picture 1">
            <a:extLst>
              <a:ext uri="{FF2B5EF4-FFF2-40B4-BE49-F238E27FC236}">
                <a16:creationId xmlns:a16="http://schemas.microsoft.com/office/drawing/2014/main" id="{077DCB39-B201-4902-83D4-2266A6FCB2B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550330" y="4581196"/>
            <a:ext cx="2382838" cy="1976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6" name="Straight Arrow Connector 5">
            <a:extLst>
              <a:ext uri="{FF2B5EF4-FFF2-40B4-BE49-F238E27FC236}">
                <a16:creationId xmlns:a16="http://schemas.microsoft.com/office/drawing/2014/main" id="{763972C5-3622-4428-9527-0E171DF1D85D}"/>
              </a:ext>
            </a:extLst>
          </p:cNvPr>
          <p:cNvCxnSpPr/>
          <p:nvPr/>
        </p:nvCxnSpPr>
        <p:spPr>
          <a:xfrm>
            <a:off x="8672423" y="5230483"/>
            <a:ext cx="0" cy="533400"/>
          </a:xfrm>
          <a:prstGeom prst="straightConnector1">
            <a:avLst/>
          </a:prstGeom>
          <a:ln w="38100">
            <a:tailEnd type="triangle"/>
          </a:ln>
        </p:spPr>
        <p:style>
          <a:lnRef idx="1">
            <a:schemeClr val="accent2"/>
          </a:lnRef>
          <a:fillRef idx="0">
            <a:schemeClr val="accent2"/>
          </a:fillRef>
          <a:effectRef idx="0">
            <a:schemeClr val="accent2"/>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194">
                                            <p:txEl>
                                              <p:pRg st="0" end="0"/>
                                            </p:txEl>
                                          </p:spTgt>
                                        </p:tgtEl>
                                        <p:attrNameLst>
                                          <p:attrName>style.visibility</p:attrName>
                                        </p:attrNameLst>
                                      </p:cBhvr>
                                      <p:to>
                                        <p:strVal val="visible"/>
                                      </p:to>
                                    </p:set>
                                    <p:animEffect transition="in" filter="blinds(horizontal)">
                                      <p:cBhvr>
                                        <p:cTn id="7" dur="500"/>
                                        <p:tgtEl>
                                          <p:spTgt spid="819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194">
                                            <p:txEl>
                                              <p:pRg st="1" end="1"/>
                                            </p:txEl>
                                          </p:spTgt>
                                        </p:tgtEl>
                                        <p:attrNameLst>
                                          <p:attrName>style.visibility</p:attrName>
                                        </p:attrNameLst>
                                      </p:cBhvr>
                                      <p:to>
                                        <p:strVal val="visible"/>
                                      </p:to>
                                    </p:set>
                                    <p:animEffect transition="in" filter="blinds(horizontal)">
                                      <p:cBhvr>
                                        <p:cTn id="12" dur="500"/>
                                        <p:tgtEl>
                                          <p:spTgt spid="8194">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8194">
                                            <p:txEl>
                                              <p:pRg st="2" end="2"/>
                                            </p:txEl>
                                          </p:spTgt>
                                        </p:tgtEl>
                                        <p:attrNameLst>
                                          <p:attrName>style.visibility</p:attrName>
                                        </p:attrNameLst>
                                      </p:cBhvr>
                                      <p:to>
                                        <p:strVal val="visible"/>
                                      </p:to>
                                    </p:set>
                                    <p:animEffect transition="in" filter="blinds(horizontal)">
                                      <p:cBhvr>
                                        <p:cTn id="17" dur="500"/>
                                        <p:tgtEl>
                                          <p:spTgt spid="819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17416"/>
                                        </p:tgtEl>
                                        <p:attrNameLst>
                                          <p:attrName>style.visibility</p:attrName>
                                        </p:attrNameLst>
                                      </p:cBhvr>
                                      <p:to>
                                        <p:strVal val="visible"/>
                                      </p:to>
                                    </p:set>
                                    <p:anim calcmode="lin" valueType="num">
                                      <p:cBhvr additive="base">
                                        <p:cTn id="22" dur="500" fill="hold"/>
                                        <p:tgtEl>
                                          <p:spTgt spid="17416"/>
                                        </p:tgtEl>
                                        <p:attrNameLst>
                                          <p:attrName>ppt_x</p:attrName>
                                        </p:attrNameLst>
                                      </p:cBhvr>
                                      <p:tavLst>
                                        <p:tav tm="0">
                                          <p:val>
                                            <p:strVal val="#ppt_x"/>
                                          </p:val>
                                        </p:tav>
                                        <p:tav tm="100000">
                                          <p:val>
                                            <p:strVal val="#ppt_x"/>
                                          </p:val>
                                        </p:tav>
                                      </p:tavLst>
                                    </p:anim>
                                    <p:anim calcmode="lin" valueType="num">
                                      <p:cBhvr additive="base">
                                        <p:cTn id="23" dur="500" fill="hold"/>
                                        <p:tgtEl>
                                          <p:spTgt spid="174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4"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113BF85-8276-499E-8268-C553CA1B26C6}"/>
              </a:ext>
            </a:extLst>
          </p:cNvPr>
          <p:cNvSpPr>
            <a:spLocks noGrp="1"/>
          </p:cNvSpPr>
          <p:nvPr>
            <p:ph idx="1"/>
          </p:nvPr>
        </p:nvSpPr>
        <p:spPr>
          <a:xfrm>
            <a:off x="1600200" y="935038"/>
            <a:ext cx="10439400" cy="1693862"/>
          </a:xfrm>
        </p:spPr>
        <p:txBody>
          <a:bodyPr>
            <a:noAutofit/>
          </a:bodyPr>
          <a:lstStyle/>
          <a:p>
            <a:pPr marL="0" indent="0">
              <a:buFont typeface="Arial" panose="020B0604020202020204" pitchFamily="34" charset="0"/>
              <a:buNone/>
              <a:defRPr/>
            </a:pPr>
            <a:r>
              <a:rPr lang="en-US" sz="2800">
                <a:latin typeface="Times New Roman" pitchFamily="18" charset="0"/>
                <a:cs typeface="Times New Roman" pitchFamily="18" charset="0"/>
              </a:rPr>
              <a:t>The old class is referred to as the Super class and the new one is called the Sub class.</a:t>
            </a:r>
          </a:p>
          <a:p>
            <a:pPr>
              <a:defRPr/>
            </a:pPr>
            <a:r>
              <a:rPr lang="en-US" sz="2400">
                <a:latin typeface="Times New Roman" pitchFamily="18" charset="0"/>
                <a:cs typeface="Times New Roman" pitchFamily="18" charset="0"/>
              </a:rPr>
              <a:t>Parent Class 	- Base Class or Super Class</a:t>
            </a:r>
          </a:p>
          <a:p>
            <a:pPr>
              <a:defRPr/>
            </a:pPr>
            <a:r>
              <a:rPr lang="en-US" sz="2400">
                <a:latin typeface="Times New Roman" pitchFamily="18" charset="0"/>
                <a:cs typeface="Times New Roman" pitchFamily="18" charset="0"/>
              </a:rPr>
              <a:t>Child Class 	- Derived Class or Sub Class</a:t>
            </a:r>
          </a:p>
        </p:txBody>
      </p:sp>
      <p:sp>
        <p:nvSpPr>
          <p:cNvPr id="5" name="Rectangle 4">
            <a:extLst>
              <a:ext uri="{FF2B5EF4-FFF2-40B4-BE49-F238E27FC236}">
                <a16:creationId xmlns:a16="http://schemas.microsoft.com/office/drawing/2014/main" id="{ECEAC303-EA49-4B26-9A9F-7A2FAA724D4A}"/>
              </a:ext>
            </a:extLst>
          </p:cNvPr>
          <p:cNvSpPr/>
          <p:nvPr/>
        </p:nvSpPr>
        <p:spPr>
          <a:xfrm>
            <a:off x="2438400" y="2952750"/>
            <a:ext cx="2819400" cy="800100"/>
          </a:xfrm>
          <a:prstGeom prst="rect">
            <a:avLst/>
          </a:prstGeom>
        </p:spPr>
        <p:style>
          <a:lnRef idx="1">
            <a:schemeClr val="accent3"/>
          </a:lnRef>
          <a:fillRef idx="2">
            <a:schemeClr val="accent3"/>
          </a:fillRef>
          <a:effectRef idx="1">
            <a:schemeClr val="accent3"/>
          </a:effectRef>
          <a:fontRef idx="minor">
            <a:schemeClr val="dk1"/>
          </a:fontRef>
        </p:style>
        <p:txBody>
          <a:bodyPr anchor="ctr"/>
          <a:lstStyle/>
          <a:p>
            <a:pPr algn="ctr">
              <a:defRPr/>
            </a:pPr>
            <a:r>
              <a:rPr lang="en-US" sz="2800" b="1">
                <a:latin typeface="Times New Roman" pitchFamily="18" charset="0"/>
                <a:cs typeface="Times New Roman" pitchFamily="18" charset="0"/>
              </a:rPr>
              <a:t>Parent Class </a:t>
            </a:r>
          </a:p>
        </p:txBody>
      </p:sp>
      <p:sp>
        <p:nvSpPr>
          <p:cNvPr id="6" name="Rectangle 5">
            <a:extLst>
              <a:ext uri="{FF2B5EF4-FFF2-40B4-BE49-F238E27FC236}">
                <a16:creationId xmlns:a16="http://schemas.microsoft.com/office/drawing/2014/main" id="{19FF222C-DAD0-4A17-A224-85AEBB6A1DB0}"/>
              </a:ext>
            </a:extLst>
          </p:cNvPr>
          <p:cNvSpPr/>
          <p:nvPr/>
        </p:nvSpPr>
        <p:spPr>
          <a:xfrm>
            <a:off x="2438400" y="4495800"/>
            <a:ext cx="2819400" cy="800100"/>
          </a:xfrm>
          <a:prstGeom prst="rect">
            <a:avLst/>
          </a:prstGeom>
        </p:spPr>
        <p:style>
          <a:lnRef idx="1">
            <a:schemeClr val="accent4"/>
          </a:lnRef>
          <a:fillRef idx="2">
            <a:schemeClr val="accent4"/>
          </a:fillRef>
          <a:effectRef idx="1">
            <a:schemeClr val="accent4"/>
          </a:effectRef>
          <a:fontRef idx="minor">
            <a:schemeClr val="dk1"/>
          </a:fontRef>
        </p:style>
        <p:txBody>
          <a:bodyPr anchor="ctr"/>
          <a:lstStyle/>
          <a:p>
            <a:pPr algn="ctr">
              <a:defRPr/>
            </a:pPr>
            <a:r>
              <a:rPr lang="en-US" sz="2800" b="1">
                <a:latin typeface="Times New Roman" pitchFamily="18" charset="0"/>
                <a:cs typeface="Times New Roman" pitchFamily="18" charset="0"/>
              </a:rPr>
              <a:t>Child Class </a:t>
            </a:r>
          </a:p>
        </p:txBody>
      </p:sp>
      <p:cxnSp>
        <p:nvCxnSpPr>
          <p:cNvPr id="7" name="Straight Arrow Connector 6">
            <a:extLst>
              <a:ext uri="{FF2B5EF4-FFF2-40B4-BE49-F238E27FC236}">
                <a16:creationId xmlns:a16="http://schemas.microsoft.com/office/drawing/2014/main" id="{83D3E9C9-1874-4243-85E2-10FAE65E9BEA}"/>
              </a:ext>
            </a:extLst>
          </p:cNvPr>
          <p:cNvCxnSpPr>
            <a:stCxn id="5" idx="2"/>
          </p:cNvCxnSpPr>
          <p:nvPr/>
        </p:nvCxnSpPr>
        <p:spPr>
          <a:xfrm>
            <a:off x="3848100" y="3752850"/>
            <a:ext cx="0" cy="742950"/>
          </a:xfrm>
          <a:prstGeom prst="straightConnector1">
            <a:avLst/>
          </a:prstGeom>
          <a:ln>
            <a:tailEnd type="arrow"/>
          </a:ln>
        </p:spPr>
        <p:style>
          <a:lnRef idx="3">
            <a:schemeClr val="accent3"/>
          </a:lnRef>
          <a:fillRef idx="0">
            <a:schemeClr val="accent3"/>
          </a:fillRef>
          <a:effectRef idx="2">
            <a:schemeClr val="accent3"/>
          </a:effectRef>
          <a:fontRef idx="minor">
            <a:schemeClr val="tx1"/>
          </a:fontRef>
        </p:style>
      </p:cxnSp>
      <p:sp>
        <p:nvSpPr>
          <p:cNvPr id="8" name="Rectangle 7">
            <a:extLst>
              <a:ext uri="{FF2B5EF4-FFF2-40B4-BE49-F238E27FC236}">
                <a16:creationId xmlns:a16="http://schemas.microsoft.com/office/drawing/2014/main" id="{3B642793-F024-4EA6-B3F9-6D759A172CDD}"/>
              </a:ext>
            </a:extLst>
          </p:cNvPr>
          <p:cNvSpPr/>
          <p:nvPr/>
        </p:nvSpPr>
        <p:spPr>
          <a:xfrm>
            <a:off x="7315200" y="2743200"/>
            <a:ext cx="2133600" cy="1181100"/>
          </a:xfrm>
          <a:prstGeom prst="rect">
            <a:avLst/>
          </a:prstGeom>
        </p:spPr>
        <p:style>
          <a:lnRef idx="1">
            <a:schemeClr val="accent3"/>
          </a:lnRef>
          <a:fillRef idx="2">
            <a:schemeClr val="accent3"/>
          </a:fillRef>
          <a:effectRef idx="1">
            <a:schemeClr val="accent3"/>
          </a:effectRef>
          <a:fontRef idx="minor">
            <a:schemeClr val="dk1"/>
          </a:fontRef>
        </p:style>
        <p:txBody>
          <a:bodyPr anchor="ctr"/>
          <a:lstStyle/>
          <a:p>
            <a:pPr>
              <a:defRPr/>
            </a:pPr>
            <a:r>
              <a:rPr lang="en-US" sz="2000" b="1">
                <a:latin typeface="Times New Roman" pitchFamily="18" charset="0"/>
                <a:cs typeface="Times New Roman" pitchFamily="18" charset="0"/>
              </a:rPr>
              <a:t>Father</a:t>
            </a:r>
          </a:p>
          <a:p>
            <a:pPr marL="285750" indent="-285750">
              <a:buFont typeface="Arial" pitchFamily="34" charset="0"/>
              <a:buChar char="•"/>
              <a:defRPr/>
            </a:pPr>
            <a:r>
              <a:rPr lang="en-US">
                <a:latin typeface="Times New Roman" pitchFamily="18" charset="0"/>
                <a:cs typeface="Times New Roman" pitchFamily="18" charset="0"/>
              </a:rPr>
              <a:t>Home</a:t>
            </a:r>
          </a:p>
          <a:p>
            <a:pPr marL="285750" indent="-285750">
              <a:buFont typeface="Arial" pitchFamily="34" charset="0"/>
              <a:buChar char="•"/>
              <a:defRPr/>
            </a:pPr>
            <a:r>
              <a:rPr lang="en-US">
                <a:latin typeface="Times New Roman" pitchFamily="18" charset="0"/>
                <a:cs typeface="Times New Roman" pitchFamily="18" charset="0"/>
              </a:rPr>
              <a:t>Money</a:t>
            </a:r>
          </a:p>
          <a:p>
            <a:pPr marL="285750" indent="-285750">
              <a:buFont typeface="Arial" pitchFamily="34" charset="0"/>
              <a:buChar char="•"/>
              <a:defRPr/>
            </a:pPr>
            <a:r>
              <a:rPr lang="en-US">
                <a:latin typeface="Times New Roman" pitchFamily="18" charset="0"/>
                <a:cs typeface="Times New Roman" pitchFamily="18" charset="0"/>
              </a:rPr>
              <a:t>Business </a:t>
            </a:r>
          </a:p>
        </p:txBody>
      </p:sp>
      <p:sp>
        <p:nvSpPr>
          <p:cNvPr id="9" name="Rectangle 8">
            <a:extLst>
              <a:ext uri="{FF2B5EF4-FFF2-40B4-BE49-F238E27FC236}">
                <a16:creationId xmlns:a16="http://schemas.microsoft.com/office/drawing/2014/main" id="{12138C1B-8AB6-4D11-A40F-960AAD9C0531}"/>
              </a:ext>
            </a:extLst>
          </p:cNvPr>
          <p:cNvSpPr/>
          <p:nvPr/>
        </p:nvSpPr>
        <p:spPr>
          <a:xfrm>
            <a:off x="7315200" y="4381500"/>
            <a:ext cx="2133600" cy="914400"/>
          </a:xfrm>
          <a:prstGeom prst="rect">
            <a:avLst/>
          </a:prstGeom>
        </p:spPr>
        <p:style>
          <a:lnRef idx="1">
            <a:schemeClr val="accent4"/>
          </a:lnRef>
          <a:fillRef idx="2">
            <a:schemeClr val="accent4"/>
          </a:fillRef>
          <a:effectRef idx="1">
            <a:schemeClr val="accent4"/>
          </a:effectRef>
          <a:fontRef idx="minor">
            <a:schemeClr val="dk1"/>
          </a:fontRef>
        </p:style>
        <p:txBody>
          <a:bodyPr anchor="ctr"/>
          <a:lstStyle/>
          <a:p>
            <a:pPr>
              <a:defRPr/>
            </a:pPr>
            <a:r>
              <a:rPr lang="en-US" sz="2000" b="1">
                <a:latin typeface="Times New Roman" pitchFamily="18" charset="0"/>
                <a:cs typeface="Times New Roman" pitchFamily="18" charset="0"/>
              </a:rPr>
              <a:t>Son</a:t>
            </a:r>
          </a:p>
          <a:p>
            <a:pPr marL="285750" indent="-285750">
              <a:buFont typeface="Arial" pitchFamily="34" charset="0"/>
              <a:buChar char="•"/>
              <a:defRPr/>
            </a:pPr>
            <a:r>
              <a:rPr lang="en-US" sz="1600">
                <a:latin typeface="Times New Roman" pitchFamily="18" charset="0"/>
                <a:cs typeface="Times New Roman" pitchFamily="18" charset="0"/>
              </a:rPr>
              <a:t>BMW</a:t>
            </a:r>
          </a:p>
          <a:p>
            <a:pPr marL="285750" indent="-285750">
              <a:buFont typeface="Arial" pitchFamily="34" charset="0"/>
              <a:buChar char="•"/>
              <a:defRPr/>
            </a:pPr>
            <a:r>
              <a:rPr lang="en-US" sz="1600">
                <a:latin typeface="Times New Roman" pitchFamily="18" charset="0"/>
                <a:cs typeface="Times New Roman" pitchFamily="18" charset="0"/>
              </a:rPr>
              <a:t>Job</a:t>
            </a:r>
          </a:p>
        </p:txBody>
      </p:sp>
      <p:cxnSp>
        <p:nvCxnSpPr>
          <p:cNvPr id="11" name="Straight Arrow Connector 10">
            <a:extLst>
              <a:ext uri="{FF2B5EF4-FFF2-40B4-BE49-F238E27FC236}">
                <a16:creationId xmlns:a16="http://schemas.microsoft.com/office/drawing/2014/main" id="{B6C9A643-97F0-441A-9E40-B3A4819AFC15}"/>
              </a:ext>
            </a:extLst>
          </p:cNvPr>
          <p:cNvCxnSpPr>
            <a:stCxn id="8" idx="2"/>
            <a:endCxn id="9" idx="0"/>
          </p:cNvCxnSpPr>
          <p:nvPr/>
        </p:nvCxnSpPr>
        <p:spPr>
          <a:xfrm>
            <a:off x="8382000" y="3924300"/>
            <a:ext cx="0" cy="457200"/>
          </a:xfrm>
          <a:prstGeom prst="straightConnector1">
            <a:avLst/>
          </a:prstGeom>
          <a:ln>
            <a:tailEnd type="arrow"/>
          </a:ln>
        </p:spPr>
        <p:style>
          <a:lnRef idx="3">
            <a:schemeClr val="accent3"/>
          </a:lnRef>
          <a:fillRef idx="0">
            <a:schemeClr val="accent3"/>
          </a:fillRef>
          <a:effectRef idx="2">
            <a:schemeClr val="accent3"/>
          </a:effectRef>
          <a:fontRef idx="minor">
            <a:schemeClr val="tx1"/>
          </a:fontRef>
        </p:style>
      </p:cxnSp>
      <p:grpSp>
        <p:nvGrpSpPr>
          <p:cNvPr id="23" name="Group 22">
            <a:extLst>
              <a:ext uri="{FF2B5EF4-FFF2-40B4-BE49-F238E27FC236}">
                <a16:creationId xmlns:a16="http://schemas.microsoft.com/office/drawing/2014/main" id="{773D8C3B-8E97-4FFD-9B66-43A3930B5309}"/>
              </a:ext>
            </a:extLst>
          </p:cNvPr>
          <p:cNvGrpSpPr>
            <a:grpSpLocks/>
          </p:cNvGrpSpPr>
          <p:nvPr/>
        </p:nvGrpSpPr>
        <p:grpSpPr bwMode="auto">
          <a:xfrm>
            <a:off x="8001000" y="3276600"/>
            <a:ext cx="1981200" cy="1333500"/>
            <a:chOff x="6553200" y="4038600"/>
            <a:chExt cx="1981200" cy="1676400"/>
          </a:xfrm>
        </p:grpSpPr>
        <p:cxnSp>
          <p:nvCxnSpPr>
            <p:cNvPr id="13" name="Straight Connector 12">
              <a:extLst>
                <a:ext uri="{FF2B5EF4-FFF2-40B4-BE49-F238E27FC236}">
                  <a16:creationId xmlns:a16="http://schemas.microsoft.com/office/drawing/2014/main" id="{88964B98-8924-4407-B3E5-01C181BD63E9}"/>
                </a:ext>
              </a:extLst>
            </p:cNvPr>
            <p:cNvCxnSpPr/>
            <p:nvPr/>
          </p:nvCxnSpPr>
          <p:spPr>
            <a:xfrm>
              <a:off x="6934200" y="4038600"/>
              <a:ext cx="1600200" cy="0"/>
            </a:xfrm>
            <a:prstGeom prst="line">
              <a:avLst/>
            </a:prstGeom>
          </p:spPr>
          <p:style>
            <a:lnRef idx="3">
              <a:schemeClr val="accent4"/>
            </a:lnRef>
            <a:fillRef idx="0">
              <a:schemeClr val="accent4"/>
            </a:fillRef>
            <a:effectRef idx="2">
              <a:schemeClr val="accent4"/>
            </a:effectRef>
            <a:fontRef idx="minor">
              <a:schemeClr val="tx1"/>
            </a:fontRef>
          </p:style>
        </p:cxnSp>
        <p:cxnSp>
          <p:nvCxnSpPr>
            <p:cNvPr id="14" name="Straight Connector 13">
              <a:extLst>
                <a:ext uri="{FF2B5EF4-FFF2-40B4-BE49-F238E27FC236}">
                  <a16:creationId xmlns:a16="http://schemas.microsoft.com/office/drawing/2014/main" id="{0D16F52C-31D5-4AF6-A2DF-69ABDB212A40}"/>
                </a:ext>
              </a:extLst>
            </p:cNvPr>
            <p:cNvCxnSpPr/>
            <p:nvPr/>
          </p:nvCxnSpPr>
          <p:spPr>
            <a:xfrm>
              <a:off x="7010400" y="4343945"/>
              <a:ext cx="1524000" cy="0"/>
            </a:xfrm>
            <a:prstGeom prst="line">
              <a:avLst/>
            </a:prstGeom>
          </p:spPr>
          <p:style>
            <a:lnRef idx="3">
              <a:schemeClr val="accent4"/>
            </a:lnRef>
            <a:fillRef idx="0">
              <a:schemeClr val="accent4"/>
            </a:fillRef>
            <a:effectRef idx="2">
              <a:schemeClr val="accent4"/>
            </a:effectRef>
            <a:fontRef idx="minor">
              <a:schemeClr val="tx1"/>
            </a:fontRef>
          </p:style>
        </p:cxnSp>
        <p:cxnSp>
          <p:nvCxnSpPr>
            <p:cNvPr id="15" name="Straight Connector 14">
              <a:extLst>
                <a:ext uri="{FF2B5EF4-FFF2-40B4-BE49-F238E27FC236}">
                  <a16:creationId xmlns:a16="http://schemas.microsoft.com/office/drawing/2014/main" id="{A11ED53F-AE03-4101-B2B6-B27AFC1314B8}"/>
                </a:ext>
              </a:extLst>
            </p:cNvPr>
            <p:cNvCxnSpPr/>
            <p:nvPr/>
          </p:nvCxnSpPr>
          <p:spPr>
            <a:xfrm>
              <a:off x="7239000" y="4647293"/>
              <a:ext cx="1295400" cy="0"/>
            </a:xfrm>
            <a:prstGeom prst="line">
              <a:avLst/>
            </a:prstGeom>
          </p:spPr>
          <p:style>
            <a:lnRef idx="3">
              <a:schemeClr val="accent4"/>
            </a:lnRef>
            <a:fillRef idx="0">
              <a:schemeClr val="accent4"/>
            </a:fillRef>
            <a:effectRef idx="2">
              <a:schemeClr val="accent4"/>
            </a:effectRef>
            <a:fontRef idx="minor">
              <a:schemeClr val="tx1"/>
            </a:fontRef>
          </p:style>
        </p:cxnSp>
        <p:cxnSp>
          <p:nvCxnSpPr>
            <p:cNvPr id="20" name="Straight Connector 19">
              <a:extLst>
                <a:ext uri="{FF2B5EF4-FFF2-40B4-BE49-F238E27FC236}">
                  <a16:creationId xmlns:a16="http://schemas.microsoft.com/office/drawing/2014/main" id="{EF97D88F-7142-4531-AA24-24EFD9855F4D}"/>
                </a:ext>
              </a:extLst>
            </p:cNvPr>
            <p:cNvCxnSpPr/>
            <p:nvPr/>
          </p:nvCxnSpPr>
          <p:spPr>
            <a:xfrm>
              <a:off x="8534400" y="4038600"/>
              <a:ext cx="0" cy="1676400"/>
            </a:xfrm>
            <a:prstGeom prst="line">
              <a:avLst/>
            </a:prstGeom>
          </p:spPr>
          <p:style>
            <a:lnRef idx="3">
              <a:schemeClr val="accent4"/>
            </a:lnRef>
            <a:fillRef idx="0">
              <a:schemeClr val="accent4"/>
            </a:fillRef>
            <a:effectRef idx="2">
              <a:schemeClr val="accent4"/>
            </a:effectRef>
            <a:fontRef idx="minor">
              <a:schemeClr val="tx1"/>
            </a:fontRef>
          </p:style>
        </p:cxnSp>
        <p:cxnSp>
          <p:nvCxnSpPr>
            <p:cNvPr id="22" name="Straight Arrow Connector 21">
              <a:extLst>
                <a:ext uri="{FF2B5EF4-FFF2-40B4-BE49-F238E27FC236}">
                  <a16:creationId xmlns:a16="http://schemas.microsoft.com/office/drawing/2014/main" id="{861D6CC3-898B-4C9F-9676-6D940954B32A}"/>
                </a:ext>
              </a:extLst>
            </p:cNvPr>
            <p:cNvCxnSpPr/>
            <p:nvPr/>
          </p:nvCxnSpPr>
          <p:spPr>
            <a:xfrm flipH="1">
              <a:off x="6553200" y="5715000"/>
              <a:ext cx="1981200" cy="0"/>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grpSp>
      <p:cxnSp>
        <p:nvCxnSpPr>
          <p:cNvPr id="29" name="Straight Arrow Connector 28">
            <a:extLst>
              <a:ext uri="{FF2B5EF4-FFF2-40B4-BE49-F238E27FC236}">
                <a16:creationId xmlns:a16="http://schemas.microsoft.com/office/drawing/2014/main" id="{81673D58-E0A9-46CB-B6A4-7A84D1905050}"/>
              </a:ext>
            </a:extLst>
          </p:cNvPr>
          <p:cNvCxnSpPr>
            <a:stCxn id="5" idx="3"/>
          </p:cNvCxnSpPr>
          <p:nvPr/>
        </p:nvCxnSpPr>
        <p:spPr>
          <a:xfrm>
            <a:off x="5257800" y="3352800"/>
            <a:ext cx="2057400" cy="0"/>
          </a:xfrm>
          <a:prstGeom prst="straightConnector1">
            <a:avLst/>
          </a:prstGeom>
          <a:ln>
            <a:tailEnd type="arrow"/>
          </a:ln>
        </p:spPr>
        <p:style>
          <a:lnRef idx="3">
            <a:schemeClr val="accent5"/>
          </a:lnRef>
          <a:fillRef idx="0">
            <a:schemeClr val="accent5"/>
          </a:fillRef>
          <a:effectRef idx="2">
            <a:schemeClr val="accent5"/>
          </a:effectRef>
          <a:fontRef idx="minor">
            <a:schemeClr val="tx1"/>
          </a:fontRef>
        </p:style>
      </p:cxnSp>
      <p:cxnSp>
        <p:nvCxnSpPr>
          <p:cNvPr id="32" name="Straight Arrow Connector 31">
            <a:extLst>
              <a:ext uri="{FF2B5EF4-FFF2-40B4-BE49-F238E27FC236}">
                <a16:creationId xmlns:a16="http://schemas.microsoft.com/office/drawing/2014/main" id="{52130CA9-F3E2-460B-9320-D4078A5DF190}"/>
              </a:ext>
            </a:extLst>
          </p:cNvPr>
          <p:cNvCxnSpPr>
            <a:stCxn id="6" idx="3"/>
          </p:cNvCxnSpPr>
          <p:nvPr/>
        </p:nvCxnSpPr>
        <p:spPr>
          <a:xfrm>
            <a:off x="5257800" y="4895850"/>
            <a:ext cx="2057400" cy="0"/>
          </a:xfrm>
          <a:prstGeom prst="straightConnector1">
            <a:avLst/>
          </a:prstGeom>
          <a:ln>
            <a:tailEnd type="arrow"/>
          </a:ln>
        </p:spPr>
        <p:style>
          <a:lnRef idx="3">
            <a:schemeClr val="accent5"/>
          </a:lnRef>
          <a:fillRef idx="0">
            <a:schemeClr val="accent5"/>
          </a:fillRef>
          <a:effectRef idx="2">
            <a:schemeClr val="accent5"/>
          </a:effectRef>
          <a:fontRef idx="minor">
            <a:schemeClr val="tx1"/>
          </a:fontRef>
        </p:style>
      </p:cxnSp>
      <p:sp>
        <p:nvSpPr>
          <p:cNvPr id="19" name="Title 1">
            <a:extLst>
              <a:ext uri="{FF2B5EF4-FFF2-40B4-BE49-F238E27FC236}">
                <a16:creationId xmlns:a16="http://schemas.microsoft.com/office/drawing/2014/main" id="{EA05272C-2327-4C8B-8016-952DA0E960C7}"/>
              </a:ext>
            </a:extLst>
          </p:cNvPr>
          <p:cNvSpPr txBox="1">
            <a:spLocks/>
          </p:cNvSpPr>
          <p:nvPr/>
        </p:nvSpPr>
        <p:spPr>
          <a:xfrm>
            <a:off x="1600200" y="0"/>
            <a:ext cx="10591800" cy="706438"/>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US" sz="3200" b="1">
                <a:latin typeface="Times New Roman" pitchFamily="18" charset="0"/>
                <a:cs typeface="Times New Roman" pitchFamily="18" charset="0"/>
              </a:rPr>
              <a:t>Super Class and Sub Class (CO2)</a:t>
            </a:r>
            <a:endParaRPr lang="en-US" sz="2000" b="1"/>
          </a:p>
        </p:txBody>
      </p:sp>
      <p:sp>
        <p:nvSpPr>
          <p:cNvPr id="4" name="Date Placeholder 3">
            <a:extLst>
              <a:ext uri="{FF2B5EF4-FFF2-40B4-BE49-F238E27FC236}">
                <a16:creationId xmlns:a16="http://schemas.microsoft.com/office/drawing/2014/main" id="{3BF0485B-FEB9-4558-8E6A-3AD1AE3C9ABC}"/>
              </a:ext>
            </a:extLst>
          </p:cNvPr>
          <p:cNvSpPr>
            <a:spLocks noGrp="1"/>
          </p:cNvSpPr>
          <p:nvPr>
            <p:ph type="dt" sz="quarter" idx="10"/>
          </p:nvPr>
        </p:nvSpPr>
        <p:spPr/>
        <p:txBody>
          <a:bodyPr/>
          <a:lstStyle/>
          <a:p>
            <a:pPr>
              <a:defRPr/>
            </a:pPr>
            <a:fld id="{E855BF6D-C9E0-42A6-824A-C22B236905A1}" type="datetime1">
              <a:rPr lang="en-US" smtClean="0"/>
              <a:pPr>
                <a:defRPr/>
              </a:pPr>
              <a:t>5/17/2022</a:t>
            </a:fld>
            <a:endParaRPr lang="en-US"/>
          </a:p>
        </p:txBody>
      </p:sp>
      <p:sp>
        <p:nvSpPr>
          <p:cNvPr id="10" name="Footer Placeholder 9">
            <a:extLst>
              <a:ext uri="{FF2B5EF4-FFF2-40B4-BE49-F238E27FC236}">
                <a16:creationId xmlns:a16="http://schemas.microsoft.com/office/drawing/2014/main" id="{3B621FB6-BE83-40DD-9328-FCC7B1710EC1}"/>
              </a:ext>
            </a:extLst>
          </p:cNvPr>
          <p:cNvSpPr>
            <a:spLocks noGrp="1"/>
          </p:cNvSpPr>
          <p:nvPr>
            <p:ph type="ftr" sz="quarter" idx="11"/>
          </p:nvPr>
        </p:nvSpPr>
        <p:spPr>
          <a:xfrm>
            <a:off x="3657600" y="6356350"/>
            <a:ext cx="5638800" cy="365125"/>
          </a:xfrm>
        </p:spPr>
        <p:txBody>
          <a:bodyPr/>
          <a:lstStyle/>
          <a:p>
            <a:pPr>
              <a:defRPr/>
            </a:pPr>
            <a:r>
              <a:rPr lang="en-US"/>
              <a:t>(Programming in Advanced Python)                                 Unit No:2</a:t>
            </a:r>
          </a:p>
        </p:txBody>
      </p:sp>
      <p:sp>
        <p:nvSpPr>
          <p:cNvPr id="18448" name="Slide Number Placeholder 11">
            <a:extLst>
              <a:ext uri="{FF2B5EF4-FFF2-40B4-BE49-F238E27FC236}">
                <a16:creationId xmlns:a16="http://schemas.microsoft.com/office/drawing/2014/main" id="{2B5501BA-9888-4F59-BE28-1B409CFB0ED5}"/>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5993CA33-6618-4BC9-BA3F-8035A1448F7F}" type="slidenum">
              <a:rPr lang="en-US" altLang="en-US" sz="1200">
                <a:solidFill>
                  <a:srgbClr val="898989"/>
                </a:solidFill>
              </a:rPr>
              <a:pPr>
                <a:spcBef>
                  <a:spcPct val="0"/>
                </a:spcBef>
                <a:buFontTx/>
                <a:buNone/>
              </a:pPr>
              <a:t>13</a:t>
            </a:fld>
            <a:endParaRPr lang="en-US" altLang="en-US" sz="1200">
              <a:solidFill>
                <a:srgbClr val="898989"/>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500"/>
                                        <p:tgtEl>
                                          <p:spTgt spid="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4"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down)">
                                      <p:cBhvr>
                                        <p:cTn id="27" dur="500"/>
                                        <p:tgtEl>
                                          <p:spTgt spid="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fade">
                                      <p:cBhvr>
                                        <p:cTn id="32" dur="500"/>
                                        <p:tgtEl>
                                          <p:spTgt spid="6"/>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fade">
                                      <p:cBhvr>
                                        <p:cTn id="37" dur="500"/>
                                        <p:tgtEl>
                                          <p:spTgt spid="8"/>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4" fill="hold"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wipe(down)">
                                      <p:cBhvr>
                                        <p:cTn id="42" dur="500"/>
                                        <p:tgtEl>
                                          <p:spTgt spid="11"/>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9"/>
                                        </p:tgtEl>
                                        <p:attrNameLst>
                                          <p:attrName>style.visibility</p:attrName>
                                        </p:attrNameLst>
                                      </p:cBhvr>
                                      <p:to>
                                        <p:strVal val="visible"/>
                                      </p:to>
                                    </p:set>
                                    <p:animEffect transition="in" filter="fade">
                                      <p:cBhvr>
                                        <p:cTn id="47" dur="500"/>
                                        <p:tgtEl>
                                          <p:spTgt spid="9"/>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4" fill="hold" nodeType="clickEffect">
                                  <p:stCondLst>
                                    <p:cond delay="0"/>
                                  </p:stCondLst>
                                  <p:childTnLst>
                                    <p:set>
                                      <p:cBhvr>
                                        <p:cTn id="51" dur="1" fill="hold">
                                          <p:stCondLst>
                                            <p:cond delay="0"/>
                                          </p:stCondLst>
                                        </p:cTn>
                                        <p:tgtEl>
                                          <p:spTgt spid="23"/>
                                        </p:tgtEl>
                                        <p:attrNameLst>
                                          <p:attrName>style.visibility</p:attrName>
                                        </p:attrNameLst>
                                      </p:cBhvr>
                                      <p:to>
                                        <p:strVal val="visible"/>
                                      </p:to>
                                    </p:set>
                                    <p:animEffect transition="in" filter="wipe(down)">
                                      <p:cBhvr>
                                        <p:cTn id="52" dur="500"/>
                                        <p:tgtEl>
                                          <p:spTgt spid="23"/>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10" presetClass="entr" presetSubtype="0" fill="hold" nodeType="clickEffect">
                                  <p:stCondLst>
                                    <p:cond delay="0"/>
                                  </p:stCondLst>
                                  <p:childTnLst>
                                    <p:set>
                                      <p:cBhvr>
                                        <p:cTn id="56" dur="1" fill="hold">
                                          <p:stCondLst>
                                            <p:cond delay="0"/>
                                          </p:stCondLst>
                                        </p:cTn>
                                        <p:tgtEl>
                                          <p:spTgt spid="29"/>
                                        </p:tgtEl>
                                        <p:attrNameLst>
                                          <p:attrName>style.visibility</p:attrName>
                                        </p:attrNameLst>
                                      </p:cBhvr>
                                      <p:to>
                                        <p:strVal val="visible"/>
                                      </p:to>
                                    </p:set>
                                    <p:animEffect transition="in" filter="fade">
                                      <p:cBhvr>
                                        <p:cTn id="57" dur="500"/>
                                        <p:tgtEl>
                                          <p:spTgt spid="29"/>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10" presetClass="entr" presetSubtype="0" fill="hold" nodeType="clickEffect">
                                  <p:stCondLst>
                                    <p:cond delay="0"/>
                                  </p:stCondLst>
                                  <p:childTnLst>
                                    <p:set>
                                      <p:cBhvr>
                                        <p:cTn id="61" dur="1" fill="hold">
                                          <p:stCondLst>
                                            <p:cond delay="0"/>
                                          </p:stCondLst>
                                        </p:cTn>
                                        <p:tgtEl>
                                          <p:spTgt spid="32"/>
                                        </p:tgtEl>
                                        <p:attrNameLst>
                                          <p:attrName>style.visibility</p:attrName>
                                        </p:attrNameLst>
                                      </p:cBhvr>
                                      <p:to>
                                        <p:strVal val="visible"/>
                                      </p:to>
                                    </p:set>
                                    <p:animEffect transition="in" filter="fade">
                                      <p:cBhvr>
                                        <p:cTn id="62"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animBg="1"/>
      <p:bldP spid="6" grpId="0" animBg="1"/>
      <p:bldP spid="8" grpId="0" animBg="1"/>
      <p:bldP spid="9"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90C9AF35-1ADC-48B8-8F27-9A7FF2A2C33B}"/>
              </a:ext>
            </a:extLst>
          </p:cNvPr>
          <p:cNvSpPr>
            <a:spLocks noGrp="1"/>
          </p:cNvSpPr>
          <p:nvPr>
            <p:ph idx="1"/>
          </p:nvPr>
        </p:nvSpPr>
        <p:spPr>
          <a:xfrm>
            <a:off x="1135510" y="817563"/>
            <a:ext cx="10591800" cy="5278437"/>
          </a:xfrm>
        </p:spPr>
        <p:txBody>
          <a:bodyPr>
            <a:noAutofit/>
          </a:bodyPr>
          <a:lstStyle/>
          <a:p>
            <a:pPr>
              <a:defRPr/>
            </a:pPr>
            <a:r>
              <a:rPr lang="en-US" sz="2800">
                <a:latin typeface="Times New Roman" pitchFamily="18" charset="0"/>
                <a:cs typeface="Times New Roman" pitchFamily="18" charset="0"/>
              </a:rPr>
              <a:t>All classes in python are built from a single super class called ‘object’ so whenever we create a class in python, object will become super class for them internally.</a:t>
            </a:r>
          </a:p>
          <a:p>
            <a:pPr>
              <a:defRPr/>
            </a:pPr>
            <a:r>
              <a:rPr lang="en-US" sz="2800">
                <a:latin typeface="Times New Roman" pitchFamily="18" charset="0"/>
                <a:cs typeface="Times New Roman" pitchFamily="18" charset="0"/>
              </a:rPr>
              <a:t>The main advantage of inheritance is code reusability.</a:t>
            </a:r>
          </a:p>
          <a:p>
            <a:pPr>
              <a:defRPr/>
            </a:pPr>
            <a:r>
              <a:rPr lang="en-US" sz="2800">
                <a:latin typeface="Times New Roman" pitchFamily="18" charset="0"/>
                <a:cs typeface="Times New Roman" pitchFamily="18" charset="0"/>
              </a:rPr>
              <a:t>Python also allows the classes to inherit commonly used attributes and methods from other classes through inheritance. </a:t>
            </a:r>
          </a:p>
          <a:p>
            <a:pPr>
              <a:defRPr/>
            </a:pPr>
            <a:r>
              <a:rPr lang="en-US" sz="2800">
                <a:latin typeface="Times New Roman" pitchFamily="18" charset="0"/>
                <a:cs typeface="Times New Roman" pitchFamily="18" charset="0"/>
              </a:rPr>
              <a:t>It is transitive in nature, which means that if class B inherits from another class A, then all the subclasses of B would automatically inherit from class A.</a:t>
            </a:r>
          </a:p>
          <a:p>
            <a:pPr>
              <a:defRPr/>
            </a:pPr>
            <a:endParaRPr lang="en-US" sz="2400">
              <a:latin typeface="Times New Roman" pitchFamily="18" charset="0"/>
              <a:cs typeface="Times New Roman" pitchFamily="18" charset="0"/>
            </a:endParaRPr>
          </a:p>
          <a:p>
            <a:pPr>
              <a:defRPr/>
            </a:pPr>
            <a:endParaRPr lang="en-US" sz="2400">
              <a:latin typeface="Times New Roman" pitchFamily="18" charset="0"/>
              <a:cs typeface="Times New Roman" pitchFamily="18" charset="0"/>
            </a:endParaRPr>
          </a:p>
        </p:txBody>
      </p:sp>
      <p:sp>
        <p:nvSpPr>
          <p:cNvPr id="4" name="Title 1">
            <a:extLst>
              <a:ext uri="{FF2B5EF4-FFF2-40B4-BE49-F238E27FC236}">
                <a16:creationId xmlns:a16="http://schemas.microsoft.com/office/drawing/2014/main" id="{90829E60-AB65-41F1-A18E-4A4D23F4FBB6}"/>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IN" sz="3200" b="1">
                <a:latin typeface="Times New Roman" panose="02020603050405020304" pitchFamily="18" charset="0"/>
                <a:cs typeface="Times New Roman" panose="02020603050405020304" pitchFamily="18" charset="0"/>
              </a:rPr>
              <a:t>Advantage of Inheritance </a:t>
            </a:r>
            <a:r>
              <a:rPr lang="en-US" sz="3200" b="1">
                <a:latin typeface="Times New Roman" panose="02020603050405020304" pitchFamily="18" charset="0"/>
                <a:cs typeface="Times New Roman" panose="02020603050405020304" pitchFamily="18" charset="0"/>
              </a:rPr>
              <a:t>(CO2)</a:t>
            </a:r>
          </a:p>
        </p:txBody>
      </p:sp>
      <p:sp>
        <p:nvSpPr>
          <p:cNvPr id="6" name="Date Placeholder 5">
            <a:extLst>
              <a:ext uri="{FF2B5EF4-FFF2-40B4-BE49-F238E27FC236}">
                <a16:creationId xmlns:a16="http://schemas.microsoft.com/office/drawing/2014/main" id="{0D9A9594-1428-47BF-B1D9-0F8E917F2823}"/>
              </a:ext>
            </a:extLst>
          </p:cNvPr>
          <p:cNvSpPr>
            <a:spLocks noGrp="1"/>
          </p:cNvSpPr>
          <p:nvPr>
            <p:ph type="dt" sz="quarter" idx="10"/>
          </p:nvPr>
        </p:nvSpPr>
        <p:spPr/>
        <p:txBody>
          <a:bodyPr/>
          <a:lstStyle/>
          <a:p>
            <a:pPr>
              <a:defRPr/>
            </a:pPr>
            <a:fld id="{3DFD11B4-A42B-45A9-9EF6-208C3ABA45D3}" type="datetime1">
              <a:rPr lang="en-US" smtClean="0"/>
              <a:pPr>
                <a:defRPr/>
              </a:pPr>
              <a:t>5/17/2022</a:t>
            </a:fld>
            <a:endParaRPr lang="en-US"/>
          </a:p>
        </p:txBody>
      </p:sp>
      <p:sp>
        <p:nvSpPr>
          <p:cNvPr id="7" name="Footer Placeholder 6">
            <a:extLst>
              <a:ext uri="{FF2B5EF4-FFF2-40B4-BE49-F238E27FC236}">
                <a16:creationId xmlns:a16="http://schemas.microsoft.com/office/drawing/2014/main" id="{1DE868E5-1FEC-4EB3-8CA9-62B5C49169B8}"/>
              </a:ext>
            </a:extLst>
          </p:cNvPr>
          <p:cNvSpPr>
            <a:spLocks noGrp="1"/>
          </p:cNvSpPr>
          <p:nvPr>
            <p:ph type="ftr" sz="quarter" idx="11"/>
          </p:nvPr>
        </p:nvSpPr>
        <p:spPr>
          <a:xfrm>
            <a:off x="3276600" y="6356350"/>
            <a:ext cx="5715000" cy="365125"/>
          </a:xfrm>
        </p:spPr>
        <p:txBody>
          <a:bodyPr/>
          <a:lstStyle/>
          <a:p>
            <a:pPr>
              <a:defRPr/>
            </a:pPr>
            <a:r>
              <a:rPr lang="en-US"/>
              <a:t>(Programming in Advanced Python)                                 Unit No:2</a:t>
            </a:r>
          </a:p>
        </p:txBody>
      </p:sp>
      <p:sp>
        <p:nvSpPr>
          <p:cNvPr id="19463" name="Slide Number Placeholder 7">
            <a:extLst>
              <a:ext uri="{FF2B5EF4-FFF2-40B4-BE49-F238E27FC236}">
                <a16:creationId xmlns:a16="http://schemas.microsoft.com/office/drawing/2014/main" id="{18CCB454-55F8-4FC7-A41A-554D5907A429}"/>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A96B6023-63E1-4C6E-8FB1-09D886EC38D6}" type="slidenum">
              <a:rPr lang="en-US" altLang="en-US" sz="1200">
                <a:solidFill>
                  <a:srgbClr val="898989"/>
                </a:solidFill>
              </a:rPr>
              <a:pPr>
                <a:spcBef>
                  <a:spcPct val="0"/>
                </a:spcBef>
                <a:buFontTx/>
                <a:buNone/>
              </a:pPr>
              <a:t>14</a:t>
            </a:fld>
            <a:endParaRPr lang="en-US" altLang="en-US" sz="1200">
              <a:solidFill>
                <a:srgbClr val="898989"/>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42A7CF8-B78E-4DD9-B1A5-15E494AA9D6B}"/>
              </a:ext>
            </a:extLst>
          </p:cNvPr>
          <p:cNvSpPr>
            <a:spLocks noGrp="1"/>
          </p:cNvSpPr>
          <p:nvPr>
            <p:ph idx="1"/>
          </p:nvPr>
        </p:nvSpPr>
        <p:spPr>
          <a:xfrm>
            <a:off x="1600200" y="1143000"/>
            <a:ext cx="8610600" cy="4724400"/>
          </a:xfrm>
        </p:spPr>
        <p:txBody>
          <a:bodyPr>
            <a:normAutofit/>
          </a:bodyPr>
          <a:lstStyle/>
          <a:p>
            <a:pPr>
              <a:defRPr/>
            </a:pPr>
            <a:r>
              <a:rPr lang="en-US" sz="2800">
                <a:latin typeface="Times New Roman" pitchFamily="18" charset="0"/>
                <a:cs typeface="Times New Roman" pitchFamily="18" charset="0"/>
              </a:rPr>
              <a:t>Single Inheritance </a:t>
            </a:r>
          </a:p>
          <a:p>
            <a:pPr marL="0" indent="0">
              <a:buFont typeface="Arial" panose="020B0604020202020204" pitchFamily="34" charset="0"/>
              <a:buNone/>
              <a:defRPr/>
            </a:pPr>
            <a:endParaRPr lang="en-US" sz="2800">
              <a:latin typeface="Times New Roman" pitchFamily="18" charset="0"/>
              <a:cs typeface="Times New Roman" pitchFamily="18" charset="0"/>
            </a:endParaRPr>
          </a:p>
          <a:p>
            <a:pPr>
              <a:defRPr/>
            </a:pPr>
            <a:r>
              <a:rPr lang="en-US" sz="2800">
                <a:latin typeface="Times New Roman" pitchFamily="18" charset="0"/>
                <a:cs typeface="Times New Roman" pitchFamily="18" charset="0"/>
              </a:rPr>
              <a:t>Multi-level Inheritance </a:t>
            </a:r>
          </a:p>
          <a:p>
            <a:pPr marL="0" indent="0">
              <a:buFont typeface="Arial" panose="020B0604020202020204" pitchFamily="34" charset="0"/>
              <a:buNone/>
              <a:defRPr/>
            </a:pPr>
            <a:endParaRPr lang="en-US" sz="2800">
              <a:latin typeface="Times New Roman" pitchFamily="18" charset="0"/>
              <a:cs typeface="Times New Roman" pitchFamily="18" charset="0"/>
            </a:endParaRPr>
          </a:p>
          <a:p>
            <a:pPr>
              <a:defRPr/>
            </a:pPr>
            <a:r>
              <a:rPr lang="en-US" sz="2800">
                <a:latin typeface="Times New Roman" pitchFamily="18" charset="0"/>
                <a:cs typeface="Times New Roman" pitchFamily="18" charset="0"/>
              </a:rPr>
              <a:t>Hierarchical Inheritance </a:t>
            </a:r>
          </a:p>
          <a:p>
            <a:pPr marL="0" indent="0">
              <a:buFont typeface="Arial" panose="020B0604020202020204" pitchFamily="34" charset="0"/>
              <a:buNone/>
              <a:defRPr/>
            </a:pPr>
            <a:endParaRPr lang="en-US" sz="2800">
              <a:latin typeface="Times New Roman" pitchFamily="18" charset="0"/>
              <a:cs typeface="Times New Roman" pitchFamily="18" charset="0"/>
            </a:endParaRPr>
          </a:p>
          <a:p>
            <a:pPr>
              <a:defRPr/>
            </a:pPr>
            <a:r>
              <a:rPr lang="en-US" sz="2800">
                <a:latin typeface="Times New Roman" pitchFamily="18" charset="0"/>
                <a:cs typeface="Times New Roman" pitchFamily="18" charset="0"/>
              </a:rPr>
              <a:t>Multiple Inheritance </a:t>
            </a:r>
          </a:p>
          <a:p>
            <a:pPr>
              <a:defRPr/>
            </a:pPr>
            <a:endParaRPr lang="en-US" sz="2800">
              <a:latin typeface="Times New Roman" pitchFamily="18" charset="0"/>
              <a:cs typeface="Times New Roman" pitchFamily="18" charset="0"/>
            </a:endParaRPr>
          </a:p>
          <a:p>
            <a:pPr>
              <a:defRPr/>
            </a:pPr>
            <a:r>
              <a:rPr lang="en-US" sz="2800">
                <a:latin typeface="Times New Roman" pitchFamily="18" charset="0"/>
                <a:cs typeface="Times New Roman" pitchFamily="18" charset="0"/>
              </a:rPr>
              <a:t>Hybrid Inheritance</a:t>
            </a:r>
          </a:p>
          <a:p>
            <a:pPr marL="0" indent="0">
              <a:buFont typeface="Arial" panose="020B0604020202020204" pitchFamily="34" charset="0"/>
              <a:buNone/>
              <a:defRPr/>
            </a:pPr>
            <a:endParaRPr lang="en-US" sz="2400">
              <a:latin typeface="Times New Roman" pitchFamily="18" charset="0"/>
              <a:cs typeface="Times New Roman" pitchFamily="18" charset="0"/>
            </a:endParaRPr>
          </a:p>
        </p:txBody>
      </p:sp>
      <p:sp>
        <p:nvSpPr>
          <p:cNvPr id="4" name="Title 1">
            <a:extLst>
              <a:ext uri="{FF2B5EF4-FFF2-40B4-BE49-F238E27FC236}">
                <a16:creationId xmlns:a16="http://schemas.microsoft.com/office/drawing/2014/main" id="{BAB14C8F-C351-42AE-A4DE-FC59E3F11AAE}"/>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US" sz="3200" b="1">
                <a:latin typeface="Times New Roman" pitchFamily="18" charset="0"/>
                <a:cs typeface="Times New Roman" pitchFamily="18" charset="0"/>
              </a:rPr>
              <a:t>Type of Inheritance</a:t>
            </a:r>
            <a:r>
              <a:rPr lang="en-IN" sz="3200" b="1">
                <a:latin typeface="Times New Roman" panose="02020603050405020304" pitchFamily="18" charset="0"/>
                <a:cs typeface="Times New Roman" panose="02020603050405020304" pitchFamily="18" charset="0"/>
              </a:rPr>
              <a:t> </a:t>
            </a:r>
            <a:r>
              <a:rPr lang="en-US" sz="3200" b="1">
                <a:latin typeface="Times New Roman" panose="02020603050405020304" pitchFamily="18" charset="0"/>
                <a:cs typeface="Times New Roman" panose="02020603050405020304" pitchFamily="18" charset="0"/>
              </a:rPr>
              <a:t>(CO2)</a:t>
            </a:r>
          </a:p>
        </p:txBody>
      </p:sp>
      <p:sp>
        <p:nvSpPr>
          <p:cNvPr id="6" name="Date Placeholder 5">
            <a:extLst>
              <a:ext uri="{FF2B5EF4-FFF2-40B4-BE49-F238E27FC236}">
                <a16:creationId xmlns:a16="http://schemas.microsoft.com/office/drawing/2014/main" id="{E1F0F9A7-2F3E-4DEE-B90E-A15DF8988684}"/>
              </a:ext>
            </a:extLst>
          </p:cNvPr>
          <p:cNvSpPr>
            <a:spLocks noGrp="1"/>
          </p:cNvSpPr>
          <p:nvPr>
            <p:ph type="dt" sz="quarter" idx="10"/>
          </p:nvPr>
        </p:nvSpPr>
        <p:spPr/>
        <p:txBody>
          <a:bodyPr/>
          <a:lstStyle/>
          <a:p>
            <a:pPr>
              <a:defRPr/>
            </a:pPr>
            <a:fld id="{1922AF05-B74B-443A-902E-1B60CEC6ED71}" type="datetime1">
              <a:rPr lang="en-US" smtClean="0"/>
              <a:pPr>
                <a:defRPr/>
              </a:pPr>
              <a:t>5/17/2022</a:t>
            </a:fld>
            <a:endParaRPr lang="en-US"/>
          </a:p>
        </p:txBody>
      </p:sp>
      <p:sp>
        <p:nvSpPr>
          <p:cNvPr id="7" name="Footer Placeholder 6">
            <a:extLst>
              <a:ext uri="{FF2B5EF4-FFF2-40B4-BE49-F238E27FC236}">
                <a16:creationId xmlns:a16="http://schemas.microsoft.com/office/drawing/2014/main" id="{AD4F45D8-0138-4377-BAAF-740787929A34}"/>
              </a:ext>
            </a:extLst>
          </p:cNvPr>
          <p:cNvSpPr>
            <a:spLocks noGrp="1"/>
          </p:cNvSpPr>
          <p:nvPr>
            <p:ph type="ftr" sz="quarter" idx="11"/>
          </p:nvPr>
        </p:nvSpPr>
        <p:spPr>
          <a:xfrm>
            <a:off x="3200400" y="6356350"/>
            <a:ext cx="6400800" cy="365125"/>
          </a:xfrm>
        </p:spPr>
        <p:txBody>
          <a:bodyPr/>
          <a:lstStyle/>
          <a:p>
            <a:pPr>
              <a:defRPr/>
            </a:pPr>
            <a:r>
              <a:rPr lang="en-US"/>
              <a:t>(Programming in Advanced Python)                                 Unit No:2</a:t>
            </a:r>
          </a:p>
        </p:txBody>
      </p:sp>
      <p:sp>
        <p:nvSpPr>
          <p:cNvPr id="20487" name="Slide Number Placeholder 7">
            <a:extLst>
              <a:ext uri="{FF2B5EF4-FFF2-40B4-BE49-F238E27FC236}">
                <a16:creationId xmlns:a16="http://schemas.microsoft.com/office/drawing/2014/main" id="{14F56808-5256-4111-A27A-7BB1C449DC2A}"/>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481F2814-1A28-4356-A2C6-3B40AEE62351}" type="slidenum">
              <a:rPr lang="en-US" altLang="en-US" sz="1200">
                <a:solidFill>
                  <a:srgbClr val="898989"/>
                </a:solidFill>
              </a:rPr>
              <a:pPr>
                <a:spcBef>
                  <a:spcPct val="0"/>
                </a:spcBef>
                <a:buFontTx/>
                <a:buNone/>
              </a:pPr>
              <a:t>15</a:t>
            </a:fld>
            <a:endParaRPr lang="en-US" altLang="en-US" sz="1200">
              <a:solidFill>
                <a:srgbClr val="898989"/>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500"/>
                                        <p:tgtEl>
                                          <p:spTgt spid="3">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animEffect transition="in" filter="fade">
                                      <p:cBhvr>
                                        <p:cTn id="2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8D09C57-4E5B-4012-9198-E9F014C6C212}"/>
              </a:ext>
            </a:extLst>
          </p:cNvPr>
          <p:cNvSpPr>
            <a:spLocks noGrp="1"/>
          </p:cNvSpPr>
          <p:nvPr>
            <p:ph idx="1"/>
          </p:nvPr>
        </p:nvSpPr>
        <p:spPr>
          <a:xfrm>
            <a:off x="1600200" y="1066800"/>
            <a:ext cx="8610600" cy="4156075"/>
          </a:xfrm>
        </p:spPr>
        <p:txBody>
          <a:bodyPr/>
          <a:lstStyle/>
          <a:p>
            <a:pPr marL="0" indent="0">
              <a:buFont typeface="Arial" panose="020B0604020202020204" pitchFamily="34" charset="0"/>
              <a:buNone/>
            </a:pPr>
            <a:r>
              <a:rPr lang="en-US" altLang="en-US" sz="2800">
                <a:solidFill>
                  <a:srgbClr val="FF0000"/>
                </a:solidFill>
                <a:latin typeface="Times New Roman" panose="02020603050405020304" pitchFamily="18" charset="0"/>
                <a:cs typeface="Times New Roman" panose="02020603050405020304" pitchFamily="18" charset="0"/>
              </a:rPr>
              <a:t>class</a:t>
            </a:r>
            <a:r>
              <a:rPr lang="en-US" altLang="en-US" sz="2800">
                <a:latin typeface="Times New Roman" panose="02020603050405020304" pitchFamily="18" charset="0"/>
                <a:cs typeface="Times New Roman" panose="02020603050405020304" pitchFamily="18" charset="0"/>
              </a:rPr>
              <a:t> ChildClassName (ParentClassName) : </a:t>
            </a:r>
          </a:p>
          <a:p>
            <a:pPr marL="0" indent="0">
              <a:buFont typeface="Arial" panose="020B0604020202020204" pitchFamily="34" charset="0"/>
              <a:buNone/>
            </a:pPr>
            <a:r>
              <a:rPr lang="en-US" altLang="en-US" sz="2800">
                <a:latin typeface="Times New Roman" panose="02020603050405020304" pitchFamily="18" charset="0"/>
                <a:cs typeface="Times New Roman" panose="02020603050405020304" pitchFamily="18" charset="0"/>
              </a:rPr>
              <a:t>	 members of Child class</a:t>
            </a:r>
          </a:p>
          <a:p>
            <a:pPr marL="0" indent="0">
              <a:buFont typeface="Arial" panose="020B0604020202020204" pitchFamily="34" charset="0"/>
              <a:buNone/>
            </a:pPr>
            <a:endParaRPr lang="en-US" altLang="en-US" sz="280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en-US" sz="2800">
                <a:solidFill>
                  <a:srgbClr val="FF0000"/>
                </a:solidFill>
                <a:latin typeface="Times New Roman" panose="02020603050405020304" pitchFamily="18" charset="0"/>
                <a:cs typeface="Times New Roman" panose="02020603050405020304" pitchFamily="18" charset="0"/>
              </a:rPr>
              <a:t>class</a:t>
            </a:r>
            <a:r>
              <a:rPr lang="en-US" altLang="en-US" sz="2800">
                <a:latin typeface="Times New Roman" panose="02020603050405020304" pitchFamily="18" charset="0"/>
                <a:cs typeface="Times New Roman" panose="02020603050405020304" pitchFamily="18" charset="0"/>
              </a:rPr>
              <a:t> Mobile (object) : </a:t>
            </a:r>
          </a:p>
          <a:p>
            <a:pPr marL="0" indent="0">
              <a:buFont typeface="Arial" panose="020B0604020202020204" pitchFamily="34" charset="0"/>
              <a:buNone/>
            </a:pPr>
            <a:r>
              <a:rPr lang="en-US" altLang="en-US" sz="2800">
                <a:latin typeface="Times New Roman" panose="02020603050405020304" pitchFamily="18" charset="0"/>
                <a:cs typeface="Times New Roman" panose="02020603050405020304" pitchFamily="18" charset="0"/>
              </a:rPr>
              <a:t>	 members of Child class</a:t>
            </a:r>
          </a:p>
          <a:p>
            <a:pPr marL="0" indent="0">
              <a:buFont typeface="Arial" panose="020B0604020202020204" pitchFamily="34" charset="0"/>
              <a:buNone/>
            </a:pPr>
            <a:endParaRPr lang="en-US" altLang="en-US" sz="280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en-US" sz="2800">
                <a:solidFill>
                  <a:srgbClr val="FF0000"/>
                </a:solidFill>
                <a:latin typeface="Times New Roman" panose="02020603050405020304" pitchFamily="18" charset="0"/>
                <a:cs typeface="Times New Roman" panose="02020603050405020304" pitchFamily="18" charset="0"/>
              </a:rPr>
              <a:t>class</a:t>
            </a:r>
            <a:r>
              <a:rPr lang="en-US" altLang="en-US" sz="2800">
                <a:latin typeface="Times New Roman" panose="02020603050405020304" pitchFamily="18" charset="0"/>
                <a:cs typeface="Times New Roman" panose="02020603050405020304" pitchFamily="18" charset="0"/>
              </a:rPr>
              <a:t> Mobile : </a:t>
            </a:r>
          </a:p>
          <a:p>
            <a:pPr marL="0" indent="0">
              <a:buFont typeface="Arial" panose="020B0604020202020204" pitchFamily="34" charset="0"/>
              <a:buNone/>
            </a:pPr>
            <a:r>
              <a:rPr lang="en-US" altLang="en-US" sz="2800">
                <a:latin typeface="Times New Roman" panose="02020603050405020304" pitchFamily="18" charset="0"/>
                <a:cs typeface="Times New Roman" panose="02020603050405020304" pitchFamily="18" charset="0"/>
              </a:rPr>
              <a:t>	 members of Child class</a:t>
            </a:r>
          </a:p>
          <a:p>
            <a:pPr marL="0" indent="0">
              <a:buFont typeface="Arial" panose="020B0604020202020204" pitchFamily="34" charset="0"/>
              <a:buNone/>
            </a:pPr>
            <a:endParaRPr lang="en-US" altLang="en-US" sz="2000">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1CE08F23-BF04-4E17-A6F5-2509E416ADAA}"/>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US" sz="3200" b="1">
                <a:latin typeface="Times New Roman" pitchFamily="18" charset="0"/>
                <a:cs typeface="Times New Roman" pitchFamily="18" charset="0"/>
              </a:rPr>
              <a:t>Declaration of Child Class(CO2)</a:t>
            </a:r>
          </a:p>
        </p:txBody>
      </p:sp>
      <p:sp>
        <p:nvSpPr>
          <p:cNvPr id="6" name="Date Placeholder 5">
            <a:extLst>
              <a:ext uri="{FF2B5EF4-FFF2-40B4-BE49-F238E27FC236}">
                <a16:creationId xmlns:a16="http://schemas.microsoft.com/office/drawing/2014/main" id="{01676D9F-4E83-4C71-ACCD-E6380960D17F}"/>
              </a:ext>
            </a:extLst>
          </p:cNvPr>
          <p:cNvSpPr>
            <a:spLocks noGrp="1"/>
          </p:cNvSpPr>
          <p:nvPr>
            <p:ph type="dt" sz="quarter" idx="10"/>
          </p:nvPr>
        </p:nvSpPr>
        <p:spPr/>
        <p:txBody>
          <a:bodyPr/>
          <a:lstStyle/>
          <a:p>
            <a:pPr>
              <a:defRPr/>
            </a:pPr>
            <a:fld id="{31DE994D-EE1F-4121-8FB0-43D1E0C1917C}" type="datetime1">
              <a:rPr lang="en-US" smtClean="0"/>
              <a:pPr>
                <a:defRPr/>
              </a:pPr>
              <a:t>5/17/2022</a:t>
            </a:fld>
            <a:endParaRPr lang="en-US"/>
          </a:p>
        </p:txBody>
      </p:sp>
      <p:sp>
        <p:nvSpPr>
          <p:cNvPr id="7" name="Footer Placeholder 6">
            <a:extLst>
              <a:ext uri="{FF2B5EF4-FFF2-40B4-BE49-F238E27FC236}">
                <a16:creationId xmlns:a16="http://schemas.microsoft.com/office/drawing/2014/main" id="{009B1849-D714-4E5C-B522-78BF67291577}"/>
              </a:ext>
            </a:extLst>
          </p:cNvPr>
          <p:cNvSpPr>
            <a:spLocks noGrp="1"/>
          </p:cNvSpPr>
          <p:nvPr>
            <p:ph type="ftr" sz="quarter" idx="11"/>
          </p:nvPr>
        </p:nvSpPr>
        <p:spPr>
          <a:xfrm>
            <a:off x="3200400" y="6356350"/>
            <a:ext cx="6172200" cy="365125"/>
          </a:xfrm>
        </p:spPr>
        <p:txBody>
          <a:bodyPr/>
          <a:lstStyle/>
          <a:p>
            <a:pPr>
              <a:defRPr/>
            </a:pPr>
            <a:r>
              <a:rPr lang="en-US"/>
              <a:t>(Programming in Advanced Python)                                 Unit No:2</a:t>
            </a:r>
          </a:p>
        </p:txBody>
      </p:sp>
      <p:sp>
        <p:nvSpPr>
          <p:cNvPr id="21511" name="Slide Number Placeholder 7">
            <a:extLst>
              <a:ext uri="{FF2B5EF4-FFF2-40B4-BE49-F238E27FC236}">
                <a16:creationId xmlns:a16="http://schemas.microsoft.com/office/drawing/2014/main" id="{E7E69D40-68A1-4409-85BD-53342632246F}"/>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B09ACB86-084A-4C50-8837-107566033E2A}" type="slidenum">
              <a:rPr lang="en-US" altLang="en-US" sz="1200">
                <a:solidFill>
                  <a:srgbClr val="898989"/>
                </a:solidFill>
              </a:rPr>
              <a:pPr>
                <a:spcBef>
                  <a:spcPct val="0"/>
                </a:spcBef>
                <a:buFontTx/>
                <a:buNone/>
              </a:pPr>
              <a:t>16</a:t>
            </a:fld>
            <a:endParaRPr lang="en-US" altLang="en-US" sz="1200">
              <a:solidFill>
                <a:srgbClr val="898989"/>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43D0306-5675-4483-85F1-C2D61180A0B6}"/>
              </a:ext>
            </a:extLst>
          </p:cNvPr>
          <p:cNvSpPr>
            <a:spLocks noGrp="1"/>
          </p:cNvSpPr>
          <p:nvPr>
            <p:ph idx="1"/>
          </p:nvPr>
        </p:nvSpPr>
        <p:spPr>
          <a:xfrm>
            <a:off x="1600200" y="1149350"/>
            <a:ext cx="10210800" cy="1441450"/>
          </a:xfrm>
        </p:spPr>
        <p:txBody>
          <a:bodyPr/>
          <a:lstStyle/>
          <a:p>
            <a:pPr marL="0" indent="0">
              <a:buFont typeface="Arial" panose="020B0604020202020204" pitchFamily="34" charset="0"/>
              <a:buNone/>
            </a:pPr>
            <a:r>
              <a:rPr lang="en-US" altLang="en-US" sz="2800">
                <a:latin typeface="Times New Roman" panose="02020603050405020304" pitchFamily="18" charset="0"/>
                <a:cs typeface="Times New Roman" panose="02020603050405020304" pitchFamily="18" charset="0"/>
              </a:rPr>
              <a:t>If a class is derived from one base class (Parent Class), it is called Single Inheritance. </a:t>
            </a:r>
          </a:p>
        </p:txBody>
      </p:sp>
      <p:sp>
        <p:nvSpPr>
          <p:cNvPr id="4" name="Rectangle 3">
            <a:extLst>
              <a:ext uri="{FF2B5EF4-FFF2-40B4-BE49-F238E27FC236}">
                <a16:creationId xmlns:a16="http://schemas.microsoft.com/office/drawing/2014/main" id="{FAB9BF80-FD2E-4A4F-A50D-B109B6AA56DA}"/>
              </a:ext>
            </a:extLst>
          </p:cNvPr>
          <p:cNvSpPr/>
          <p:nvPr/>
        </p:nvSpPr>
        <p:spPr>
          <a:xfrm>
            <a:off x="3581400" y="3429000"/>
            <a:ext cx="1776413" cy="560388"/>
          </a:xfrm>
          <a:prstGeom prst="rect">
            <a:avLst/>
          </a:prstGeom>
        </p:spPr>
        <p:style>
          <a:lnRef idx="1">
            <a:schemeClr val="accent3"/>
          </a:lnRef>
          <a:fillRef idx="2">
            <a:schemeClr val="accent3"/>
          </a:fillRef>
          <a:effectRef idx="1">
            <a:schemeClr val="accent3"/>
          </a:effectRef>
          <a:fontRef idx="minor">
            <a:schemeClr val="dk1"/>
          </a:fontRef>
        </p:style>
        <p:txBody>
          <a:bodyPr anchor="ctr"/>
          <a:lstStyle/>
          <a:p>
            <a:pPr algn="ctr">
              <a:defRPr/>
            </a:pPr>
            <a:r>
              <a:rPr lang="en-US" sz="2400">
                <a:latin typeface="Times New Roman" pitchFamily="18" charset="0"/>
                <a:cs typeface="Times New Roman" pitchFamily="18" charset="0"/>
              </a:rPr>
              <a:t>Father</a:t>
            </a:r>
          </a:p>
        </p:txBody>
      </p:sp>
      <p:sp>
        <p:nvSpPr>
          <p:cNvPr id="5" name="Rectangle 4">
            <a:extLst>
              <a:ext uri="{FF2B5EF4-FFF2-40B4-BE49-F238E27FC236}">
                <a16:creationId xmlns:a16="http://schemas.microsoft.com/office/drawing/2014/main" id="{4F0DBAC9-6066-4230-AE5A-1AF8D7982EF5}"/>
              </a:ext>
            </a:extLst>
          </p:cNvPr>
          <p:cNvSpPr/>
          <p:nvPr/>
        </p:nvSpPr>
        <p:spPr>
          <a:xfrm>
            <a:off x="3581400" y="4572000"/>
            <a:ext cx="1776413" cy="560388"/>
          </a:xfrm>
          <a:prstGeom prst="rect">
            <a:avLst/>
          </a:prstGeom>
        </p:spPr>
        <p:style>
          <a:lnRef idx="1">
            <a:schemeClr val="accent4"/>
          </a:lnRef>
          <a:fillRef idx="2">
            <a:schemeClr val="accent4"/>
          </a:fillRef>
          <a:effectRef idx="1">
            <a:schemeClr val="accent4"/>
          </a:effectRef>
          <a:fontRef idx="minor">
            <a:schemeClr val="dk1"/>
          </a:fontRef>
        </p:style>
        <p:txBody>
          <a:bodyPr anchor="ctr"/>
          <a:lstStyle/>
          <a:p>
            <a:pPr algn="ctr">
              <a:defRPr/>
            </a:pPr>
            <a:r>
              <a:rPr lang="en-US" sz="2400">
                <a:latin typeface="Times New Roman" pitchFamily="18" charset="0"/>
                <a:cs typeface="Times New Roman" pitchFamily="18" charset="0"/>
              </a:rPr>
              <a:t>Son</a:t>
            </a:r>
          </a:p>
        </p:txBody>
      </p:sp>
      <p:cxnSp>
        <p:nvCxnSpPr>
          <p:cNvPr id="7" name="Straight Arrow Connector 6">
            <a:extLst>
              <a:ext uri="{FF2B5EF4-FFF2-40B4-BE49-F238E27FC236}">
                <a16:creationId xmlns:a16="http://schemas.microsoft.com/office/drawing/2014/main" id="{995B1E34-3313-4694-ACFA-F888C3C52C72}"/>
              </a:ext>
            </a:extLst>
          </p:cNvPr>
          <p:cNvCxnSpPr>
            <a:endCxn id="5" idx="0"/>
          </p:cNvCxnSpPr>
          <p:nvPr/>
        </p:nvCxnSpPr>
        <p:spPr>
          <a:xfrm>
            <a:off x="4470400" y="3995738"/>
            <a:ext cx="0" cy="576262"/>
          </a:xfrm>
          <a:prstGeom prst="straightConnector1">
            <a:avLst/>
          </a:prstGeom>
          <a:ln>
            <a:tailEnd type="arrow"/>
          </a:ln>
        </p:spPr>
        <p:style>
          <a:lnRef idx="3">
            <a:schemeClr val="accent3"/>
          </a:lnRef>
          <a:fillRef idx="0">
            <a:schemeClr val="accent3"/>
          </a:fillRef>
          <a:effectRef idx="2">
            <a:schemeClr val="accent3"/>
          </a:effectRef>
          <a:fontRef idx="minor">
            <a:schemeClr val="tx1"/>
          </a:fontRef>
        </p:style>
      </p:cxnSp>
      <p:grpSp>
        <p:nvGrpSpPr>
          <p:cNvPr id="18" name="Group 17">
            <a:extLst>
              <a:ext uri="{FF2B5EF4-FFF2-40B4-BE49-F238E27FC236}">
                <a16:creationId xmlns:a16="http://schemas.microsoft.com/office/drawing/2014/main" id="{A435737B-7810-4D8C-AE6C-C86E32B8BBA7}"/>
              </a:ext>
            </a:extLst>
          </p:cNvPr>
          <p:cNvGrpSpPr>
            <a:grpSpLocks/>
          </p:cNvGrpSpPr>
          <p:nvPr/>
        </p:nvGrpSpPr>
        <p:grpSpPr bwMode="auto">
          <a:xfrm>
            <a:off x="5480649" y="3538268"/>
            <a:ext cx="2438400" cy="342900"/>
            <a:chOff x="5638800" y="2438400"/>
            <a:chExt cx="3124200" cy="838200"/>
          </a:xfrm>
        </p:grpSpPr>
        <p:sp>
          <p:nvSpPr>
            <p:cNvPr id="8" name="Rectangle 7">
              <a:extLst>
                <a:ext uri="{FF2B5EF4-FFF2-40B4-BE49-F238E27FC236}">
                  <a16:creationId xmlns:a16="http://schemas.microsoft.com/office/drawing/2014/main" id="{8D562789-32D6-4BA2-9BB5-5F64A995A5BD}"/>
                </a:ext>
              </a:extLst>
            </p:cNvPr>
            <p:cNvSpPr/>
            <p:nvPr/>
          </p:nvSpPr>
          <p:spPr>
            <a:xfrm>
              <a:off x="6629351" y="2438400"/>
              <a:ext cx="2133649" cy="838200"/>
            </a:xfrm>
            <a:prstGeom prst="rect">
              <a:avLst/>
            </a:prstGeom>
          </p:spPr>
          <p:style>
            <a:lnRef idx="2">
              <a:schemeClr val="accent5"/>
            </a:lnRef>
            <a:fillRef idx="1">
              <a:schemeClr val="lt1"/>
            </a:fillRef>
            <a:effectRef idx="0">
              <a:schemeClr val="accent5"/>
            </a:effectRef>
            <a:fontRef idx="minor">
              <a:schemeClr val="dk1"/>
            </a:fontRef>
          </p:style>
          <p:txBody>
            <a:bodyPr anchor="ctr"/>
            <a:lstStyle/>
            <a:p>
              <a:pPr algn="ctr">
                <a:defRPr/>
              </a:pPr>
              <a:r>
                <a:rPr lang="en-US" sz="2000">
                  <a:latin typeface="Times New Roman" pitchFamily="18" charset="0"/>
                  <a:cs typeface="Times New Roman" pitchFamily="18" charset="0"/>
                </a:rPr>
                <a:t>Parent Class</a:t>
              </a:r>
            </a:p>
          </p:txBody>
        </p:sp>
        <p:cxnSp>
          <p:nvCxnSpPr>
            <p:cNvPr id="13" name="Straight Arrow Connector 12">
              <a:extLst>
                <a:ext uri="{FF2B5EF4-FFF2-40B4-BE49-F238E27FC236}">
                  <a16:creationId xmlns:a16="http://schemas.microsoft.com/office/drawing/2014/main" id="{F6EBE61F-44AC-4EE8-846D-BEEF5A2CDDAD}"/>
                </a:ext>
              </a:extLst>
            </p:cNvPr>
            <p:cNvCxnSpPr>
              <a:stCxn id="8" idx="1"/>
            </p:cNvCxnSpPr>
            <p:nvPr/>
          </p:nvCxnSpPr>
          <p:spPr>
            <a:xfrm flipH="1">
              <a:off x="5638800" y="2857500"/>
              <a:ext cx="990551" cy="0"/>
            </a:xfrm>
            <a:prstGeom prst="straightConnector1">
              <a:avLst/>
            </a:prstGeom>
            <a:ln>
              <a:tailEnd type="arrow"/>
            </a:ln>
          </p:spPr>
          <p:style>
            <a:lnRef idx="1">
              <a:schemeClr val="accent5"/>
            </a:lnRef>
            <a:fillRef idx="0">
              <a:schemeClr val="accent5"/>
            </a:fillRef>
            <a:effectRef idx="0">
              <a:schemeClr val="accent5"/>
            </a:effectRef>
            <a:fontRef idx="minor">
              <a:schemeClr val="tx1"/>
            </a:fontRef>
          </p:style>
        </p:cxnSp>
      </p:grpSp>
      <p:grpSp>
        <p:nvGrpSpPr>
          <p:cNvPr id="19" name="Group 18">
            <a:extLst>
              <a:ext uri="{FF2B5EF4-FFF2-40B4-BE49-F238E27FC236}">
                <a16:creationId xmlns:a16="http://schemas.microsoft.com/office/drawing/2014/main" id="{DB4F07BD-A1AE-41F7-B31D-4F2BE573B278}"/>
              </a:ext>
            </a:extLst>
          </p:cNvPr>
          <p:cNvGrpSpPr>
            <a:grpSpLocks/>
          </p:cNvGrpSpPr>
          <p:nvPr/>
        </p:nvGrpSpPr>
        <p:grpSpPr bwMode="auto">
          <a:xfrm>
            <a:off x="5427453" y="4676236"/>
            <a:ext cx="2438400" cy="342900"/>
            <a:chOff x="5638800" y="4800600"/>
            <a:chExt cx="3124200" cy="838200"/>
          </a:xfrm>
        </p:grpSpPr>
        <p:sp>
          <p:nvSpPr>
            <p:cNvPr id="9" name="Rectangle 8">
              <a:extLst>
                <a:ext uri="{FF2B5EF4-FFF2-40B4-BE49-F238E27FC236}">
                  <a16:creationId xmlns:a16="http://schemas.microsoft.com/office/drawing/2014/main" id="{82FA3DDB-C9C2-4863-AFD0-35D921313F02}"/>
                </a:ext>
              </a:extLst>
            </p:cNvPr>
            <p:cNvSpPr/>
            <p:nvPr/>
          </p:nvSpPr>
          <p:spPr>
            <a:xfrm>
              <a:off x="6629351" y="4800600"/>
              <a:ext cx="2133649" cy="838200"/>
            </a:xfrm>
            <a:prstGeom prst="rect">
              <a:avLst/>
            </a:prstGeom>
          </p:spPr>
          <p:style>
            <a:lnRef idx="2">
              <a:schemeClr val="accent5"/>
            </a:lnRef>
            <a:fillRef idx="1">
              <a:schemeClr val="lt1"/>
            </a:fillRef>
            <a:effectRef idx="0">
              <a:schemeClr val="accent5"/>
            </a:effectRef>
            <a:fontRef idx="minor">
              <a:schemeClr val="dk1"/>
            </a:fontRef>
          </p:style>
          <p:txBody>
            <a:bodyPr anchor="ctr"/>
            <a:lstStyle/>
            <a:p>
              <a:pPr algn="ctr">
                <a:defRPr/>
              </a:pPr>
              <a:r>
                <a:rPr lang="en-US" sz="2000">
                  <a:latin typeface="Times New Roman" pitchFamily="18" charset="0"/>
                  <a:cs typeface="Times New Roman" pitchFamily="18" charset="0"/>
                </a:rPr>
                <a:t>Child Class</a:t>
              </a:r>
            </a:p>
          </p:txBody>
        </p:sp>
        <p:cxnSp>
          <p:nvCxnSpPr>
            <p:cNvPr id="14" name="Straight Arrow Connector 13">
              <a:extLst>
                <a:ext uri="{FF2B5EF4-FFF2-40B4-BE49-F238E27FC236}">
                  <a16:creationId xmlns:a16="http://schemas.microsoft.com/office/drawing/2014/main" id="{78FC53C3-C27F-4704-9EC6-27A592F45841}"/>
                </a:ext>
              </a:extLst>
            </p:cNvPr>
            <p:cNvCxnSpPr/>
            <p:nvPr/>
          </p:nvCxnSpPr>
          <p:spPr>
            <a:xfrm flipH="1">
              <a:off x="5638800" y="5180894"/>
              <a:ext cx="990551" cy="0"/>
            </a:xfrm>
            <a:prstGeom prst="straightConnector1">
              <a:avLst/>
            </a:prstGeom>
            <a:ln>
              <a:tailEnd type="arrow"/>
            </a:ln>
          </p:spPr>
          <p:style>
            <a:lnRef idx="1">
              <a:schemeClr val="accent5"/>
            </a:lnRef>
            <a:fillRef idx="0">
              <a:schemeClr val="accent5"/>
            </a:fillRef>
            <a:effectRef idx="0">
              <a:schemeClr val="accent5"/>
            </a:effectRef>
            <a:fontRef idx="minor">
              <a:schemeClr val="tx1"/>
            </a:fontRef>
          </p:style>
        </p:cxnSp>
      </p:grpSp>
      <p:sp>
        <p:nvSpPr>
          <p:cNvPr id="15" name="Rectangle 14">
            <a:extLst>
              <a:ext uri="{FF2B5EF4-FFF2-40B4-BE49-F238E27FC236}">
                <a16:creationId xmlns:a16="http://schemas.microsoft.com/office/drawing/2014/main" id="{48B94630-1ED2-4518-87E4-649407792C0F}"/>
              </a:ext>
            </a:extLst>
          </p:cNvPr>
          <p:cNvSpPr/>
          <p:nvPr/>
        </p:nvSpPr>
        <p:spPr>
          <a:xfrm>
            <a:off x="3581400" y="2286000"/>
            <a:ext cx="1776413" cy="560388"/>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r>
              <a:rPr lang="en-US" sz="2400">
                <a:latin typeface="Times New Roman" pitchFamily="18" charset="0"/>
                <a:cs typeface="Times New Roman" pitchFamily="18" charset="0"/>
              </a:rPr>
              <a:t>object</a:t>
            </a:r>
          </a:p>
        </p:txBody>
      </p:sp>
      <p:cxnSp>
        <p:nvCxnSpPr>
          <p:cNvPr id="16" name="Straight Arrow Connector 15">
            <a:extLst>
              <a:ext uri="{FF2B5EF4-FFF2-40B4-BE49-F238E27FC236}">
                <a16:creationId xmlns:a16="http://schemas.microsoft.com/office/drawing/2014/main" id="{60BF2ACC-DE13-4694-AE12-28D16FAF15B8}"/>
              </a:ext>
            </a:extLst>
          </p:cNvPr>
          <p:cNvCxnSpPr/>
          <p:nvPr/>
        </p:nvCxnSpPr>
        <p:spPr>
          <a:xfrm>
            <a:off x="4452938" y="2849563"/>
            <a:ext cx="0" cy="576262"/>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sp>
        <p:nvSpPr>
          <p:cNvPr id="17" name="Title 1">
            <a:extLst>
              <a:ext uri="{FF2B5EF4-FFF2-40B4-BE49-F238E27FC236}">
                <a16:creationId xmlns:a16="http://schemas.microsoft.com/office/drawing/2014/main" id="{349DDEA0-9EEA-4A3B-BE7D-81489F7589A2}"/>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US" sz="3200" b="1">
                <a:latin typeface="Times New Roman" pitchFamily="18" charset="0"/>
                <a:cs typeface="Times New Roman" pitchFamily="18" charset="0"/>
              </a:rPr>
              <a:t>Single Inheritance(CO2)</a:t>
            </a:r>
          </a:p>
        </p:txBody>
      </p:sp>
      <p:sp>
        <p:nvSpPr>
          <p:cNvPr id="6" name="Date Placeholder 5">
            <a:extLst>
              <a:ext uri="{FF2B5EF4-FFF2-40B4-BE49-F238E27FC236}">
                <a16:creationId xmlns:a16="http://schemas.microsoft.com/office/drawing/2014/main" id="{E18F97D7-CC6A-4A0B-AE18-ABF4B3C22267}"/>
              </a:ext>
            </a:extLst>
          </p:cNvPr>
          <p:cNvSpPr>
            <a:spLocks noGrp="1"/>
          </p:cNvSpPr>
          <p:nvPr>
            <p:ph type="dt" sz="quarter" idx="10"/>
          </p:nvPr>
        </p:nvSpPr>
        <p:spPr/>
        <p:txBody>
          <a:bodyPr/>
          <a:lstStyle/>
          <a:p>
            <a:pPr>
              <a:defRPr/>
            </a:pPr>
            <a:fld id="{C514E1D5-2602-40C4-BA96-4FBDE591F06D}" type="datetime1">
              <a:rPr lang="en-US" smtClean="0"/>
              <a:pPr>
                <a:defRPr/>
              </a:pPr>
              <a:t>5/17/2022</a:t>
            </a:fld>
            <a:endParaRPr lang="en-US"/>
          </a:p>
        </p:txBody>
      </p:sp>
      <p:sp>
        <p:nvSpPr>
          <p:cNvPr id="10" name="Footer Placeholder 9">
            <a:extLst>
              <a:ext uri="{FF2B5EF4-FFF2-40B4-BE49-F238E27FC236}">
                <a16:creationId xmlns:a16="http://schemas.microsoft.com/office/drawing/2014/main" id="{58E42BEC-286B-4F2F-A66B-03A5D9901291}"/>
              </a:ext>
            </a:extLst>
          </p:cNvPr>
          <p:cNvSpPr>
            <a:spLocks noGrp="1"/>
          </p:cNvSpPr>
          <p:nvPr>
            <p:ph type="ftr" sz="quarter" idx="11"/>
          </p:nvPr>
        </p:nvSpPr>
        <p:spPr>
          <a:xfrm>
            <a:off x="3352800" y="6356350"/>
            <a:ext cx="6172200" cy="365125"/>
          </a:xfrm>
        </p:spPr>
        <p:txBody>
          <a:bodyPr/>
          <a:lstStyle/>
          <a:p>
            <a:pPr>
              <a:defRPr/>
            </a:pPr>
            <a:r>
              <a:rPr lang="en-US"/>
              <a:t>(Programming in Advanced Python)                                 Unit No:2</a:t>
            </a:r>
          </a:p>
        </p:txBody>
      </p:sp>
      <p:sp>
        <p:nvSpPr>
          <p:cNvPr id="22542" name="Slide Number Placeholder 10">
            <a:extLst>
              <a:ext uri="{FF2B5EF4-FFF2-40B4-BE49-F238E27FC236}">
                <a16:creationId xmlns:a16="http://schemas.microsoft.com/office/drawing/2014/main" id="{2237B190-BD42-4D69-B24E-176E63DCCA27}"/>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56AB4810-99D8-4AE9-B550-482BF6A0FAA8}" type="slidenum">
              <a:rPr lang="en-US" altLang="en-US" sz="1200" dirty="0">
                <a:solidFill>
                  <a:srgbClr val="898989"/>
                </a:solidFill>
              </a:rPr>
              <a:pPr>
                <a:spcBef>
                  <a:spcPct val="0"/>
                </a:spcBef>
                <a:buFontTx/>
                <a:buNone/>
              </a:pPr>
              <a:t>17</a:t>
            </a:fld>
            <a:endParaRPr lang="en-US" altLang="en-US" sz="1200">
              <a:solidFill>
                <a:srgbClr val="898989"/>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500"/>
                                        <p:tgtEl>
                                          <p:spTgt spid="1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down)">
                                      <p:cBhvr>
                                        <p:cTn id="22" dur="500"/>
                                        <p:tgtEl>
                                          <p:spTgt spid="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fade">
                                      <p:cBhvr>
                                        <p:cTn id="27" dur="500"/>
                                        <p:tgtEl>
                                          <p:spTgt spid="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0" presetClass="entr" presetSubtype="0" fill="hold" nodeType="click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fade">
                                      <p:cBhvr>
                                        <p:cTn id="32" dur="500"/>
                                        <p:tgtEl>
                                          <p:spTgt spid="19"/>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500"/>
                                        <p:tgtEl>
                                          <p:spTgt spid="15"/>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4" fill="hold" nodeType="click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wipe(down)">
                                      <p:cBhvr>
                                        <p:cTn id="4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P spid="5" grpId="0" animBg="1"/>
      <p:bldP spid="15"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27A983A-4611-4A88-9619-7CAAFC7B0E19}"/>
              </a:ext>
            </a:extLst>
          </p:cNvPr>
          <p:cNvSpPr>
            <a:spLocks noGrp="1"/>
          </p:cNvSpPr>
          <p:nvPr>
            <p:ph idx="1"/>
          </p:nvPr>
        </p:nvSpPr>
        <p:spPr>
          <a:xfrm>
            <a:off x="1600200" y="1143000"/>
            <a:ext cx="9677400" cy="5213350"/>
          </a:xfrm>
        </p:spPr>
        <p:txBody>
          <a:bodyPr/>
          <a:lstStyle/>
          <a:p>
            <a:pPr marL="0" indent="0">
              <a:buFont typeface="Arial" panose="020B0604020202020204" pitchFamily="34" charset="0"/>
              <a:buNone/>
            </a:pPr>
            <a:r>
              <a:rPr lang="en-US" altLang="en-US" sz="2400" b="1">
                <a:latin typeface="Times New Roman"/>
                <a:cs typeface="Times New Roman"/>
              </a:rPr>
              <a:t>Syntax:-</a:t>
            </a:r>
          </a:p>
          <a:p>
            <a:pPr marL="0" indent="0">
              <a:buNone/>
            </a:pPr>
            <a:r>
              <a:rPr lang="en-US" altLang="en-US" sz="2400">
                <a:latin typeface="Times New Roman"/>
                <a:cs typeface="Times New Roman"/>
              </a:rPr>
              <a:t>class ParentClassName(object): </a:t>
            </a:r>
            <a:endParaRPr lang="en-US" altLang="en-US" sz="2400">
              <a:latin typeface="Times New Roman" panose="02020603050405020304" pitchFamily="18" charset="0"/>
              <a:cs typeface="Times New Roman" panose="02020603050405020304" pitchFamily="18" charset="0"/>
            </a:endParaRPr>
          </a:p>
          <a:p>
            <a:pPr marL="0" indent="0">
              <a:buNone/>
            </a:pPr>
            <a:r>
              <a:rPr lang="en-US" altLang="en-US" sz="2400">
                <a:latin typeface="Times New Roman"/>
                <a:cs typeface="Times New Roman"/>
              </a:rPr>
              <a:t>         members of Parent Class </a:t>
            </a:r>
            <a:endParaRPr lang="en-US" altLang="en-US" sz="240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endParaRPr lang="en-US" altLang="en-US" sz="240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en-US" sz="2400">
                <a:latin typeface="Times New Roman"/>
                <a:cs typeface="Times New Roman"/>
              </a:rPr>
              <a:t>class </a:t>
            </a:r>
            <a:r>
              <a:rPr lang="en-US" altLang="en-US" sz="2400" err="1">
                <a:latin typeface="Times New Roman"/>
                <a:cs typeface="Times New Roman"/>
              </a:rPr>
              <a:t>ChildClassName</a:t>
            </a:r>
            <a:r>
              <a:rPr lang="en-US" altLang="en-US" sz="2400">
                <a:latin typeface="Times New Roman"/>
                <a:cs typeface="Times New Roman"/>
              </a:rPr>
              <a:t>(</a:t>
            </a:r>
            <a:r>
              <a:rPr lang="en-US" altLang="en-US" sz="2400" err="1">
                <a:latin typeface="Times New Roman"/>
                <a:cs typeface="Times New Roman"/>
              </a:rPr>
              <a:t>ParentClassName</a:t>
            </a:r>
            <a:r>
              <a:rPr lang="en-US" altLang="en-US" sz="2400">
                <a:latin typeface="Times New Roman"/>
                <a:cs typeface="Times New Roman"/>
              </a:rPr>
              <a:t>):</a:t>
            </a:r>
          </a:p>
          <a:p>
            <a:pPr marL="0" indent="0">
              <a:buNone/>
            </a:pPr>
            <a:r>
              <a:rPr lang="en-US" altLang="en-US" sz="2400">
                <a:latin typeface="Times New Roman"/>
                <a:cs typeface="Times New Roman"/>
              </a:rPr>
              <a:t>         members of Child Class</a:t>
            </a:r>
            <a:endParaRPr lang="en-US" altLang="en-US" sz="1800">
              <a:latin typeface="Times New Roman"/>
              <a:cs typeface="Times New Roman"/>
            </a:endParaRPr>
          </a:p>
          <a:p>
            <a:pPr marL="0" indent="0">
              <a:buFont typeface="Arial" panose="020B0604020202020204" pitchFamily="34" charset="0"/>
              <a:buNone/>
            </a:pPr>
            <a:r>
              <a:rPr lang="en-US" altLang="en-US" sz="2400">
                <a:latin typeface="Times New Roman"/>
                <a:cs typeface="Times New Roman"/>
              </a:rPr>
              <a:t>Example:-</a:t>
            </a:r>
          </a:p>
          <a:p>
            <a:pPr marL="0" indent="0">
              <a:buNone/>
            </a:pPr>
            <a:r>
              <a:rPr lang="en-US" altLang="en-US" sz="2400">
                <a:latin typeface="Times New Roman"/>
                <a:cs typeface="Times New Roman"/>
              </a:rPr>
              <a:t>class Father: </a:t>
            </a:r>
            <a:endParaRPr lang="en-US" altLang="en-US" sz="2400">
              <a:latin typeface="Times New Roman" panose="02020603050405020304" pitchFamily="18" charset="0"/>
              <a:cs typeface="Times New Roman" panose="02020603050405020304" pitchFamily="18" charset="0"/>
            </a:endParaRPr>
          </a:p>
          <a:p>
            <a:pPr marL="0" indent="0">
              <a:buNone/>
            </a:pPr>
            <a:r>
              <a:rPr lang="en-US" altLang="en-US" sz="2400">
                <a:latin typeface="Times New Roman"/>
                <a:cs typeface="Times New Roman"/>
              </a:rPr>
              <a:t>         members of class Father </a:t>
            </a:r>
            <a:endParaRPr lang="en-US" altLang="en-US" sz="240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endParaRPr lang="en-US" altLang="en-US" sz="240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en-US" sz="2400">
                <a:latin typeface="Times New Roman"/>
                <a:cs typeface="Times New Roman"/>
              </a:rPr>
              <a:t>class Son (Father):</a:t>
            </a:r>
          </a:p>
          <a:p>
            <a:pPr marL="0" indent="0">
              <a:buNone/>
            </a:pPr>
            <a:r>
              <a:rPr lang="en-US" altLang="en-US" sz="2400">
                <a:latin typeface="Times New Roman"/>
                <a:cs typeface="Times New Roman"/>
              </a:rPr>
              <a:t>        members of class Son </a:t>
            </a:r>
            <a:endParaRPr lang="en-US" altLang="en-US" sz="2400">
              <a:latin typeface="Times New Roman" panose="02020603050405020304" pitchFamily="18" charset="0"/>
              <a:cs typeface="Times New Roman" panose="02020603050405020304" pitchFamily="18" charset="0"/>
            </a:endParaRPr>
          </a:p>
        </p:txBody>
      </p:sp>
      <p:grpSp>
        <p:nvGrpSpPr>
          <p:cNvPr id="4" name="Group 3">
            <a:extLst>
              <a:ext uri="{FF2B5EF4-FFF2-40B4-BE49-F238E27FC236}">
                <a16:creationId xmlns:a16="http://schemas.microsoft.com/office/drawing/2014/main" id="{176DF4D2-0483-42CD-A9E3-08125A94ABBB}"/>
              </a:ext>
            </a:extLst>
          </p:cNvPr>
          <p:cNvGrpSpPr>
            <a:grpSpLocks/>
          </p:cNvGrpSpPr>
          <p:nvPr/>
        </p:nvGrpSpPr>
        <p:grpSpPr bwMode="auto">
          <a:xfrm>
            <a:off x="5589677" y="4546271"/>
            <a:ext cx="1981200" cy="660400"/>
            <a:chOff x="5943600" y="1143000"/>
            <a:chExt cx="2438400" cy="1295400"/>
          </a:xfrm>
        </p:grpSpPr>
        <p:sp>
          <p:nvSpPr>
            <p:cNvPr id="5" name="Right Brace 4">
              <a:extLst>
                <a:ext uri="{FF2B5EF4-FFF2-40B4-BE49-F238E27FC236}">
                  <a16:creationId xmlns:a16="http://schemas.microsoft.com/office/drawing/2014/main" id="{461E933F-0DE0-4CE3-9F49-2D5A4A1A7BD0}"/>
                </a:ext>
              </a:extLst>
            </p:cNvPr>
            <p:cNvSpPr/>
            <p:nvPr/>
          </p:nvSpPr>
          <p:spPr>
            <a:xfrm>
              <a:off x="5943600" y="1143000"/>
              <a:ext cx="381001" cy="1295400"/>
            </a:xfrm>
            <a:prstGeom prst="rightBrace">
              <a:avLst/>
            </a:prstGeom>
          </p:spPr>
          <p:style>
            <a:lnRef idx="2">
              <a:schemeClr val="accent3"/>
            </a:lnRef>
            <a:fillRef idx="0">
              <a:schemeClr val="accent3"/>
            </a:fillRef>
            <a:effectRef idx="1">
              <a:schemeClr val="accent3"/>
            </a:effectRef>
            <a:fontRef idx="minor">
              <a:schemeClr val="tx1"/>
            </a:fontRef>
          </p:style>
          <p:txBody>
            <a:bodyPr anchor="ctr"/>
            <a:lstStyle/>
            <a:p>
              <a:pPr algn="ctr">
                <a:defRPr/>
              </a:pPr>
              <a:endParaRPr lang="en-US">
                <a:latin typeface="Times New Roman" panose="02020603050405020304" pitchFamily="18" charset="0"/>
                <a:cs typeface="Times New Roman" panose="02020603050405020304" pitchFamily="18" charset="0"/>
              </a:endParaRPr>
            </a:p>
          </p:txBody>
        </p:sp>
        <p:sp>
          <p:nvSpPr>
            <p:cNvPr id="6" name="Rectangle 5">
              <a:extLst>
                <a:ext uri="{FF2B5EF4-FFF2-40B4-BE49-F238E27FC236}">
                  <a16:creationId xmlns:a16="http://schemas.microsoft.com/office/drawing/2014/main" id="{29423252-79A5-4597-9FD9-EAD1782DD3AD}"/>
                </a:ext>
              </a:extLst>
            </p:cNvPr>
            <p:cNvSpPr/>
            <p:nvPr/>
          </p:nvSpPr>
          <p:spPr>
            <a:xfrm>
              <a:off x="6324601" y="1367204"/>
              <a:ext cx="2057399" cy="691295"/>
            </a:xfrm>
            <a:prstGeom prst="rect">
              <a:avLst/>
            </a:prstGeom>
          </p:spPr>
          <p:style>
            <a:lnRef idx="1">
              <a:schemeClr val="accent3"/>
            </a:lnRef>
            <a:fillRef idx="2">
              <a:schemeClr val="accent3"/>
            </a:fillRef>
            <a:effectRef idx="1">
              <a:schemeClr val="accent3"/>
            </a:effectRef>
            <a:fontRef idx="minor">
              <a:schemeClr val="dk1"/>
            </a:fontRef>
          </p:style>
          <p:txBody>
            <a:bodyPr anchor="ctr"/>
            <a:lstStyle/>
            <a:p>
              <a:pPr algn="ctr">
                <a:defRPr/>
              </a:pPr>
              <a:r>
                <a:rPr lang="en-US" sz="2000">
                  <a:latin typeface="Times New Roman" panose="02020603050405020304" pitchFamily="18" charset="0"/>
                  <a:cs typeface="Times New Roman" pitchFamily="18" charset="0"/>
                </a:rPr>
                <a:t>Parent Class</a:t>
              </a:r>
            </a:p>
          </p:txBody>
        </p:sp>
      </p:grpSp>
      <p:grpSp>
        <p:nvGrpSpPr>
          <p:cNvPr id="7" name="Group 6">
            <a:extLst>
              <a:ext uri="{FF2B5EF4-FFF2-40B4-BE49-F238E27FC236}">
                <a16:creationId xmlns:a16="http://schemas.microsoft.com/office/drawing/2014/main" id="{00DBE4C5-EB29-499C-8EA6-6737BF94DE4F}"/>
              </a:ext>
            </a:extLst>
          </p:cNvPr>
          <p:cNvGrpSpPr>
            <a:grpSpLocks/>
          </p:cNvGrpSpPr>
          <p:nvPr/>
        </p:nvGrpSpPr>
        <p:grpSpPr bwMode="auto">
          <a:xfrm>
            <a:off x="5153115" y="5760079"/>
            <a:ext cx="2055812" cy="666750"/>
            <a:chOff x="5943600" y="2971800"/>
            <a:chExt cx="2438400" cy="1295400"/>
          </a:xfrm>
        </p:grpSpPr>
        <p:sp>
          <p:nvSpPr>
            <p:cNvPr id="8" name="Right Brace 7">
              <a:extLst>
                <a:ext uri="{FF2B5EF4-FFF2-40B4-BE49-F238E27FC236}">
                  <a16:creationId xmlns:a16="http://schemas.microsoft.com/office/drawing/2014/main" id="{92276B60-D52B-4D84-9AF5-10A7E4C07CF8}"/>
                </a:ext>
              </a:extLst>
            </p:cNvPr>
            <p:cNvSpPr/>
            <p:nvPr/>
          </p:nvSpPr>
          <p:spPr>
            <a:xfrm>
              <a:off x="5943600" y="2971800"/>
              <a:ext cx="380353" cy="1295400"/>
            </a:xfrm>
            <a:prstGeom prst="rightBrace">
              <a:avLst/>
            </a:prstGeom>
          </p:spPr>
          <p:style>
            <a:lnRef idx="2">
              <a:schemeClr val="accent4"/>
            </a:lnRef>
            <a:fillRef idx="0">
              <a:schemeClr val="accent4"/>
            </a:fillRef>
            <a:effectRef idx="1">
              <a:schemeClr val="accent4"/>
            </a:effectRef>
            <a:fontRef idx="minor">
              <a:schemeClr val="tx1"/>
            </a:fontRef>
          </p:style>
          <p:txBody>
            <a:bodyPr anchor="ctr"/>
            <a:lstStyle/>
            <a:p>
              <a:pPr algn="ctr">
                <a:defRPr/>
              </a:pPr>
              <a:endParaRPr lang="en-US"/>
            </a:p>
          </p:txBody>
        </p:sp>
        <p:sp>
          <p:nvSpPr>
            <p:cNvPr id="9" name="Rectangle 8">
              <a:extLst>
                <a:ext uri="{FF2B5EF4-FFF2-40B4-BE49-F238E27FC236}">
                  <a16:creationId xmlns:a16="http://schemas.microsoft.com/office/drawing/2014/main" id="{9AA8CA9B-6A55-4291-A189-02E5A1017669}"/>
                </a:ext>
              </a:extLst>
            </p:cNvPr>
            <p:cNvSpPr/>
            <p:nvPr/>
          </p:nvSpPr>
          <p:spPr>
            <a:xfrm>
              <a:off x="6323953" y="3277143"/>
              <a:ext cx="2058047" cy="607605"/>
            </a:xfrm>
            <a:prstGeom prst="rect">
              <a:avLst/>
            </a:prstGeom>
          </p:spPr>
          <p:style>
            <a:lnRef idx="1">
              <a:schemeClr val="accent4"/>
            </a:lnRef>
            <a:fillRef idx="2">
              <a:schemeClr val="accent4"/>
            </a:fillRef>
            <a:effectRef idx="1">
              <a:schemeClr val="accent4"/>
            </a:effectRef>
            <a:fontRef idx="minor">
              <a:schemeClr val="dk1"/>
            </a:fontRef>
          </p:style>
          <p:txBody>
            <a:bodyPr anchor="ctr"/>
            <a:lstStyle/>
            <a:p>
              <a:pPr algn="ctr">
                <a:defRPr/>
              </a:pPr>
              <a:r>
                <a:rPr lang="en-US" sz="2000">
                  <a:latin typeface="Times New Roman" pitchFamily="18" charset="0"/>
                  <a:cs typeface="Times New Roman" pitchFamily="18" charset="0"/>
                </a:rPr>
                <a:t>Child Class</a:t>
              </a:r>
            </a:p>
          </p:txBody>
        </p:sp>
      </p:grpSp>
      <p:sp>
        <p:nvSpPr>
          <p:cNvPr id="12" name="Rectangle 11">
            <a:extLst>
              <a:ext uri="{FF2B5EF4-FFF2-40B4-BE49-F238E27FC236}">
                <a16:creationId xmlns:a16="http://schemas.microsoft.com/office/drawing/2014/main" id="{C757DA98-2A5C-4CDA-8FA5-EBE9A01B634E}"/>
              </a:ext>
            </a:extLst>
          </p:cNvPr>
          <p:cNvSpPr/>
          <p:nvPr/>
        </p:nvSpPr>
        <p:spPr>
          <a:xfrm>
            <a:off x="8001000" y="3581400"/>
            <a:ext cx="1776413" cy="560388"/>
          </a:xfrm>
          <a:prstGeom prst="rect">
            <a:avLst/>
          </a:prstGeom>
        </p:spPr>
        <p:style>
          <a:lnRef idx="1">
            <a:schemeClr val="accent3"/>
          </a:lnRef>
          <a:fillRef idx="2">
            <a:schemeClr val="accent3"/>
          </a:fillRef>
          <a:effectRef idx="1">
            <a:schemeClr val="accent3"/>
          </a:effectRef>
          <a:fontRef idx="minor">
            <a:schemeClr val="dk1"/>
          </a:fontRef>
        </p:style>
        <p:txBody>
          <a:bodyPr anchor="ctr"/>
          <a:lstStyle/>
          <a:p>
            <a:pPr algn="ctr">
              <a:defRPr/>
            </a:pPr>
            <a:r>
              <a:rPr lang="en-US" sz="2400">
                <a:latin typeface="Times New Roman" pitchFamily="18" charset="0"/>
                <a:cs typeface="Times New Roman" pitchFamily="18" charset="0"/>
              </a:rPr>
              <a:t>Father</a:t>
            </a:r>
          </a:p>
        </p:txBody>
      </p:sp>
      <p:sp>
        <p:nvSpPr>
          <p:cNvPr id="13" name="Rectangle 12">
            <a:extLst>
              <a:ext uri="{FF2B5EF4-FFF2-40B4-BE49-F238E27FC236}">
                <a16:creationId xmlns:a16="http://schemas.microsoft.com/office/drawing/2014/main" id="{19B17319-13B4-4A55-B777-834741EF9577}"/>
              </a:ext>
            </a:extLst>
          </p:cNvPr>
          <p:cNvSpPr/>
          <p:nvPr/>
        </p:nvSpPr>
        <p:spPr>
          <a:xfrm>
            <a:off x="8001000" y="4724400"/>
            <a:ext cx="1776413" cy="560388"/>
          </a:xfrm>
          <a:prstGeom prst="rect">
            <a:avLst/>
          </a:prstGeom>
        </p:spPr>
        <p:style>
          <a:lnRef idx="1">
            <a:schemeClr val="accent4"/>
          </a:lnRef>
          <a:fillRef idx="2">
            <a:schemeClr val="accent4"/>
          </a:fillRef>
          <a:effectRef idx="1">
            <a:schemeClr val="accent4"/>
          </a:effectRef>
          <a:fontRef idx="minor">
            <a:schemeClr val="dk1"/>
          </a:fontRef>
        </p:style>
        <p:txBody>
          <a:bodyPr anchor="ctr"/>
          <a:lstStyle/>
          <a:p>
            <a:pPr algn="ctr">
              <a:defRPr/>
            </a:pPr>
            <a:r>
              <a:rPr lang="en-US" sz="2400">
                <a:latin typeface="Times New Roman" pitchFamily="18" charset="0"/>
                <a:cs typeface="Times New Roman" pitchFamily="18" charset="0"/>
              </a:rPr>
              <a:t>Son</a:t>
            </a:r>
          </a:p>
        </p:txBody>
      </p:sp>
      <p:cxnSp>
        <p:nvCxnSpPr>
          <p:cNvPr id="14" name="Straight Arrow Connector 13">
            <a:extLst>
              <a:ext uri="{FF2B5EF4-FFF2-40B4-BE49-F238E27FC236}">
                <a16:creationId xmlns:a16="http://schemas.microsoft.com/office/drawing/2014/main" id="{73755EE8-0217-4D7C-9DC7-BD1E3D5AFC27}"/>
              </a:ext>
            </a:extLst>
          </p:cNvPr>
          <p:cNvCxnSpPr>
            <a:endCxn id="13" idx="0"/>
          </p:cNvCxnSpPr>
          <p:nvPr/>
        </p:nvCxnSpPr>
        <p:spPr>
          <a:xfrm>
            <a:off x="8890000" y="4148138"/>
            <a:ext cx="0" cy="576262"/>
          </a:xfrm>
          <a:prstGeom prst="straightConnector1">
            <a:avLst/>
          </a:prstGeom>
          <a:ln>
            <a:tailEnd type="arrow"/>
          </a:ln>
        </p:spPr>
        <p:style>
          <a:lnRef idx="3">
            <a:schemeClr val="accent3"/>
          </a:lnRef>
          <a:fillRef idx="0">
            <a:schemeClr val="accent3"/>
          </a:fillRef>
          <a:effectRef idx="2">
            <a:schemeClr val="accent3"/>
          </a:effectRef>
          <a:fontRef idx="minor">
            <a:schemeClr val="tx1"/>
          </a:fontRef>
        </p:style>
      </p:cxnSp>
      <p:sp>
        <p:nvSpPr>
          <p:cNvPr id="15" name="Rectangle 14">
            <a:extLst>
              <a:ext uri="{FF2B5EF4-FFF2-40B4-BE49-F238E27FC236}">
                <a16:creationId xmlns:a16="http://schemas.microsoft.com/office/drawing/2014/main" id="{7FA70C66-247F-4D0D-A93D-C0D4602C2DA8}"/>
              </a:ext>
            </a:extLst>
          </p:cNvPr>
          <p:cNvSpPr/>
          <p:nvPr/>
        </p:nvSpPr>
        <p:spPr>
          <a:xfrm>
            <a:off x="7924800" y="1295400"/>
            <a:ext cx="1776413" cy="560388"/>
          </a:xfrm>
          <a:prstGeom prst="rect">
            <a:avLst/>
          </a:prstGeom>
        </p:spPr>
        <p:style>
          <a:lnRef idx="1">
            <a:schemeClr val="accent3"/>
          </a:lnRef>
          <a:fillRef idx="2">
            <a:schemeClr val="accent3"/>
          </a:fillRef>
          <a:effectRef idx="1">
            <a:schemeClr val="accent3"/>
          </a:effectRef>
          <a:fontRef idx="minor">
            <a:schemeClr val="dk1"/>
          </a:fontRef>
        </p:style>
        <p:txBody>
          <a:bodyPr anchor="ctr"/>
          <a:lstStyle/>
          <a:p>
            <a:pPr algn="ctr">
              <a:defRPr/>
            </a:pPr>
            <a:r>
              <a:rPr lang="en-US" sz="2400">
                <a:latin typeface="Times New Roman" pitchFamily="18" charset="0"/>
                <a:cs typeface="Times New Roman" pitchFamily="18" charset="0"/>
              </a:rPr>
              <a:t>Parent Class</a:t>
            </a:r>
          </a:p>
        </p:txBody>
      </p:sp>
      <p:sp>
        <p:nvSpPr>
          <p:cNvPr id="16" name="Rectangle 15">
            <a:extLst>
              <a:ext uri="{FF2B5EF4-FFF2-40B4-BE49-F238E27FC236}">
                <a16:creationId xmlns:a16="http://schemas.microsoft.com/office/drawing/2014/main" id="{9C900B5B-1421-4B39-9C74-0990E095AEB5}"/>
              </a:ext>
            </a:extLst>
          </p:cNvPr>
          <p:cNvSpPr/>
          <p:nvPr/>
        </p:nvSpPr>
        <p:spPr>
          <a:xfrm>
            <a:off x="7924800" y="2438400"/>
            <a:ext cx="1776413" cy="560388"/>
          </a:xfrm>
          <a:prstGeom prst="rect">
            <a:avLst/>
          </a:prstGeom>
        </p:spPr>
        <p:style>
          <a:lnRef idx="1">
            <a:schemeClr val="accent4"/>
          </a:lnRef>
          <a:fillRef idx="2">
            <a:schemeClr val="accent4"/>
          </a:fillRef>
          <a:effectRef idx="1">
            <a:schemeClr val="accent4"/>
          </a:effectRef>
          <a:fontRef idx="minor">
            <a:schemeClr val="dk1"/>
          </a:fontRef>
        </p:style>
        <p:txBody>
          <a:bodyPr anchor="ctr"/>
          <a:lstStyle/>
          <a:p>
            <a:pPr algn="ctr">
              <a:defRPr/>
            </a:pPr>
            <a:r>
              <a:rPr lang="en-US" sz="2400">
                <a:latin typeface="Times New Roman" pitchFamily="18" charset="0"/>
                <a:cs typeface="Times New Roman" pitchFamily="18" charset="0"/>
              </a:rPr>
              <a:t>Child Class</a:t>
            </a:r>
          </a:p>
        </p:txBody>
      </p:sp>
      <p:cxnSp>
        <p:nvCxnSpPr>
          <p:cNvPr id="17" name="Straight Arrow Connector 16">
            <a:extLst>
              <a:ext uri="{FF2B5EF4-FFF2-40B4-BE49-F238E27FC236}">
                <a16:creationId xmlns:a16="http://schemas.microsoft.com/office/drawing/2014/main" id="{C92BB9B8-45BC-4743-88EC-AABBEDC86873}"/>
              </a:ext>
            </a:extLst>
          </p:cNvPr>
          <p:cNvCxnSpPr>
            <a:endCxn id="16" idx="0"/>
          </p:cNvCxnSpPr>
          <p:nvPr/>
        </p:nvCxnSpPr>
        <p:spPr>
          <a:xfrm>
            <a:off x="8813800" y="1862138"/>
            <a:ext cx="0" cy="576262"/>
          </a:xfrm>
          <a:prstGeom prst="straightConnector1">
            <a:avLst/>
          </a:prstGeom>
          <a:ln>
            <a:tailEnd type="arrow"/>
          </a:ln>
        </p:spPr>
        <p:style>
          <a:lnRef idx="3">
            <a:schemeClr val="accent3"/>
          </a:lnRef>
          <a:fillRef idx="0">
            <a:schemeClr val="accent3"/>
          </a:fillRef>
          <a:effectRef idx="2">
            <a:schemeClr val="accent3"/>
          </a:effectRef>
          <a:fontRef idx="minor">
            <a:schemeClr val="tx1"/>
          </a:fontRef>
        </p:style>
      </p:cxnSp>
      <p:sp>
        <p:nvSpPr>
          <p:cNvPr id="18" name="Title 1">
            <a:extLst>
              <a:ext uri="{FF2B5EF4-FFF2-40B4-BE49-F238E27FC236}">
                <a16:creationId xmlns:a16="http://schemas.microsoft.com/office/drawing/2014/main" id="{70D63631-C8C3-45B2-A9D9-2ADBE6957F08}"/>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IN" sz="3200" b="1">
                <a:latin typeface="Times New Roman" panose="02020603050405020304" pitchFamily="18" charset="0"/>
                <a:cs typeface="Times New Roman" panose="02020603050405020304" pitchFamily="18" charset="0"/>
              </a:rPr>
              <a:t>Single Inheritance Syntax</a:t>
            </a:r>
            <a:r>
              <a:rPr lang="en-US" sz="3200" b="1">
                <a:latin typeface="Times New Roman" panose="02020603050405020304" pitchFamily="18" charset="0"/>
                <a:cs typeface="Times New Roman" panose="02020603050405020304" pitchFamily="18" charset="0"/>
              </a:rPr>
              <a:t>(CO2)</a:t>
            </a:r>
          </a:p>
        </p:txBody>
      </p:sp>
      <p:sp>
        <p:nvSpPr>
          <p:cNvPr id="2" name="Date Placeholder 1">
            <a:extLst>
              <a:ext uri="{FF2B5EF4-FFF2-40B4-BE49-F238E27FC236}">
                <a16:creationId xmlns:a16="http://schemas.microsoft.com/office/drawing/2014/main" id="{B2CCDD07-1D67-4123-9F46-CCED3F11D4F1}"/>
              </a:ext>
            </a:extLst>
          </p:cNvPr>
          <p:cNvSpPr>
            <a:spLocks noGrp="1"/>
          </p:cNvSpPr>
          <p:nvPr>
            <p:ph type="dt" sz="quarter" idx="10"/>
          </p:nvPr>
        </p:nvSpPr>
        <p:spPr/>
        <p:txBody>
          <a:bodyPr/>
          <a:lstStyle/>
          <a:p>
            <a:pPr>
              <a:defRPr/>
            </a:pPr>
            <a:fld id="{0F2BEFD6-A054-4B9C-9354-25830687D994}" type="datetime1">
              <a:rPr lang="en-US" smtClean="0"/>
              <a:pPr>
                <a:defRPr/>
              </a:pPr>
              <a:t>5/17/2022</a:t>
            </a:fld>
            <a:endParaRPr lang="en-US"/>
          </a:p>
        </p:txBody>
      </p:sp>
      <p:sp>
        <p:nvSpPr>
          <p:cNvPr id="10" name="Footer Placeholder 9">
            <a:extLst>
              <a:ext uri="{FF2B5EF4-FFF2-40B4-BE49-F238E27FC236}">
                <a16:creationId xmlns:a16="http://schemas.microsoft.com/office/drawing/2014/main" id="{650EC248-5D31-46F3-BD15-EE789EDA838F}"/>
              </a:ext>
            </a:extLst>
          </p:cNvPr>
          <p:cNvSpPr>
            <a:spLocks noGrp="1"/>
          </p:cNvSpPr>
          <p:nvPr>
            <p:ph type="ftr" sz="quarter" idx="11"/>
          </p:nvPr>
        </p:nvSpPr>
        <p:spPr>
          <a:xfrm>
            <a:off x="2971800" y="6356350"/>
            <a:ext cx="6324600" cy="365125"/>
          </a:xfrm>
        </p:spPr>
        <p:txBody>
          <a:bodyPr/>
          <a:lstStyle/>
          <a:p>
            <a:pPr>
              <a:defRPr/>
            </a:pPr>
            <a:r>
              <a:rPr lang="en-US"/>
              <a:t>(Programming in Advanced Python)                                 Unit No:2</a:t>
            </a:r>
          </a:p>
        </p:txBody>
      </p:sp>
      <p:sp>
        <p:nvSpPr>
          <p:cNvPr id="23567" name="Slide Number Placeholder 10">
            <a:extLst>
              <a:ext uri="{FF2B5EF4-FFF2-40B4-BE49-F238E27FC236}">
                <a16:creationId xmlns:a16="http://schemas.microsoft.com/office/drawing/2014/main" id="{DFBAB801-7E96-4E89-8295-9DA47DE0FAEE}"/>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D039E609-1074-4A5A-B37B-555164902D4C}" type="slidenum">
              <a:rPr lang="en-US" altLang="en-US" sz="1200" dirty="0">
                <a:solidFill>
                  <a:srgbClr val="898989"/>
                </a:solidFill>
              </a:rPr>
              <a:pPr>
                <a:spcBef>
                  <a:spcPct val="0"/>
                </a:spcBef>
                <a:buFontTx/>
                <a:buNone/>
              </a:pPr>
              <a:t>18</a:t>
            </a:fld>
            <a:endParaRPr lang="en-US" altLang="en-US" sz="1200">
              <a:solidFill>
                <a:srgbClr val="898989"/>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500"/>
                                        <p:tgtEl>
                                          <p:spTgt spid="1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4" fill="hold" nodeType="click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wipe(down)">
                                      <p:cBhvr>
                                        <p:cTn id="37" dur="500"/>
                                        <p:tgtEl>
                                          <p:spTgt spid="17"/>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500"/>
                                        <p:tgtEl>
                                          <p:spTgt spid="16"/>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6" end="6"/>
                                            </p:txEl>
                                          </p:spTgt>
                                        </p:tgtEl>
                                        <p:attrNameLst>
                                          <p:attrName>style.visibility</p:attrName>
                                        </p:attrNameLst>
                                      </p:cBhvr>
                                      <p:to>
                                        <p:strVal val="visible"/>
                                      </p:to>
                                    </p:set>
                                    <p:animEffect transition="in" filter="fade">
                                      <p:cBhvr>
                                        <p:cTn id="47" dur="500"/>
                                        <p:tgtEl>
                                          <p:spTgt spid="3">
                                            <p:txEl>
                                              <p:pRg st="6" end="6"/>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7" end="7"/>
                                            </p:txEl>
                                          </p:spTgt>
                                        </p:tgtEl>
                                        <p:attrNameLst>
                                          <p:attrName>style.visibility</p:attrName>
                                        </p:attrNameLst>
                                      </p:cBhvr>
                                      <p:to>
                                        <p:strVal val="visible"/>
                                      </p:to>
                                    </p:set>
                                    <p:animEffect transition="in" filter="fade">
                                      <p:cBhvr>
                                        <p:cTn id="52" dur="500"/>
                                        <p:tgtEl>
                                          <p:spTgt spid="3">
                                            <p:txEl>
                                              <p:pRg st="7" end="7"/>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
                                            <p:txEl>
                                              <p:pRg st="8" end="8"/>
                                            </p:txEl>
                                          </p:spTgt>
                                        </p:tgtEl>
                                        <p:attrNameLst>
                                          <p:attrName>style.visibility</p:attrName>
                                        </p:attrNameLst>
                                      </p:cBhvr>
                                      <p:to>
                                        <p:strVal val="visible"/>
                                      </p:to>
                                    </p:set>
                                    <p:animEffect transition="in" filter="fade">
                                      <p:cBhvr>
                                        <p:cTn id="57" dur="500"/>
                                        <p:tgtEl>
                                          <p:spTgt spid="3">
                                            <p:txEl>
                                              <p:pRg st="8" end="8"/>
                                            </p:txEl>
                                          </p:spTgt>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3">
                                            <p:txEl>
                                              <p:pRg st="10" end="10"/>
                                            </p:txEl>
                                          </p:spTgt>
                                        </p:tgtEl>
                                        <p:attrNameLst>
                                          <p:attrName>style.visibility</p:attrName>
                                        </p:attrNameLst>
                                      </p:cBhvr>
                                      <p:to>
                                        <p:strVal val="visible"/>
                                      </p:to>
                                    </p:set>
                                    <p:animEffect transition="in" filter="fade">
                                      <p:cBhvr>
                                        <p:cTn id="62" dur="500"/>
                                        <p:tgtEl>
                                          <p:spTgt spid="3">
                                            <p:txEl>
                                              <p:pRg st="10" end="10"/>
                                            </p:txEl>
                                          </p:spTgt>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3">
                                            <p:txEl>
                                              <p:pRg st="11" end="11"/>
                                            </p:txEl>
                                          </p:spTgt>
                                        </p:tgtEl>
                                        <p:attrNameLst>
                                          <p:attrName>style.visibility</p:attrName>
                                        </p:attrNameLst>
                                      </p:cBhvr>
                                      <p:to>
                                        <p:strVal val="visible"/>
                                      </p:to>
                                    </p:set>
                                    <p:animEffect transition="in" filter="fade">
                                      <p:cBhvr>
                                        <p:cTn id="67" dur="500"/>
                                        <p:tgtEl>
                                          <p:spTgt spid="3">
                                            <p:txEl>
                                              <p:pRg st="11" end="11"/>
                                            </p:txEl>
                                          </p:spTgt>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10" presetClass="entr" presetSubtype="0" fill="hold" nodeType="clickEffect">
                                  <p:stCondLst>
                                    <p:cond delay="0"/>
                                  </p:stCondLst>
                                  <p:childTnLst>
                                    <p:set>
                                      <p:cBhvr>
                                        <p:cTn id="71" dur="1" fill="hold">
                                          <p:stCondLst>
                                            <p:cond delay="0"/>
                                          </p:stCondLst>
                                        </p:cTn>
                                        <p:tgtEl>
                                          <p:spTgt spid="4"/>
                                        </p:tgtEl>
                                        <p:attrNameLst>
                                          <p:attrName>style.visibility</p:attrName>
                                        </p:attrNameLst>
                                      </p:cBhvr>
                                      <p:to>
                                        <p:strVal val="visible"/>
                                      </p:to>
                                    </p:set>
                                    <p:animEffect transition="in" filter="fade">
                                      <p:cBhvr>
                                        <p:cTn id="72" dur="500"/>
                                        <p:tgtEl>
                                          <p:spTgt spid="4"/>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10" presetClass="entr" presetSubtype="0" fill="hold" nodeType="clickEffect">
                                  <p:stCondLst>
                                    <p:cond delay="0"/>
                                  </p:stCondLst>
                                  <p:childTnLst>
                                    <p:set>
                                      <p:cBhvr>
                                        <p:cTn id="76" dur="1" fill="hold">
                                          <p:stCondLst>
                                            <p:cond delay="0"/>
                                          </p:stCondLst>
                                        </p:cTn>
                                        <p:tgtEl>
                                          <p:spTgt spid="7"/>
                                        </p:tgtEl>
                                        <p:attrNameLst>
                                          <p:attrName>style.visibility</p:attrName>
                                        </p:attrNameLst>
                                      </p:cBhvr>
                                      <p:to>
                                        <p:strVal val="visible"/>
                                      </p:to>
                                    </p:set>
                                    <p:animEffect transition="in" filter="fade">
                                      <p:cBhvr>
                                        <p:cTn id="77" dur="500"/>
                                        <p:tgtEl>
                                          <p:spTgt spid="7"/>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12"/>
                                        </p:tgtEl>
                                        <p:attrNameLst>
                                          <p:attrName>style.visibility</p:attrName>
                                        </p:attrNameLst>
                                      </p:cBhvr>
                                      <p:to>
                                        <p:strVal val="visible"/>
                                      </p:to>
                                    </p:set>
                                    <p:animEffect transition="in" filter="fade">
                                      <p:cBhvr>
                                        <p:cTn id="82" dur="500"/>
                                        <p:tgtEl>
                                          <p:spTgt spid="12"/>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22" presetClass="entr" presetSubtype="4" fill="hold" nodeType="clickEffect">
                                  <p:stCondLst>
                                    <p:cond delay="0"/>
                                  </p:stCondLst>
                                  <p:childTnLst>
                                    <p:set>
                                      <p:cBhvr>
                                        <p:cTn id="86" dur="1" fill="hold">
                                          <p:stCondLst>
                                            <p:cond delay="0"/>
                                          </p:stCondLst>
                                        </p:cTn>
                                        <p:tgtEl>
                                          <p:spTgt spid="14"/>
                                        </p:tgtEl>
                                        <p:attrNameLst>
                                          <p:attrName>style.visibility</p:attrName>
                                        </p:attrNameLst>
                                      </p:cBhvr>
                                      <p:to>
                                        <p:strVal val="visible"/>
                                      </p:to>
                                    </p:set>
                                    <p:animEffect transition="in" filter="wipe(down)">
                                      <p:cBhvr>
                                        <p:cTn id="87" dur="500"/>
                                        <p:tgtEl>
                                          <p:spTgt spid="14"/>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13"/>
                                        </p:tgtEl>
                                        <p:attrNameLst>
                                          <p:attrName>style.visibility</p:attrName>
                                        </p:attrNameLst>
                                      </p:cBhvr>
                                      <p:to>
                                        <p:strVal val="visible"/>
                                      </p:to>
                                    </p:set>
                                    <p:animEffect transition="in" filter="fade">
                                      <p:cBhvr>
                                        <p:cTn id="9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12" grpId="0" animBg="1"/>
      <p:bldP spid="13" grpId="0" animBg="1"/>
      <p:bldP spid="15" grpId="0" animBg="1"/>
      <p:bldP spid="16"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002C051-4628-42C8-87BB-0B4577A7A025}"/>
              </a:ext>
            </a:extLst>
          </p:cNvPr>
          <p:cNvSpPr>
            <a:spLocks noGrp="1"/>
          </p:cNvSpPr>
          <p:nvPr>
            <p:ph idx="1"/>
          </p:nvPr>
        </p:nvSpPr>
        <p:spPr>
          <a:xfrm>
            <a:off x="1600200" y="1143000"/>
            <a:ext cx="10363200" cy="4003675"/>
          </a:xfrm>
        </p:spPr>
        <p:txBody>
          <a:bodyPr>
            <a:normAutofit/>
          </a:bodyPr>
          <a:lstStyle/>
          <a:p>
            <a:pPr>
              <a:defRPr/>
            </a:pPr>
            <a:r>
              <a:rPr lang="en-US" sz="2800">
                <a:latin typeface="Times New Roman" pitchFamily="18" charset="0"/>
                <a:cs typeface="Times New Roman" pitchFamily="18" charset="0"/>
              </a:rPr>
              <a:t>We can access Parent Class Variables and Methods using Child Class Object</a:t>
            </a:r>
          </a:p>
          <a:p>
            <a:pPr marL="0" indent="0">
              <a:buFont typeface="Arial" panose="020B0604020202020204" pitchFamily="34" charset="0"/>
              <a:buNone/>
              <a:defRPr/>
            </a:pPr>
            <a:endParaRPr lang="en-US" sz="2800">
              <a:latin typeface="Times New Roman" pitchFamily="18" charset="0"/>
              <a:cs typeface="Times New Roman" pitchFamily="18" charset="0"/>
            </a:endParaRPr>
          </a:p>
          <a:p>
            <a:pPr>
              <a:defRPr/>
            </a:pPr>
            <a:r>
              <a:rPr lang="en-US" sz="2800">
                <a:latin typeface="Times New Roman" pitchFamily="18" charset="0"/>
                <a:cs typeface="Times New Roman" pitchFamily="18" charset="0"/>
              </a:rPr>
              <a:t>We can also access Parent Class Variables and Methods using Parent Class Object</a:t>
            </a:r>
          </a:p>
          <a:p>
            <a:pPr marL="0" indent="0">
              <a:buFont typeface="Arial" panose="020B0604020202020204" pitchFamily="34" charset="0"/>
              <a:buNone/>
              <a:defRPr/>
            </a:pPr>
            <a:endParaRPr lang="en-US" sz="2800">
              <a:latin typeface="Times New Roman" pitchFamily="18" charset="0"/>
              <a:cs typeface="Times New Roman" pitchFamily="18" charset="0"/>
            </a:endParaRPr>
          </a:p>
          <a:p>
            <a:pPr>
              <a:defRPr/>
            </a:pPr>
            <a:r>
              <a:rPr lang="en-US" sz="2800">
                <a:latin typeface="Times New Roman" pitchFamily="18" charset="0"/>
                <a:cs typeface="Times New Roman" pitchFamily="18" charset="0"/>
              </a:rPr>
              <a:t>We can not access Child Class Variables and Methods using Parent Class Object</a:t>
            </a:r>
            <a:endParaRPr lang="en-IN" sz="2800">
              <a:latin typeface="Times New Roman" pitchFamily="18" charset="0"/>
              <a:cs typeface="Times New Roman" pitchFamily="18" charset="0"/>
            </a:endParaRPr>
          </a:p>
        </p:txBody>
      </p:sp>
      <p:sp>
        <p:nvSpPr>
          <p:cNvPr id="4" name="Title 1">
            <a:extLst>
              <a:ext uri="{FF2B5EF4-FFF2-40B4-BE49-F238E27FC236}">
                <a16:creationId xmlns:a16="http://schemas.microsoft.com/office/drawing/2014/main" id="{80950DB1-7EBD-49B4-83EE-9B8109C937C1}"/>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IN" sz="3200" b="1">
                <a:latin typeface="Times New Roman" panose="02020603050405020304" pitchFamily="18" charset="0"/>
                <a:cs typeface="Times New Roman" panose="02020603050405020304" pitchFamily="18" charset="0"/>
              </a:rPr>
              <a:t>Single Inheritance</a:t>
            </a:r>
            <a:r>
              <a:rPr lang="en-US" sz="3200" b="1">
                <a:latin typeface="Times New Roman" panose="02020603050405020304" pitchFamily="18" charset="0"/>
                <a:cs typeface="Times New Roman" panose="02020603050405020304" pitchFamily="18" charset="0"/>
              </a:rPr>
              <a:t>(CO2)</a:t>
            </a:r>
          </a:p>
        </p:txBody>
      </p:sp>
      <p:sp>
        <p:nvSpPr>
          <p:cNvPr id="6" name="Date Placeholder 5">
            <a:extLst>
              <a:ext uri="{FF2B5EF4-FFF2-40B4-BE49-F238E27FC236}">
                <a16:creationId xmlns:a16="http://schemas.microsoft.com/office/drawing/2014/main" id="{7BB4F6D6-8B0B-4C2D-A5A6-C760F5D4BA8A}"/>
              </a:ext>
            </a:extLst>
          </p:cNvPr>
          <p:cNvSpPr>
            <a:spLocks noGrp="1"/>
          </p:cNvSpPr>
          <p:nvPr>
            <p:ph type="dt" sz="quarter" idx="10"/>
          </p:nvPr>
        </p:nvSpPr>
        <p:spPr/>
        <p:txBody>
          <a:bodyPr/>
          <a:lstStyle/>
          <a:p>
            <a:pPr>
              <a:defRPr/>
            </a:pPr>
            <a:fld id="{D76972E9-C1A1-4444-A2B8-91E60CE3AA9E}" type="datetime1">
              <a:rPr lang="en-US" smtClean="0"/>
              <a:pPr>
                <a:defRPr/>
              </a:pPr>
              <a:t>5/17/2022</a:t>
            </a:fld>
            <a:endParaRPr lang="en-US"/>
          </a:p>
        </p:txBody>
      </p:sp>
      <p:sp>
        <p:nvSpPr>
          <p:cNvPr id="7" name="Footer Placeholder 6">
            <a:extLst>
              <a:ext uri="{FF2B5EF4-FFF2-40B4-BE49-F238E27FC236}">
                <a16:creationId xmlns:a16="http://schemas.microsoft.com/office/drawing/2014/main" id="{301B858B-D176-461E-B479-F7A9B4A6E57A}"/>
              </a:ext>
            </a:extLst>
          </p:cNvPr>
          <p:cNvSpPr>
            <a:spLocks noGrp="1"/>
          </p:cNvSpPr>
          <p:nvPr>
            <p:ph type="ftr" sz="quarter" idx="11"/>
          </p:nvPr>
        </p:nvSpPr>
        <p:spPr>
          <a:xfrm>
            <a:off x="3124200" y="6356350"/>
            <a:ext cx="6553200" cy="365125"/>
          </a:xfrm>
        </p:spPr>
        <p:txBody>
          <a:bodyPr/>
          <a:lstStyle/>
          <a:p>
            <a:pPr>
              <a:defRPr/>
            </a:pPr>
            <a:r>
              <a:rPr lang="en-US"/>
              <a:t>(Programming in Advanced Python)                                 Unit No:2</a:t>
            </a:r>
          </a:p>
        </p:txBody>
      </p:sp>
      <p:sp>
        <p:nvSpPr>
          <p:cNvPr id="24583" name="Slide Number Placeholder 7">
            <a:extLst>
              <a:ext uri="{FF2B5EF4-FFF2-40B4-BE49-F238E27FC236}">
                <a16:creationId xmlns:a16="http://schemas.microsoft.com/office/drawing/2014/main" id="{45339C45-806A-47E1-BE3E-960C630163CE}"/>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9E1B5D9A-243E-435D-B155-9DEF112CC06B}" type="slidenum">
              <a:rPr lang="en-US" altLang="en-US" sz="1200">
                <a:solidFill>
                  <a:srgbClr val="898989"/>
                </a:solidFill>
              </a:rPr>
              <a:pPr>
                <a:spcBef>
                  <a:spcPct val="0"/>
                </a:spcBef>
                <a:buFontTx/>
                <a:buNone/>
              </a:pPr>
              <a:t>19</a:t>
            </a:fld>
            <a:endParaRPr lang="en-US" altLang="en-US" sz="1200">
              <a:solidFill>
                <a:srgbClr val="898989"/>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1C842D1-B5F1-4129-9E13-B3B67C0DF273}"/>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IN" sz="3200" b="1">
                <a:latin typeface="Times New Roman" panose="02020603050405020304" pitchFamily="18" charset="0"/>
                <a:cs typeface="Times New Roman" panose="02020603050405020304" pitchFamily="18" charset="0"/>
              </a:rPr>
              <a:t>Single Inheritance Program </a:t>
            </a:r>
            <a:r>
              <a:rPr lang="en-US" sz="3200" b="1">
                <a:latin typeface="Times New Roman" panose="02020603050405020304" pitchFamily="18" charset="0"/>
                <a:cs typeface="Times New Roman" panose="02020603050405020304" pitchFamily="18" charset="0"/>
              </a:rPr>
              <a:t>(CO2)</a:t>
            </a:r>
          </a:p>
        </p:txBody>
      </p:sp>
      <p:sp>
        <p:nvSpPr>
          <p:cNvPr id="6" name="Date Placeholder 5">
            <a:extLst>
              <a:ext uri="{FF2B5EF4-FFF2-40B4-BE49-F238E27FC236}">
                <a16:creationId xmlns:a16="http://schemas.microsoft.com/office/drawing/2014/main" id="{9878DC06-F54F-45AA-8FFE-9279F0F176AA}"/>
              </a:ext>
            </a:extLst>
          </p:cNvPr>
          <p:cNvSpPr>
            <a:spLocks noGrp="1"/>
          </p:cNvSpPr>
          <p:nvPr>
            <p:ph type="dt" sz="quarter" idx="10"/>
          </p:nvPr>
        </p:nvSpPr>
        <p:spPr/>
        <p:txBody>
          <a:bodyPr/>
          <a:lstStyle/>
          <a:p>
            <a:pPr>
              <a:defRPr/>
            </a:pPr>
            <a:fld id="{93202036-051D-4CC7-AF3A-E46BDA41194F}" type="datetime1">
              <a:rPr lang="en-US" smtClean="0"/>
              <a:pPr>
                <a:defRPr/>
              </a:pPr>
              <a:t>5/17/2022</a:t>
            </a:fld>
            <a:endParaRPr lang="en-US"/>
          </a:p>
        </p:txBody>
      </p:sp>
      <p:sp>
        <p:nvSpPr>
          <p:cNvPr id="7" name="Footer Placeholder 6">
            <a:extLst>
              <a:ext uri="{FF2B5EF4-FFF2-40B4-BE49-F238E27FC236}">
                <a16:creationId xmlns:a16="http://schemas.microsoft.com/office/drawing/2014/main" id="{BED899E2-4D12-4657-BC22-09960DCE9E21}"/>
              </a:ext>
            </a:extLst>
          </p:cNvPr>
          <p:cNvSpPr>
            <a:spLocks noGrp="1"/>
          </p:cNvSpPr>
          <p:nvPr>
            <p:ph type="ftr" sz="quarter" idx="11"/>
          </p:nvPr>
        </p:nvSpPr>
        <p:spPr>
          <a:xfrm>
            <a:off x="3124200" y="6356350"/>
            <a:ext cx="6553200" cy="365125"/>
          </a:xfrm>
        </p:spPr>
        <p:txBody>
          <a:bodyPr/>
          <a:lstStyle/>
          <a:p>
            <a:pPr>
              <a:defRPr/>
            </a:pPr>
            <a:r>
              <a:rPr lang="en-US"/>
              <a:t>(Programming in Advanced Python)                                 Unit No:2</a:t>
            </a:r>
          </a:p>
        </p:txBody>
      </p:sp>
      <p:sp>
        <p:nvSpPr>
          <p:cNvPr id="25606" name="Slide Number Placeholder 7">
            <a:extLst>
              <a:ext uri="{FF2B5EF4-FFF2-40B4-BE49-F238E27FC236}">
                <a16:creationId xmlns:a16="http://schemas.microsoft.com/office/drawing/2014/main" id="{98057890-1B81-40DE-AAB2-BC51518B4201}"/>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8BEEFF07-0951-4120-91EA-067A95A9482B}" type="slidenum">
              <a:rPr lang="en-US" altLang="en-US" sz="1200">
                <a:solidFill>
                  <a:srgbClr val="898989"/>
                </a:solidFill>
              </a:rPr>
              <a:pPr>
                <a:spcBef>
                  <a:spcPct val="0"/>
                </a:spcBef>
                <a:buFontTx/>
                <a:buNone/>
              </a:pPr>
              <a:t>20</a:t>
            </a:fld>
            <a:endParaRPr lang="en-US" altLang="en-US" sz="1200">
              <a:solidFill>
                <a:srgbClr val="898989"/>
              </a:solidFill>
            </a:endParaRPr>
          </a:p>
        </p:txBody>
      </p:sp>
      <p:pic>
        <p:nvPicPr>
          <p:cNvPr id="25607" name="Picture 1">
            <a:extLst>
              <a:ext uri="{FF2B5EF4-FFF2-40B4-BE49-F238E27FC236}">
                <a16:creationId xmlns:a16="http://schemas.microsoft.com/office/drawing/2014/main" id="{1EA50234-6CB9-4C56-9963-767343F8F5F9}"/>
              </a:ext>
            </a:extLst>
          </p:cNvPr>
          <p:cNvPicPr>
            <a:picLocks noChangeAspect="1"/>
          </p:cNvPicPr>
          <p:nvPr/>
        </p:nvPicPr>
        <p:blipFill>
          <a:blip r:embed="rId2">
            <a:extLst>
              <a:ext uri="{28A0092B-C50C-407E-A947-70E740481C1C}">
                <a14:useLocalDpi xmlns:a14="http://schemas.microsoft.com/office/drawing/2010/main" val="0"/>
              </a:ext>
            </a:extLst>
          </a:blip>
          <a:srcRect t="3143"/>
          <a:stretch>
            <a:fillRect/>
          </a:stretch>
        </p:blipFill>
        <p:spPr bwMode="auto">
          <a:xfrm>
            <a:off x="1676400" y="817563"/>
            <a:ext cx="9906000" cy="550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9" name="Rectangle 138">
            <a:extLst>
              <a:ext uri="{FF2B5EF4-FFF2-40B4-BE49-F238E27FC236}">
                <a16:creationId xmlns:a16="http://schemas.microsoft.com/office/drawing/2014/main" id="{1A95671B-3CC6-4792-9114-B74FAEA224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itle 1">
            <a:extLst>
              <a:ext uri="{FF2B5EF4-FFF2-40B4-BE49-F238E27FC236}">
                <a16:creationId xmlns:a16="http://schemas.microsoft.com/office/drawing/2014/main" id="{DF6BE5A1-AB5D-4314-A8BB-8A805B3F3D24}"/>
              </a:ext>
            </a:extLst>
          </p:cNvPr>
          <p:cNvSpPr txBox="1">
            <a:spLocks/>
          </p:cNvSpPr>
          <p:nvPr/>
        </p:nvSpPr>
        <p:spPr>
          <a:xfrm>
            <a:off x="1583279" y="1504"/>
            <a:ext cx="10606951" cy="896183"/>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algn="ctr" eaLnBrk="1" fontAlgn="auto" hangingPunct="1">
              <a:lnSpc>
                <a:spcPct val="90000"/>
              </a:lnSpc>
              <a:spcAft>
                <a:spcPts val="600"/>
              </a:spcAft>
              <a:defRPr/>
            </a:pPr>
            <a:r>
              <a:rPr lang="en-US" sz="4000" b="1" kern="1200">
                <a:solidFill>
                  <a:schemeClr val="tx1"/>
                </a:solidFill>
                <a:latin typeface="+mj-lt"/>
                <a:ea typeface="+mj-ea"/>
                <a:cs typeface="+mj-cs"/>
              </a:rPr>
              <a:t>Single Inheritance Program</a:t>
            </a:r>
            <a:r>
              <a:rPr lang="en-US" sz="4000" b="1">
                <a:solidFill>
                  <a:schemeClr val="tx1"/>
                </a:solidFill>
                <a:latin typeface="+mj-lt"/>
                <a:ea typeface="+mj-ea"/>
                <a:cs typeface="+mj-cs"/>
              </a:rPr>
              <a:t> Output</a:t>
            </a:r>
            <a:r>
              <a:rPr lang="en-US" sz="4000" b="1" kern="1200">
                <a:solidFill>
                  <a:schemeClr val="tx1"/>
                </a:solidFill>
                <a:latin typeface="+mj-lt"/>
                <a:ea typeface="+mj-ea"/>
                <a:cs typeface="+mj-cs"/>
              </a:rPr>
              <a:t> (CO2)</a:t>
            </a:r>
          </a:p>
        </p:txBody>
      </p:sp>
      <p:pic>
        <p:nvPicPr>
          <p:cNvPr id="5" name="Picture 7" descr="Text&#10;&#10;Description automatically generated">
            <a:extLst>
              <a:ext uri="{FF2B5EF4-FFF2-40B4-BE49-F238E27FC236}">
                <a16:creationId xmlns:a16="http://schemas.microsoft.com/office/drawing/2014/main" id="{AEBE7D96-CEBC-4099-868B-485B9E7723C2}"/>
              </a:ext>
            </a:extLst>
          </p:cNvPr>
          <p:cNvPicPr>
            <a:picLocks noChangeAspect="1"/>
          </p:cNvPicPr>
          <p:nvPr/>
        </p:nvPicPr>
        <p:blipFill rotWithShape="1">
          <a:blip r:embed="rId2"/>
          <a:srcRect l="43" t="5473" r="-212" b="497"/>
          <a:stretch/>
        </p:blipFill>
        <p:spPr>
          <a:xfrm>
            <a:off x="2157871" y="3108054"/>
            <a:ext cx="8689671" cy="2766752"/>
          </a:xfrm>
          <a:prstGeom prst="rect">
            <a:avLst/>
          </a:prstGeom>
        </p:spPr>
      </p:pic>
      <p:sp>
        <p:nvSpPr>
          <p:cNvPr id="6" name="Date Placeholder 5">
            <a:extLst>
              <a:ext uri="{FF2B5EF4-FFF2-40B4-BE49-F238E27FC236}">
                <a16:creationId xmlns:a16="http://schemas.microsoft.com/office/drawing/2014/main" id="{9878DC06-F54F-45AA-8FFE-9279F0F176AA}"/>
              </a:ext>
            </a:extLst>
          </p:cNvPr>
          <p:cNvSpPr>
            <a:spLocks noGrp="1"/>
          </p:cNvSpPr>
          <p:nvPr>
            <p:ph type="dt" sz="quarter" idx="10"/>
          </p:nvPr>
        </p:nvSpPr>
        <p:spPr>
          <a:xfrm>
            <a:off x="838200" y="6356350"/>
            <a:ext cx="2743200" cy="365125"/>
          </a:xfrm>
        </p:spPr>
        <p:txBody>
          <a:bodyPr vert="horz" lIns="91440" tIns="45720" rIns="91440" bIns="45720" rtlCol="0" anchor="ctr">
            <a:normAutofit/>
          </a:bodyPr>
          <a:lstStyle/>
          <a:p>
            <a:pPr>
              <a:spcAft>
                <a:spcPts val="600"/>
              </a:spcAft>
              <a:defRPr/>
            </a:pPr>
            <a:fld id="{B5A208A3-AE16-46D0-828F-E6167EDCA09F}" type="datetime1">
              <a:rPr lang="en-US" smtClean="0"/>
              <a:pPr>
                <a:spcAft>
                  <a:spcPts val="600"/>
                </a:spcAft>
                <a:defRPr/>
              </a:pPr>
              <a:t>5/17/2022</a:t>
            </a:fld>
            <a:endParaRPr lang="en-US"/>
          </a:p>
        </p:txBody>
      </p:sp>
      <p:sp>
        <p:nvSpPr>
          <p:cNvPr id="7" name="Footer Placeholder 6">
            <a:extLst>
              <a:ext uri="{FF2B5EF4-FFF2-40B4-BE49-F238E27FC236}">
                <a16:creationId xmlns:a16="http://schemas.microsoft.com/office/drawing/2014/main" id="{BED899E2-4D12-4657-BC22-09960DCE9E21}"/>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pPr>
              <a:lnSpc>
                <a:spcPct val="90000"/>
              </a:lnSpc>
              <a:spcAft>
                <a:spcPts val="600"/>
              </a:spcAft>
              <a:defRPr/>
            </a:pPr>
            <a:r>
              <a:rPr lang="en-US" sz="900" kern="1200">
                <a:solidFill>
                  <a:schemeClr val="tx1">
                    <a:tint val="75000"/>
                  </a:schemeClr>
                </a:solidFill>
                <a:latin typeface="+mn-lt"/>
                <a:ea typeface="+mn-ea"/>
                <a:cs typeface="+mn-cs"/>
              </a:rPr>
              <a:t>(Programming in Advanced Python)                                 Unit No:2</a:t>
            </a:r>
          </a:p>
        </p:txBody>
      </p:sp>
      <p:sp>
        <p:nvSpPr>
          <p:cNvPr id="25606" name="Slide Number Placeholder 7">
            <a:extLst>
              <a:ext uri="{FF2B5EF4-FFF2-40B4-BE49-F238E27FC236}">
                <a16:creationId xmlns:a16="http://schemas.microsoft.com/office/drawing/2014/main" id="{98057890-1B81-40DE-AAB2-BC51518B4201}"/>
              </a:ext>
            </a:extLst>
          </p:cNvPr>
          <p:cNvSpPr>
            <a:spLocks noGrp="1"/>
          </p:cNvSpPr>
          <p:nvPr>
            <p:ph type="sldNum" sz="quarter" idx="12"/>
          </p:nvPr>
        </p:nvSpPr>
        <p:spPr bwMode="auto">
          <a:xfrm>
            <a:off x="8610600" y="6356350"/>
            <a:ext cx="2743200"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spcAft>
                <a:spcPts val="600"/>
              </a:spcAft>
              <a:buFontTx/>
              <a:buNone/>
            </a:pPr>
            <a:fld id="{8BEEFF07-0951-4120-91EA-067A95A9482B}" type="slidenum">
              <a:rPr lang="en-US" altLang="en-US" sz="1200">
                <a:solidFill>
                  <a:schemeClr val="tx1">
                    <a:tint val="75000"/>
                  </a:schemeClr>
                </a:solidFill>
                <a:latin typeface="+mn-lt"/>
                <a:cs typeface="+mn-cs"/>
              </a:rPr>
              <a:pPr>
                <a:spcBef>
                  <a:spcPct val="0"/>
                </a:spcBef>
                <a:spcAft>
                  <a:spcPts val="600"/>
                </a:spcAft>
                <a:buFontTx/>
                <a:buNone/>
              </a:pPr>
              <a:t>21</a:t>
            </a:fld>
            <a:endParaRPr lang="en-US" altLang="en-US" sz="1200">
              <a:solidFill>
                <a:schemeClr val="tx1">
                  <a:tint val="75000"/>
                </a:schemeClr>
              </a:solidFill>
              <a:latin typeface="+mn-lt"/>
              <a:cs typeface="+mn-cs"/>
            </a:endParaRPr>
          </a:p>
        </p:txBody>
      </p:sp>
      <p:sp>
        <p:nvSpPr>
          <p:cNvPr id="2" name="TextBox 1">
            <a:extLst>
              <a:ext uri="{FF2B5EF4-FFF2-40B4-BE49-F238E27FC236}">
                <a16:creationId xmlns:a16="http://schemas.microsoft.com/office/drawing/2014/main" id="{59C2B3CF-613F-4608-AD48-FEFE9B3E93C0}"/>
              </a:ext>
            </a:extLst>
          </p:cNvPr>
          <p:cNvSpPr txBox="1"/>
          <p:nvPr/>
        </p:nvSpPr>
        <p:spPr>
          <a:xfrm>
            <a:off x="4724400" y="1906438"/>
            <a:ext cx="2743200" cy="523220"/>
          </a:xfrm>
          <a:prstGeom prst="rect">
            <a:avLst/>
          </a:prstGeom>
          <a:noFill/>
          <a:ln>
            <a:solidFill>
              <a:srgbClr val="002060"/>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800" b="1">
                <a:latin typeface="Arial"/>
                <a:cs typeface="Arial"/>
              </a:rPr>
              <a:t>Output</a:t>
            </a:r>
            <a:endParaRPr lang="en-US" sz="2800" b="1"/>
          </a:p>
        </p:txBody>
      </p:sp>
      <p:pic>
        <p:nvPicPr>
          <p:cNvPr id="9" name="Picture 8">
            <a:extLst>
              <a:ext uri="{FF2B5EF4-FFF2-40B4-BE49-F238E27FC236}">
                <a16:creationId xmlns:a16="http://schemas.microsoft.com/office/drawing/2014/main" id="{39B1F524-EC85-4B5A-941D-9C0B2F50F5C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833" y="3631"/>
            <a:ext cx="1401117" cy="748430"/>
          </a:xfrm>
          <a:prstGeom prst="rect">
            <a:avLst/>
          </a:prstGeom>
        </p:spPr>
      </p:pic>
    </p:spTree>
    <p:extLst>
      <p:ext uri="{BB962C8B-B14F-4D97-AF65-F5344CB8AC3E}">
        <p14:creationId xmlns:p14="http://schemas.microsoft.com/office/powerpoint/2010/main" val="17670475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9" name="Rectangle 138">
            <a:extLst>
              <a:ext uri="{FF2B5EF4-FFF2-40B4-BE49-F238E27FC236}">
                <a16:creationId xmlns:a16="http://schemas.microsoft.com/office/drawing/2014/main" id="{1A95671B-3CC6-4792-9114-B74FAEA224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itle 1">
            <a:extLst>
              <a:ext uri="{FF2B5EF4-FFF2-40B4-BE49-F238E27FC236}">
                <a16:creationId xmlns:a16="http://schemas.microsoft.com/office/drawing/2014/main" id="{DF6BE5A1-AB5D-4314-A8BB-8A805B3F3D24}"/>
              </a:ext>
            </a:extLst>
          </p:cNvPr>
          <p:cNvSpPr txBox="1">
            <a:spLocks/>
          </p:cNvSpPr>
          <p:nvPr/>
        </p:nvSpPr>
        <p:spPr>
          <a:xfrm>
            <a:off x="1583279" y="1504"/>
            <a:ext cx="10606951" cy="896183"/>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algn="ctr" eaLnBrk="1" fontAlgn="auto" hangingPunct="1">
              <a:lnSpc>
                <a:spcPct val="90000"/>
              </a:lnSpc>
              <a:spcAft>
                <a:spcPts val="600"/>
              </a:spcAft>
              <a:defRPr/>
            </a:pPr>
            <a:r>
              <a:rPr lang="en-US" sz="4000" b="1">
                <a:solidFill>
                  <a:schemeClr val="tx1"/>
                </a:solidFill>
                <a:latin typeface="+mj-lt"/>
                <a:ea typeface="+mj-ea"/>
                <a:cs typeface="+mj-cs"/>
              </a:rPr>
              <a:t>Daily MCQs</a:t>
            </a:r>
            <a:endParaRPr lang="en-US" sz="4000" b="1" kern="1200">
              <a:solidFill>
                <a:schemeClr val="tx1"/>
              </a:solidFill>
              <a:latin typeface="+mj-lt"/>
              <a:ea typeface="+mj-ea"/>
              <a:cs typeface="Calibri"/>
            </a:endParaRPr>
          </a:p>
        </p:txBody>
      </p:sp>
      <p:sp>
        <p:nvSpPr>
          <p:cNvPr id="6" name="Date Placeholder 5">
            <a:extLst>
              <a:ext uri="{FF2B5EF4-FFF2-40B4-BE49-F238E27FC236}">
                <a16:creationId xmlns:a16="http://schemas.microsoft.com/office/drawing/2014/main" id="{9878DC06-F54F-45AA-8FFE-9279F0F176AA}"/>
              </a:ext>
            </a:extLst>
          </p:cNvPr>
          <p:cNvSpPr>
            <a:spLocks noGrp="1"/>
          </p:cNvSpPr>
          <p:nvPr>
            <p:ph type="dt" sz="quarter" idx="10"/>
          </p:nvPr>
        </p:nvSpPr>
        <p:spPr>
          <a:xfrm>
            <a:off x="838200" y="6356350"/>
            <a:ext cx="2743200" cy="365125"/>
          </a:xfrm>
        </p:spPr>
        <p:txBody>
          <a:bodyPr vert="horz" lIns="91440" tIns="45720" rIns="91440" bIns="45720" rtlCol="0" anchor="ctr">
            <a:normAutofit/>
          </a:bodyPr>
          <a:lstStyle/>
          <a:p>
            <a:pPr>
              <a:spcAft>
                <a:spcPts val="600"/>
              </a:spcAft>
              <a:defRPr/>
            </a:pPr>
            <a:fld id="{DAF0CEC7-E042-4AE4-B8E4-15987F7F59C4}" type="datetime1">
              <a:rPr lang="en-US" smtClean="0"/>
              <a:pPr>
                <a:spcAft>
                  <a:spcPts val="600"/>
                </a:spcAft>
                <a:defRPr/>
              </a:pPr>
              <a:t>5/17/2022</a:t>
            </a:fld>
            <a:endParaRPr lang="en-US"/>
          </a:p>
        </p:txBody>
      </p:sp>
      <p:sp>
        <p:nvSpPr>
          <p:cNvPr id="7" name="Footer Placeholder 6">
            <a:extLst>
              <a:ext uri="{FF2B5EF4-FFF2-40B4-BE49-F238E27FC236}">
                <a16:creationId xmlns:a16="http://schemas.microsoft.com/office/drawing/2014/main" id="{BED899E2-4D12-4657-BC22-09960DCE9E21}"/>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pPr>
              <a:lnSpc>
                <a:spcPct val="90000"/>
              </a:lnSpc>
              <a:spcAft>
                <a:spcPts val="600"/>
              </a:spcAft>
              <a:defRPr/>
            </a:pPr>
            <a:r>
              <a:rPr lang="en-US" sz="900" kern="1200">
                <a:solidFill>
                  <a:schemeClr val="tx1">
                    <a:tint val="75000"/>
                  </a:schemeClr>
                </a:solidFill>
                <a:latin typeface="+mn-lt"/>
                <a:ea typeface="+mn-ea"/>
                <a:cs typeface="+mn-cs"/>
              </a:rPr>
              <a:t>(Programming in Advanced Python)                                 Unit No:2</a:t>
            </a:r>
          </a:p>
        </p:txBody>
      </p:sp>
      <p:sp>
        <p:nvSpPr>
          <p:cNvPr id="25606" name="Slide Number Placeholder 7">
            <a:extLst>
              <a:ext uri="{FF2B5EF4-FFF2-40B4-BE49-F238E27FC236}">
                <a16:creationId xmlns:a16="http://schemas.microsoft.com/office/drawing/2014/main" id="{98057890-1B81-40DE-AAB2-BC51518B4201}"/>
              </a:ext>
            </a:extLst>
          </p:cNvPr>
          <p:cNvSpPr>
            <a:spLocks noGrp="1"/>
          </p:cNvSpPr>
          <p:nvPr>
            <p:ph type="sldNum" sz="quarter" idx="12"/>
          </p:nvPr>
        </p:nvSpPr>
        <p:spPr bwMode="auto">
          <a:xfrm>
            <a:off x="8610600" y="6356350"/>
            <a:ext cx="2743200"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spcAft>
                <a:spcPts val="600"/>
              </a:spcAft>
              <a:buFontTx/>
              <a:buNone/>
            </a:pPr>
            <a:fld id="{8BEEFF07-0951-4120-91EA-067A95A9482B}" type="slidenum">
              <a:rPr lang="en-US" altLang="en-US" sz="1200">
                <a:solidFill>
                  <a:schemeClr val="tx1">
                    <a:tint val="75000"/>
                  </a:schemeClr>
                </a:solidFill>
                <a:latin typeface="+mn-lt"/>
                <a:cs typeface="+mn-cs"/>
              </a:rPr>
              <a:pPr>
                <a:spcBef>
                  <a:spcPct val="0"/>
                </a:spcBef>
                <a:spcAft>
                  <a:spcPts val="600"/>
                </a:spcAft>
                <a:buFontTx/>
                <a:buNone/>
              </a:pPr>
              <a:t>22</a:t>
            </a:fld>
            <a:endParaRPr lang="en-US" altLang="en-US" sz="1200">
              <a:solidFill>
                <a:schemeClr val="tx1">
                  <a:tint val="75000"/>
                </a:schemeClr>
              </a:solidFill>
              <a:latin typeface="+mn-lt"/>
              <a:cs typeface="+mn-cs"/>
            </a:endParaRPr>
          </a:p>
        </p:txBody>
      </p:sp>
      <p:sp>
        <p:nvSpPr>
          <p:cNvPr id="3" name="Content Placeholder 2">
            <a:extLst>
              <a:ext uri="{FF2B5EF4-FFF2-40B4-BE49-F238E27FC236}">
                <a16:creationId xmlns:a16="http://schemas.microsoft.com/office/drawing/2014/main" id="{AECEC2EA-6861-4109-876A-5C7CA3DAAE1F}"/>
              </a:ext>
            </a:extLst>
          </p:cNvPr>
          <p:cNvSpPr>
            <a:spLocks noGrp="1"/>
          </p:cNvSpPr>
          <p:nvPr>
            <p:ph idx="1"/>
          </p:nvPr>
        </p:nvSpPr>
        <p:spPr>
          <a:xfrm>
            <a:off x="1558114" y="1053039"/>
            <a:ext cx="10377577" cy="5541663"/>
          </a:xfrm>
        </p:spPr>
        <p:txBody>
          <a:bodyPr/>
          <a:lstStyle/>
          <a:p>
            <a:pPr marL="0" indent="0">
              <a:buNone/>
            </a:pPr>
            <a:r>
              <a:rPr lang="en-US" sz="1500" b="1" dirty="0">
                <a:ea typeface="+mn-lt"/>
                <a:cs typeface="+mn-lt"/>
              </a:rPr>
              <a:t>1.When a child class inherits from only one parent class, it is called?</a:t>
            </a:r>
          </a:p>
          <a:p>
            <a:pPr>
              <a:buNone/>
            </a:pPr>
            <a:r>
              <a:rPr lang="en-US" sz="1500" dirty="0">
                <a:ea typeface="+mn-lt"/>
                <a:cs typeface="+mn-lt"/>
              </a:rPr>
              <a:t>A. single inheritance</a:t>
            </a:r>
            <a:endParaRPr lang="en-US" dirty="0">
              <a:ea typeface="+mn-lt"/>
              <a:cs typeface="+mn-lt"/>
            </a:endParaRPr>
          </a:p>
          <a:p>
            <a:pPr>
              <a:buNone/>
            </a:pPr>
            <a:r>
              <a:rPr lang="en-US" sz="1500" dirty="0">
                <a:ea typeface="+mn-lt"/>
                <a:cs typeface="+mn-lt"/>
              </a:rPr>
              <a:t>B. singular inheritance</a:t>
            </a:r>
            <a:endParaRPr lang="en-US">
              <a:ea typeface="+mn-lt"/>
              <a:cs typeface="+mn-lt"/>
            </a:endParaRPr>
          </a:p>
          <a:p>
            <a:pPr>
              <a:buNone/>
            </a:pPr>
            <a:r>
              <a:rPr lang="en-US" sz="1500" dirty="0">
                <a:ea typeface="+mn-lt"/>
                <a:cs typeface="+mn-lt"/>
              </a:rPr>
              <a:t>C. Multiple inheritance</a:t>
            </a:r>
            <a:endParaRPr lang="en-US">
              <a:ea typeface="+mn-lt"/>
              <a:cs typeface="+mn-lt"/>
            </a:endParaRPr>
          </a:p>
          <a:p>
            <a:pPr>
              <a:buNone/>
            </a:pPr>
            <a:r>
              <a:rPr lang="en-US" sz="1500" dirty="0">
                <a:ea typeface="+mn-lt"/>
                <a:cs typeface="+mn-lt"/>
              </a:rPr>
              <a:t>D. Multilevel inheritance</a:t>
            </a:r>
            <a:endParaRPr lang="en-US">
              <a:cs typeface="Calibri"/>
            </a:endParaRPr>
          </a:p>
          <a:p>
            <a:pPr marL="0" indent="0">
              <a:buNone/>
            </a:pPr>
            <a:r>
              <a:rPr lang="en-US" sz="1500" b="1" dirty="0">
                <a:ea typeface="+mn-lt"/>
                <a:cs typeface="+mn-lt"/>
              </a:rPr>
              <a:t>  </a:t>
            </a:r>
            <a:endParaRPr lang="en-US" sz="1500" b="1">
              <a:solidFill>
                <a:srgbClr val="000000"/>
              </a:solidFill>
              <a:ea typeface="+mn-lt"/>
              <a:cs typeface="+mn-lt"/>
            </a:endParaRPr>
          </a:p>
          <a:p>
            <a:pPr marL="0" indent="0">
              <a:buNone/>
            </a:pPr>
            <a:r>
              <a:rPr lang="en-US" sz="1500" dirty="0">
                <a:solidFill>
                  <a:schemeClr val="accent3"/>
                </a:solidFill>
                <a:ea typeface="+mn-lt"/>
                <a:cs typeface="+mn-lt"/>
              </a:rPr>
              <a:t>Answer</a:t>
            </a:r>
            <a:r>
              <a:rPr lang="en-US" sz="1500" dirty="0">
                <a:solidFill>
                  <a:schemeClr val="accent3"/>
                </a:solidFill>
                <a:latin typeface="Calibri"/>
                <a:cs typeface="Calibri"/>
              </a:rPr>
              <a:t>:  A</a:t>
            </a:r>
            <a:endParaRPr lang="en-US" sz="1500" b="1" dirty="0">
              <a:solidFill>
                <a:schemeClr val="accent3"/>
              </a:solidFill>
              <a:latin typeface="Calibri"/>
              <a:cs typeface="Calibri"/>
            </a:endParaRPr>
          </a:p>
          <a:p>
            <a:pPr marL="0" indent="0">
              <a:buNone/>
            </a:pPr>
            <a:r>
              <a:rPr lang="en-US" sz="1500" b="1" dirty="0">
                <a:ea typeface="+mn-lt"/>
                <a:cs typeface="+mn-lt"/>
              </a:rPr>
              <a:t>2.   Parent class is the class being inherited from, also called?</a:t>
            </a:r>
            <a:br>
              <a:rPr lang="en-US" sz="1500" b="1" dirty="0">
                <a:ea typeface="+mn-lt"/>
                <a:cs typeface="+mn-lt"/>
              </a:rPr>
            </a:br>
            <a:r>
              <a:rPr lang="en-US" sz="1500" dirty="0">
                <a:ea typeface="+mn-lt"/>
                <a:cs typeface="+mn-lt"/>
              </a:rPr>
              <a:t>A. derived class</a:t>
            </a:r>
            <a:endParaRPr lang="en-US" dirty="0">
              <a:ea typeface="+mn-lt"/>
              <a:cs typeface="+mn-lt"/>
            </a:endParaRPr>
          </a:p>
          <a:p>
            <a:pPr>
              <a:buNone/>
            </a:pPr>
            <a:r>
              <a:rPr lang="en-US" sz="1500" dirty="0">
                <a:ea typeface="+mn-lt"/>
                <a:cs typeface="+mn-lt"/>
              </a:rPr>
              <a:t>B. Child class</a:t>
            </a:r>
            <a:endParaRPr lang="en-US">
              <a:ea typeface="+mn-lt"/>
              <a:cs typeface="+mn-lt"/>
            </a:endParaRPr>
          </a:p>
          <a:p>
            <a:pPr>
              <a:buNone/>
            </a:pPr>
            <a:r>
              <a:rPr lang="en-US" sz="1500" dirty="0">
                <a:ea typeface="+mn-lt"/>
                <a:cs typeface="+mn-lt"/>
              </a:rPr>
              <a:t>C. Hybrid class</a:t>
            </a:r>
            <a:endParaRPr lang="en-US" dirty="0">
              <a:ea typeface="+mn-lt"/>
              <a:cs typeface="+mn-lt"/>
            </a:endParaRPr>
          </a:p>
          <a:p>
            <a:pPr>
              <a:buNone/>
            </a:pPr>
            <a:r>
              <a:rPr lang="en-US" sz="1500" dirty="0">
                <a:ea typeface="+mn-lt"/>
                <a:cs typeface="+mn-lt"/>
              </a:rPr>
              <a:t>D. base class</a:t>
            </a:r>
            <a:endParaRPr lang="en-US" dirty="0">
              <a:cs typeface="Calibri"/>
            </a:endParaRPr>
          </a:p>
          <a:p>
            <a:pPr marL="0" indent="0">
              <a:buNone/>
            </a:pPr>
            <a:r>
              <a:rPr lang="en-US" sz="1500" dirty="0">
                <a:solidFill>
                  <a:schemeClr val="accent3"/>
                </a:solidFill>
                <a:latin typeface="Calibri"/>
                <a:cs typeface="Calibri"/>
              </a:rPr>
              <a:t>Answer: D</a:t>
            </a:r>
          </a:p>
          <a:p>
            <a:pPr marL="0" indent="0">
              <a:buNone/>
            </a:pPr>
            <a:endParaRPr lang="en-US" sz="1500" dirty="0">
              <a:solidFill>
                <a:schemeClr val="accent3"/>
              </a:solidFill>
              <a:latin typeface="Calibri"/>
              <a:cs typeface="Calibri"/>
            </a:endParaRPr>
          </a:p>
          <a:p>
            <a:pPr marL="0" indent="0">
              <a:buNone/>
            </a:pPr>
            <a:r>
              <a:rPr lang="en-US" sz="1500" b="1" dirty="0">
                <a:latin typeface="Calibri"/>
                <a:cs typeface="Calibri"/>
              </a:rPr>
              <a:t>3.</a:t>
            </a:r>
            <a:r>
              <a:rPr lang="en-US" sz="1500" b="1" dirty="0">
                <a:ea typeface="+mn-lt"/>
                <a:cs typeface="+mn-lt"/>
              </a:rPr>
              <a:t>What is true about Inheritance in Python?</a:t>
            </a:r>
            <a:br>
              <a:rPr lang="en-US" sz="1500" b="1" dirty="0">
                <a:ea typeface="+mn-lt"/>
                <a:cs typeface="+mn-lt"/>
              </a:rPr>
            </a:br>
            <a:endParaRPr lang="en-US" sz="1500" dirty="0">
              <a:ea typeface="+mn-lt"/>
              <a:cs typeface="+mn-lt"/>
            </a:endParaRPr>
          </a:p>
          <a:p>
            <a:pPr>
              <a:buNone/>
            </a:pPr>
            <a:r>
              <a:rPr lang="en-US" sz="1500" dirty="0">
                <a:ea typeface="+mn-lt"/>
                <a:cs typeface="+mn-lt"/>
              </a:rPr>
              <a:t>A. Inheritance is the capability of one class to derive or inherit the properties from another class.</a:t>
            </a:r>
            <a:endParaRPr lang="en-US" dirty="0">
              <a:ea typeface="+mn-lt"/>
              <a:cs typeface="+mn-lt"/>
            </a:endParaRPr>
          </a:p>
          <a:p>
            <a:pPr>
              <a:buNone/>
            </a:pPr>
            <a:r>
              <a:rPr lang="en-US" sz="1500" dirty="0">
                <a:ea typeface="+mn-lt"/>
                <a:cs typeface="+mn-lt"/>
              </a:rPr>
              <a:t>B. It represents real-world relationships well.</a:t>
            </a:r>
            <a:endParaRPr lang="en-US" dirty="0">
              <a:ea typeface="+mn-lt"/>
              <a:cs typeface="+mn-lt"/>
            </a:endParaRPr>
          </a:p>
          <a:p>
            <a:pPr>
              <a:buNone/>
            </a:pPr>
            <a:r>
              <a:rPr lang="en-US" sz="1500" dirty="0">
                <a:ea typeface="+mn-lt"/>
                <a:cs typeface="+mn-lt"/>
              </a:rPr>
              <a:t>C. It provides reusability of a code.</a:t>
            </a:r>
            <a:endParaRPr lang="en-US" dirty="0">
              <a:ea typeface="+mn-lt"/>
              <a:cs typeface="+mn-lt"/>
            </a:endParaRPr>
          </a:p>
          <a:p>
            <a:pPr>
              <a:buNone/>
            </a:pPr>
            <a:r>
              <a:rPr lang="en-US" sz="1500" dirty="0">
                <a:ea typeface="+mn-lt"/>
                <a:cs typeface="+mn-lt"/>
              </a:rPr>
              <a:t>D. All of the above</a:t>
            </a:r>
            <a:endParaRPr lang="en-US">
              <a:cs typeface="Calibri"/>
            </a:endParaRPr>
          </a:p>
          <a:p>
            <a:pPr marL="0" indent="0">
              <a:buNone/>
            </a:pPr>
            <a:r>
              <a:rPr lang="en-US" sz="1500" b="1" dirty="0">
                <a:latin typeface="Calibri"/>
                <a:cs typeface="Calibri"/>
              </a:rPr>
              <a:t>  </a:t>
            </a:r>
            <a:r>
              <a:rPr lang="en-US" sz="1500" dirty="0">
                <a:solidFill>
                  <a:schemeClr val="accent3"/>
                </a:solidFill>
                <a:latin typeface="Calibri"/>
                <a:cs typeface="Calibri"/>
              </a:rPr>
              <a:t>Answer:  D</a:t>
            </a:r>
            <a:endParaRPr lang="en-US" sz="1500" b="1" dirty="0">
              <a:solidFill>
                <a:schemeClr val="accent3"/>
              </a:solidFill>
              <a:latin typeface="Calibri"/>
              <a:cs typeface="Calibri"/>
            </a:endParaRPr>
          </a:p>
          <a:p>
            <a:pPr marL="0" indent="0">
              <a:buNone/>
            </a:pPr>
            <a:endParaRPr lang="en-US" sz="1500">
              <a:solidFill>
                <a:srgbClr val="9BBB59"/>
              </a:solidFill>
              <a:latin typeface="Calibri"/>
              <a:cs typeface="Calibri"/>
            </a:endParaRPr>
          </a:p>
          <a:p>
            <a:pPr marL="0" indent="0">
              <a:buNone/>
            </a:pPr>
            <a:endParaRPr lang="en-US" sz="1500">
              <a:solidFill>
                <a:srgbClr val="9BBB59"/>
              </a:solidFill>
              <a:latin typeface="Calibri"/>
              <a:cs typeface="Calibri"/>
            </a:endParaRPr>
          </a:p>
          <a:p>
            <a:pPr marL="0" indent="0">
              <a:buNone/>
            </a:pPr>
            <a:endParaRPr lang="en-US" sz="1500">
              <a:latin typeface="Calibri"/>
              <a:cs typeface="Calibri"/>
            </a:endParaRPr>
          </a:p>
          <a:p>
            <a:pPr marL="457200" indent="-457200">
              <a:buAutoNum type="alphaUcPeriod"/>
            </a:pPr>
            <a:endParaRPr lang="en-US" sz="2500" b="1">
              <a:latin typeface="Calibri"/>
              <a:cs typeface="Calibri"/>
            </a:endParaRPr>
          </a:p>
          <a:p>
            <a:pPr algn="just">
              <a:lnSpc>
                <a:spcPct val="150000"/>
              </a:lnSpc>
            </a:pPr>
            <a:endParaRPr lang="en-US" altLang="en-US" sz="2400">
              <a:latin typeface="Times New Roman" panose="02020603050405020304" pitchFamily="18" charset="0"/>
              <a:cs typeface="Times New Roman" panose="02020603050405020304" pitchFamily="18" charset="0"/>
            </a:endParaRPr>
          </a:p>
          <a:p>
            <a:pPr>
              <a:buNone/>
            </a:pPr>
            <a:endParaRPr lang="en-US" altLang="en-US">
              <a:latin typeface="Calibri"/>
              <a:cs typeface="Calibri"/>
            </a:endParaRPr>
          </a:p>
        </p:txBody>
      </p:sp>
      <p:pic>
        <p:nvPicPr>
          <p:cNvPr id="8" name="Picture 7">
            <a:extLst>
              <a:ext uri="{FF2B5EF4-FFF2-40B4-BE49-F238E27FC236}">
                <a16:creationId xmlns:a16="http://schemas.microsoft.com/office/drawing/2014/main" id="{33C35B88-3E16-4136-A3CE-A68C28EA89E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833" y="3631"/>
            <a:ext cx="1401117" cy="748430"/>
          </a:xfrm>
          <a:prstGeom prst="rect">
            <a:avLst/>
          </a:prstGeom>
        </p:spPr>
      </p:pic>
    </p:spTree>
    <p:extLst>
      <p:ext uri="{BB962C8B-B14F-4D97-AF65-F5344CB8AC3E}">
        <p14:creationId xmlns:p14="http://schemas.microsoft.com/office/powerpoint/2010/main" val="42379568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Content Placeholder 2">
            <a:extLst>
              <a:ext uri="{FF2B5EF4-FFF2-40B4-BE49-F238E27FC236}">
                <a16:creationId xmlns:a16="http://schemas.microsoft.com/office/drawing/2014/main" id="{242E7310-A5CE-46CC-AD4E-F2A3783B11F2}"/>
              </a:ext>
            </a:extLst>
          </p:cNvPr>
          <p:cNvSpPr>
            <a:spLocks noGrp="1"/>
          </p:cNvSpPr>
          <p:nvPr>
            <p:ph idx="1"/>
          </p:nvPr>
        </p:nvSpPr>
        <p:spPr>
          <a:xfrm>
            <a:off x="1068238" y="817563"/>
            <a:ext cx="10742762" cy="2314974"/>
          </a:xfrm>
        </p:spPr>
        <p:txBody>
          <a:bodyPr/>
          <a:lstStyle/>
          <a:p>
            <a:pPr marL="0" indent="0" algn="just">
              <a:buNone/>
            </a:pPr>
            <a:r>
              <a:rPr lang="en-US" sz="1600" b="1" dirty="0">
                <a:ea typeface="+mn-lt"/>
                <a:cs typeface="+mn-lt"/>
              </a:rPr>
              <a:t>4.What will be the output of below Python code?</a:t>
            </a:r>
            <a:endParaRPr lang="en-US" sz="1600" b="1" dirty="0">
              <a:latin typeface="Calibri"/>
              <a:cs typeface="Calibri"/>
            </a:endParaRPr>
          </a:p>
          <a:p>
            <a:pPr>
              <a:buNone/>
            </a:pPr>
            <a:r>
              <a:rPr lang="en-US" sz="1600" dirty="0">
                <a:ea typeface="+mn-lt"/>
                <a:cs typeface="+mn-lt"/>
              </a:rPr>
              <a:t>class Student: </a:t>
            </a:r>
            <a:endParaRPr lang="en-US" sz="1600" dirty="0">
              <a:cs typeface="Calibri"/>
            </a:endParaRPr>
          </a:p>
          <a:p>
            <a:pPr>
              <a:buNone/>
            </a:pPr>
            <a:r>
              <a:rPr lang="en-US" sz="1600" dirty="0">
                <a:ea typeface="+mn-lt"/>
                <a:cs typeface="+mn-lt"/>
              </a:rPr>
              <a:t>    def __</a:t>
            </a:r>
            <a:r>
              <a:rPr lang="en-US" sz="1600" dirty="0" err="1">
                <a:ea typeface="+mn-lt"/>
                <a:cs typeface="+mn-lt"/>
              </a:rPr>
              <a:t>init</a:t>
            </a:r>
            <a:r>
              <a:rPr lang="en-US" sz="1600" dirty="0">
                <a:ea typeface="+mn-lt"/>
                <a:cs typeface="+mn-lt"/>
              </a:rPr>
              <a:t>__(</a:t>
            </a:r>
            <a:r>
              <a:rPr lang="en-US" sz="1600" dirty="0" err="1">
                <a:ea typeface="+mn-lt"/>
                <a:cs typeface="+mn-lt"/>
              </a:rPr>
              <a:t>self,name,id</a:t>
            </a:r>
            <a:r>
              <a:rPr lang="en-US" sz="1600" dirty="0">
                <a:ea typeface="+mn-lt"/>
                <a:cs typeface="+mn-lt"/>
              </a:rPr>
              <a:t>): </a:t>
            </a:r>
            <a:endParaRPr lang="en-US" sz="1600" dirty="0">
              <a:cs typeface="Calibri"/>
            </a:endParaRPr>
          </a:p>
          <a:p>
            <a:pPr>
              <a:buNone/>
            </a:pPr>
            <a:r>
              <a:rPr lang="en-US" sz="1600" dirty="0">
                <a:ea typeface="+mn-lt"/>
                <a:cs typeface="+mn-lt"/>
              </a:rPr>
              <a:t>         self.name=name </a:t>
            </a:r>
            <a:endParaRPr lang="en-US" sz="1600" dirty="0">
              <a:cs typeface="Calibri"/>
            </a:endParaRPr>
          </a:p>
          <a:p>
            <a:pPr>
              <a:buNone/>
            </a:pPr>
            <a:r>
              <a:rPr lang="en-US" sz="1600" dirty="0">
                <a:ea typeface="+mn-lt"/>
                <a:cs typeface="+mn-lt"/>
              </a:rPr>
              <a:t>         self.id=id </a:t>
            </a:r>
            <a:endParaRPr lang="en-US" sz="1600" dirty="0">
              <a:cs typeface="Calibri"/>
            </a:endParaRPr>
          </a:p>
          <a:p>
            <a:pPr>
              <a:buNone/>
            </a:pPr>
            <a:r>
              <a:rPr lang="en-US" sz="1600" dirty="0">
                <a:ea typeface="+mn-lt"/>
                <a:cs typeface="+mn-lt"/>
              </a:rPr>
              <a:t>          print(self.id) </a:t>
            </a:r>
            <a:endParaRPr lang="en-US" sz="1600" dirty="0">
              <a:cs typeface="Calibri"/>
            </a:endParaRPr>
          </a:p>
          <a:p>
            <a:pPr>
              <a:buNone/>
            </a:pPr>
            <a:r>
              <a:rPr lang="en-US" sz="1600" dirty="0">
                <a:ea typeface="+mn-lt"/>
                <a:cs typeface="+mn-lt"/>
              </a:rPr>
              <a:t>std=Student("Simon",1) </a:t>
            </a:r>
            <a:endParaRPr lang="en-US" sz="1600" dirty="0">
              <a:cs typeface="Calibri"/>
            </a:endParaRPr>
          </a:p>
          <a:p>
            <a:pPr>
              <a:buNone/>
            </a:pPr>
            <a:r>
              <a:rPr lang="en-US" sz="1600" dirty="0">
                <a:ea typeface="+mn-lt"/>
                <a:cs typeface="+mn-lt"/>
              </a:rPr>
              <a:t>std.id=2 </a:t>
            </a:r>
            <a:endParaRPr lang="en-US" sz="1600" dirty="0">
              <a:cs typeface="Calibri"/>
            </a:endParaRPr>
          </a:p>
          <a:p>
            <a:pPr>
              <a:buNone/>
            </a:pPr>
            <a:r>
              <a:rPr lang="en-US" sz="1600" dirty="0">
                <a:ea typeface="+mn-lt"/>
                <a:cs typeface="+mn-lt"/>
              </a:rPr>
              <a:t>print(std.id) </a:t>
            </a:r>
          </a:p>
          <a:p>
            <a:pPr>
              <a:buNone/>
            </a:pPr>
            <a:r>
              <a:rPr lang="en-US" sz="1600" dirty="0">
                <a:cs typeface="Calibri"/>
              </a:rPr>
              <a:t>A.   1  1                     B.    1  2                C.    2    1                D.    2   2</a:t>
            </a:r>
          </a:p>
          <a:p>
            <a:pPr>
              <a:buNone/>
            </a:pPr>
            <a:r>
              <a:rPr lang="en-US" sz="1600" dirty="0">
                <a:solidFill>
                  <a:schemeClr val="accent3"/>
                </a:solidFill>
                <a:cs typeface="Calibri"/>
              </a:rPr>
              <a:t>Answer:  B</a:t>
            </a:r>
          </a:p>
          <a:p>
            <a:pPr marL="0" indent="0">
              <a:buNone/>
            </a:pPr>
            <a:r>
              <a:rPr lang="en-US" sz="1400" b="1" dirty="0">
                <a:ea typeface="+mn-lt"/>
                <a:cs typeface="+mn-lt"/>
              </a:rPr>
              <a:t>5.What type of inheritance is illustrated in the following piece of code?</a:t>
            </a:r>
            <a:endParaRPr lang="en-US" sz="1400" b="1" dirty="0">
              <a:solidFill>
                <a:srgbClr val="9BBB59"/>
              </a:solidFill>
              <a:latin typeface="Calibri"/>
              <a:cs typeface="Calibri"/>
            </a:endParaRPr>
          </a:p>
          <a:p>
            <a:pPr marL="0" indent="0">
              <a:buNone/>
            </a:pPr>
            <a:r>
              <a:rPr lang="en-US" sz="1400" dirty="0">
                <a:latin typeface="Consolas"/>
                <a:cs typeface="Calibri"/>
              </a:rPr>
              <a:t>class A():
    pass
class B(A):
    pass
class C(B):
    pass</a:t>
            </a:r>
            <a:endParaRPr lang="en-US" sz="1400">
              <a:solidFill>
                <a:schemeClr val="accent3"/>
              </a:solidFill>
              <a:cs typeface="Calibri"/>
            </a:endParaRPr>
          </a:p>
          <a:p>
            <a:pPr marL="0" indent="0">
              <a:buNone/>
            </a:pPr>
            <a:r>
              <a:rPr lang="en-US" sz="1400" dirty="0" err="1">
                <a:solidFill>
                  <a:srgbClr val="000000"/>
                </a:solidFill>
                <a:latin typeface="Consolas"/>
                <a:cs typeface="Calibri"/>
              </a:rPr>
              <a:t>A.</a:t>
            </a:r>
            <a:r>
              <a:rPr lang="en-US" sz="1400" dirty="0" err="1">
                <a:ea typeface="+mn-lt"/>
                <a:cs typeface="+mn-lt"/>
              </a:rPr>
              <a:t>Multi</a:t>
            </a:r>
            <a:r>
              <a:rPr lang="en-US" sz="1400" dirty="0">
                <a:ea typeface="+mn-lt"/>
                <a:cs typeface="+mn-lt"/>
              </a:rPr>
              <a:t>-level inheritance       </a:t>
            </a:r>
            <a:endParaRPr lang="en-US" sz="1400" dirty="0">
              <a:solidFill>
                <a:srgbClr val="000000"/>
              </a:solidFill>
              <a:latin typeface="Consolas"/>
              <a:cs typeface="Calibri"/>
            </a:endParaRPr>
          </a:p>
          <a:p>
            <a:pPr marL="0" indent="0">
              <a:buNone/>
            </a:pPr>
            <a:endParaRPr lang="en-US" sz="1400" dirty="0">
              <a:solidFill>
                <a:srgbClr val="000000"/>
              </a:solidFill>
              <a:latin typeface="Consolas"/>
              <a:cs typeface="Calibri"/>
            </a:endParaRPr>
          </a:p>
          <a:p>
            <a:pPr marL="0" indent="0">
              <a:buNone/>
            </a:pPr>
            <a:r>
              <a:rPr lang="en-US" sz="1400" dirty="0">
                <a:solidFill>
                  <a:schemeClr val="accent3"/>
                </a:solidFill>
                <a:cs typeface="Calibri"/>
              </a:rPr>
              <a:t>Answer: A</a:t>
            </a:r>
            <a:endParaRPr lang="en-US" dirty="0">
              <a:solidFill>
                <a:schemeClr val="accent3"/>
              </a:solidFill>
            </a:endParaRPr>
          </a:p>
        </p:txBody>
      </p:sp>
      <p:sp>
        <p:nvSpPr>
          <p:cNvPr id="4" name="Date Placeholder 3">
            <a:extLst>
              <a:ext uri="{FF2B5EF4-FFF2-40B4-BE49-F238E27FC236}">
                <a16:creationId xmlns:a16="http://schemas.microsoft.com/office/drawing/2014/main" id="{F677EA0E-CCD2-48ED-9BFF-595A3D0DC0A7}"/>
              </a:ext>
            </a:extLst>
          </p:cNvPr>
          <p:cNvSpPr>
            <a:spLocks noGrp="1"/>
          </p:cNvSpPr>
          <p:nvPr>
            <p:ph type="dt" sz="quarter" idx="10"/>
          </p:nvPr>
        </p:nvSpPr>
        <p:spPr/>
        <p:txBody>
          <a:bodyPr/>
          <a:lstStyle/>
          <a:p>
            <a:pPr>
              <a:defRPr/>
            </a:pPr>
            <a:fld id="{95E0997B-D96D-4024-88F2-5B5A5643C387}" type="datetime1">
              <a:rPr lang="en-US" smtClean="0"/>
              <a:pPr>
                <a:defRPr/>
              </a:pPr>
              <a:t>5/17/2022</a:t>
            </a:fld>
            <a:endParaRPr lang="en-US"/>
          </a:p>
        </p:txBody>
      </p:sp>
      <p:sp>
        <p:nvSpPr>
          <p:cNvPr id="5" name="Footer Placeholder 4">
            <a:extLst>
              <a:ext uri="{FF2B5EF4-FFF2-40B4-BE49-F238E27FC236}">
                <a16:creationId xmlns:a16="http://schemas.microsoft.com/office/drawing/2014/main" id="{949EB804-C32C-4386-82C1-BD8E266748B9}"/>
              </a:ext>
            </a:extLst>
          </p:cNvPr>
          <p:cNvSpPr>
            <a:spLocks noGrp="1"/>
          </p:cNvSpPr>
          <p:nvPr>
            <p:ph type="ftr" sz="quarter" idx="11"/>
          </p:nvPr>
        </p:nvSpPr>
        <p:spPr>
          <a:xfrm>
            <a:off x="4038600" y="6356350"/>
            <a:ext cx="5029200" cy="365125"/>
          </a:xfrm>
        </p:spPr>
        <p:txBody>
          <a:bodyPr/>
          <a:lstStyle/>
          <a:p>
            <a:pPr>
              <a:defRPr/>
            </a:pPr>
            <a:r>
              <a:rPr lang="en-US"/>
              <a:t>(Programming in Advanced Python)                                 Unit No:2</a:t>
            </a:r>
          </a:p>
        </p:txBody>
      </p:sp>
      <p:sp>
        <p:nvSpPr>
          <p:cNvPr id="28677" name="Slide Number Placeholder 5">
            <a:extLst>
              <a:ext uri="{FF2B5EF4-FFF2-40B4-BE49-F238E27FC236}">
                <a16:creationId xmlns:a16="http://schemas.microsoft.com/office/drawing/2014/main" id="{6DE5348D-8BD4-45CB-B85A-CD7DC68A6838}"/>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39D0E61C-4447-4F50-BFCB-16DEA96BD257}" type="slidenum">
              <a:rPr lang="en-US" altLang="en-US" sz="1200" dirty="0">
                <a:solidFill>
                  <a:srgbClr val="898989"/>
                </a:solidFill>
              </a:rPr>
              <a:pPr>
                <a:spcBef>
                  <a:spcPct val="0"/>
                </a:spcBef>
                <a:buFontTx/>
                <a:buNone/>
              </a:pPr>
              <a:t>23</a:t>
            </a:fld>
            <a:endParaRPr lang="en-US" altLang="en-US" sz="1200">
              <a:solidFill>
                <a:srgbClr val="898989"/>
              </a:solidFill>
            </a:endParaRPr>
          </a:p>
        </p:txBody>
      </p:sp>
      <p:sp>
        <p:nvSpPr>
          <p:cNvPr id="7" name="Title 1">
            <a:extLst>
              <a:ext uri="{FF2B5EF4-FFF2-40B4-BE49-F238E27FC236}">
                <a16:creationId xmlns:a16="http://schemas.microsoft.com/office/drawing/2014/main" id="{0A885FA1-8346-4A25-9069-31BFD410DE10}"/>
              </a:ext>
            </a:extLst>
          </p:cNvPr>
          <p:cNvSpPr txBox="1">
            <a:spLocks/>
          </p:cNvSpPr>
          <p:nvPr/>
        </p:nvSpPr>
        <p:spPr>
          <a:xfrm>
            <a:off x="1600200" y="0"/>
            <a:ext cx="10591800" cy="609600"/>
          </a:xfrm>
          <a:prstGeom prst="rect">
            <a:avLst/>
          </a:prstGeom>
        </p:spPr>
        <p:style>
          <a:lnRef idx="1">
            <a:schemeClr val="accent5"/>
          </a:lnRef>
          <a:fillRef idx="2">
            <a:schemeClr val="accent5"/>
          </a:fillRef>
          <a:effectRef idx="1">
            <a:schemeClr val="accent5"/>
          </a:effectRef>
          <a:fontRef idx="minor">
            <a:schemeClr val="dk1"/>
          </a:fontRef>
        </p:style>
        <p:txBody>
          <a:bodyPr lIns="91440" tIns="45720" rIns="91440" bIns="45720" anchor="ctr"/>
          <a:lstStyle/>
          <a:p>
            <a:pPr algn="ctr">
              <a:defRPr/>
            </a:pPr>
            <a:r>
              <a:rPr lang="en-US" sz="2800">
                <a:latin typeface="Times New Roman"/>
                <a:cs typeface="Times New Roman"/>
              </a:rPr>
              <a:t>Daily MCQs</a:t>
            </a:r>
            <a:endParaRPr lang="en-US" sz="2800">
              <a:latin typeface="Times New Roman" pitchFamily="18" charset="0"/>
              <a:cs typeface="Times New Roman" pitchFamily="18" charset="0"/>
            </a:endParaRPr>
          </a:p>
        </p:txBody>
      </p:sp>
    </p:spTree>
    <p:extLst>
      <p:ext uri="{BB962C8B-B14F-4D97-AF65-F5344CB8AC3E}">
        <p14:creationId xmlns:p14="http://schemas.microsoft.com/office/powerpoint/2010/main" val="3871153849"/>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8674"/>
                                        </p:tgtEl>
                                        <p:attrNameLst>
                                          <p:attrName>style.visibility</p:attrName>
                                        </p:attrNameLst>
                                      </p:cBhvr>
                                      <p:to>
                                        <p:strVal val="visible"/>
                                      </p:to>
                                    </p:set>
                                    <p:anim calcmode="lin" valueType="num">
                                      <p:cBhvr additive="base">
                                        <p:cTn id="7" dur="500" fill="hold"/>
                                        <p:tgtEl>
                                          <p:spTgt spid="28674"/>
                                        </p:tgtEl>
                                        <p:attrNameLst>
                                          <p:attrName>ppt_x</p:attrName>
                                        </p:attrNameLst>
                                      </p:cBhvr>
                                      <p:tavLst>
                                        <p:tav tm="0">
                                          <p:val>
                                            <p:strVal val="#ppt_x"/>
                                          </p:val>
                                        </p:tav>
                                        <p:tav tm="100000">
                                          <p:val>
                                            <p:strVal val="#ppt_x"/>
                                          </p:val>
                                        </p:tav>
                                      </p:tavLst>
                                    </p:anim>
                                    <p:anim calcmode="lin" valueType="num">
                                      <p:cBhvr additive="base">
                                        <p:cTn id="8" dur="500" fill="hold"/>
                                        <p:tgtEl>
                                          <p:spTgt spid="2867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4"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CE7292-1275-4AFD-B450-0250E07F4CA1}"/>
              </a:ext>
            </a:extLst>
          </p:cNvPr>
          <p:cNvSpPr>
            <a:spLocks noGrp="1"/>
          </p:cNvSpPr>
          <p:nvPr>
            <p:ph idx="1"/>
          </p:nvPr>
        </p:nvSpPr>
        <p:spPr/>
        <p:txBody>
          <a:bodyPr/>
          <a:lstStyle/>
          <a:p>
            <a:pPr marL="0" indent="0">
              <a:buNone/>
            </a:pPr>
            <a:r>
              <a:rPr lang="en-US" sz="1600" dirty="0">
                <a:ea typeface="+mn-lt"/>
                <a:cs typeface="+mn-lt"/>
              </a:rPr>
              <a:t>6.When defining a subclass in Python that is meant to serve as a subtype, the subtype Python keyword is used.</a:t>
            </a:r>
            <a:br>
              <a:rPr lang="en-US" sz="1600" dirty="0">
                <a:ea typeface="+mn-lt"/>
                <a:cs typeface="+mn-lt"/>
              </a:rPr>
            </a:br>
            <a:r>
              <a:rPr lang="en-US" sz="1600" dirty="0">
                <a:ea typeface="+mn-lt"/>
                <a:cs typeface="+mn-lt"/>
              </a:rPr>
              <a:t>a) True</a:t>
            </a:r>
            <a:br>
              <a:rPr lang="en-US" sz="1600" dirty="0">
                <a:ea typeface="+mn-lt"/>
                <a:cs typeface="+mn-lt"/>
              </a:rPr>
            </a:br>
            <a:r>
              <a:rPr lang="en-US" sz="1600" dirty="0">
                <a:ea typeface="+mn-lt"/>
                <a:cs typeface="+mn-lt"/>
              </a:rPr>
              <a:t>b) False                                                                                         </a:t>
            </a:r>
            <a:r>
              <a:rPr lang="en-US" sz="1600" dirty="0">
                <a:solidFill>
                  <a:schemeClr val="accent3">
                    <a:lumMod val="75000"/>
                  </a:schemeClr>
                </a:solidFill>
                <a:ea typeface="+mn-lt"/>
                <a:cs typeface="+mn-lt"/>
              </a:rPr>
              <a:t>Answer-B</a:t>
            </a:r>
          </a:p>
          <a:p>
            <a:pPr marL="0" indent="0">
              <a:buNone/>
            </a:pPr>
            <a:endParaRPr lang="en-US" sz="1600" dirty="0">
              <a:solidFill>
                <a:schemeClr val="accent3">
                  <a:lumMod val="75000"/>
                </a:schemeClr>
              </a:solidFill>
              <a:ea typeface="+mn-lt"/>
              <a:cs typeface="+mn-lt"/>
            </a:endParaRPr>
          </a:p>
          <a:p>
            <a:pPr marL="0" indent="0">
              <a:buNone/>
            </a:pPr>
            <a:r>
              <a:rPr lang="en-US" sz="1600" dirty="0">
                <a:ea typeface="+mn-lt"/>
                <a:cs typeface="+mn-lt"/>
              </a:rPr>
              <a:t>7.Suppose B is a subclass of A, to invoke the __</a:t>
            </a:r>
            <a:r>
              <a:rPr lang="en-US" sz="1600" dirty="0" err="1">
                <a:ea typeface="+mn-lt"/>
                <a:cs typeface="+mn-lt"/>
              </a:rPr>
              <a:t>init</a:t>
            </a:r>
            <a:r>
              <a:rPr lang="en-US" sz="1600" dirty="0">
                <a:ea typeface="+mn-lt"/>
                <a:cs typeface="+mn-lt"/>
              </a:rPr>
              <a:t>__ method in A from B, what is the line of code you should write?</a:t>
            </a:r>
            <a:br>
              <a:rPr lang="en-US" sz="1600" dirty="0">
                <a:ea typeface="+mn-lt"/>
                <a:cs typeface="+mn-lt"/>
              </a:rPr>
            </a:br>
            <a:r>
              <a:rPr lang="en-US" sz="1600" dirty="0">
                <a:ea typeface="+mn-lt"/>
                <a:cs typeface="+mn-lt"/>
              </a:rPr>
              <a:t>a) </a:t>
            </a:r>
            <a:r>
              <a:rPr lang="en-US" sz="1600" dirty="0" err="1">
                <a:ea typeface="+mn-lt"/>
                <a:cs typeface="+mn-lt"/>
              </a:rPr>
              <a:t>A.__init</a:t>
            </a:r>
            <a:r>
              <a:rPr lang="en-US" sz="1600" dirty="0">
                <a:ea typeface="+mn-lt"/>
                <a:cs typeface="+mn-lt"/>
              </a:rPr>
              <a:t>__(self)</a:t>
            </a:r>
            <a:br>
              <a:rPr lang="en-US" sz="1600" dirty="0">
                <a:ea typeface="+mn-lt"/>
                <a:cs typeface="+mn-lt"/>
              </a:rPr>
            </a:br>
            <a:r>
              <a:rPr lang="en-US" sz="1600" dirty="0">
                <a:ea typeface="+mn-lt"/>
                <a:cs typeface="+mn-lt"/>
              </a:rPr>
              <a:t>b) </a:t>
            </a:r>
            <a:r>
              <a:rPr lang="en-US" sz="1600" dirty="0" err="1">
                <a:ea typeface="+mn-lt"/>
                <a:cs typeface="+mn-lt"/>
              </a:rPr>
              <a:t>B.__init</a:t>
            </a:r>
            <a:r>
              <a:rPr lang="en-US" sz="1600" dirty="0">
                <a:ea typeface="+mn-lt"/>
                <a:cs typeface="+mn-lt"/>
              </a:rPr>
              <a:t>__(self)</a:t>
            </a:r>
            <a:br>
              <a:rPr lang="en-US" sz="1600" dirty="0">
                <a:ea typeface="+mn-lt"/>
                <a:cs typeface="+mn-lt"/>
              </a:rPr>
            </a:br>
            <a:r>
              <a:rPr lang="en-US" sz="1600" dirty="0">
                <a:ea typeface="+mn-lt"/>
                <a:cs typeface="+mn-lt"/>
              </a:rPr>
              <a:t>c) </a:t>
            </a:r>
            <a:r>
              <a:rPr lang="en-US" sz="1600" dirty="0" err="1">
                <a:ea typeface="+mn-lt"/>
                <a:cs typeface="+mn-lt"/>
              </a:rPr>
              <a:t>A.__init</a:t>
            </a:r>
            <a:r>
              <a:rPr lang="en-US" sz="1600" dirty="0">
                <a:ea typeface="+mn-lt"/>
                <a:cs typeface="+mn-lt"/>
              </a:rPr>
              <a:t>__(B)</a:t>
            </a:r>
            <a:br>
              <a:rPr lang="en-US" sz="1600" dirty="0">
                <a:ea typeface="+mn-lt"/>
                <a:cs typeface="+mn-lt"/>
              </a:rPr>
            </a:br>
            <a:r>
              <a:rPr lang="en-US" sz="1600" dirty="0">
                <a:ea typeface="+mn-lt"/>
                <a:cs typeface="+mn-lt"/>
              </a:rPr>
              <a:t>d) </a:t>
            </a:r>
            <a:r>
              <a:rPr lang="en-US" sz="1600" dirty="0" err="1">
                <a:ea typeface="+mn-lt"/>
                <a:cs typeface="+mn-lt"/>
              </a:rPr>
              <a:t>B.__init</a:t>
            </a:r>
            <a:r>
              <a:rPr lang="en-US" sz="1600" dirty="0">
                <a:ea typeface="+mn-lt"/>
                <a:cs typeface="+mn-lt"/>
              </a:rPr>
              <a:t>__(A)                                                                             </a:t>
            </a:r>
            <a:r>
              <a:rPr lang="en-US" sz="1600" dirty="0">
                <a:solidFill>
                  <a:schemeClr val="accent3">
                    <a:lumMod val="75000"/>
                  </a:schemeClr>
                </a:solidFill>
                <a:ea typeface="+mn-lt"/>
                <a:cs typeface="+mn-lt"/>
              </a:rPr>
              <a:t>Answer-A</a:t>
            </a:r>
          </a:p>
          <a:p>
            <a:pPr marL="0" indent="0">
              <a:buNone/>
            </a:pPr>
            <a:endParaRPr lang="en-US" sz="1600" dirty="0">
              <a:solidFill>
                <a:schemeClr val="accent3">
                  <a:lumMod val="75000"/>
                </a:schemeClr>
              </a:solidFill>
              <a:ea typeface="+mn-lt"/>
              <a:cs typeface="+mn-lt"/>
            </a:endParaRPr>
          </a:p>
          <a:p>
            <a:pPr marL="0" indent="0">
              <a:buNone/>
            </a:pPr>
            <a:r>
              <a:rPr lang="en-US" sz="1600" dirty="0">
                <a:solidFill>
                  <a:schemeClr val="tx1">
                    <a:lumMod val="85000"/>
                    <a:lumOff val="15000"/>
                  </a:schemeClr>
                </a:solidFill>
                <a:ea typeface="+mn-lt"/>
                <a:cs typeface="+mn-lt"/>
              </a:rPr>
              <a:t>8.</a:t>
            </a:r>
            <a:r>
              <a:rPr lang="en-US" sz="1600" dirty="0"/>
              <a:t> Which of the following is not a type of inheritance?</a:t>
            </a:r>
            <a:br>
              <a:rPr lang="en-US" sz="1600" dirty="0"/>
            </a:br>
            <a:r>
              <a:rPr lang="en-US" sz="1600" dirty="0"/>
              <a:t>a) Double-level</a:t>
            </a:r>
            <a:br>
              <a:rPr lang="en-US" sz="1600" dirty="0"/>
            </a:br>
            <a:r>
              <a:rPr lang="en-US" sz="1600" dirty="0"/>
              <a:t>b) Multi-level</a:t>
            </a:r>
            <a:br>
              <a:rPr lang="en-US" sz="1600" dirty="0"/>
            </a:br>
            <a:r>
              <a:rPr lang="en-US" sz="1600" dirty="0"/>
              <a:t>c) Single-level</a:t>
            </a:r>
            <a:br>
              <a:rPr lang="en-US" sz="1600" dirty="0"/>
            </a:br>
            <a:r>
              <a:rPr lang="en-US" sz="1600" dirty="0"/>
              <a:t>d) Multiple					</a:t>
            </a:r>
            <a:r>
              <a:rPr lang="en-US" sz="1600" dirty="0">
                <a:solidFill>
                  <a:schemeClr val="accent3">
                    <a:lumMod val="75000"/>
                  </a:schemeClr>
                </a:solidFill>
              </a:rPr>
              <a:t>   Answer-A</a:t>
            </a:r>
            <a:endParaRPr lang="en-US" sz="1600" dirty="0">
              <a:solidFill>
                <a:schemeClr val="accent3">
                  <a:lumMod val="75000"/>
                </a:schemeClr>
              </a:solidFill>
              <a:ea typeface="+mn-lt"/>
              <a:cs typeface="+mn-lt"/>
            </a:endParaRPr>
          </a:p>
        </p:txBody>
      </p:sp>
      <p:sp>
        <p:nvSpPr>
          <p:cNvPr id="4" name="Date Placeholder 3">
            <a:extLst>
              <a:ext uri="{FF2B5EF4-FFF2-40B4-BE49-F238E27FC236}">
                <a16:creationId xmlns:a16="http://schemas.microsoft.com/office/drawing/2014/main" id="{08DA95AF-B019-49AD-A324-6DEA4BEF76F7}"/>
              </a:ext>
            </a:extLst>
          </p:cNvPr>
          <p:cNvSpPr>
            <a:spLocks noGrp="1"/>
          </p:cNvSpPr>
          <p:nvPr>
            <p:ph type="dt" sz="half" idx="10"/>
          </p:nvPr>
        </p:nvSpPr>
        <p:spPr/>
        <p:txBody>
          <a:bodyPr/>
          <a:lstStyle/>
          <a:p>
            <a:pPr>
              <a:defRPr/>
            </a:pPr>
            <a:fld id="{DDAADE14-7B7F-4773-9C0F-018B4D4CD0EA}" type="datetime1">
              <a:rPr lang="en-US" smtClean="0"/>
              <a:pPr>
                <a:defRPr/>
              </a:pPr>
              <a:t>5/17/2022</a:t>
            </a:fld>
            <a:endParaRPr lang="en-US"/>
          </a:p>
        </p:txBody>
      </p:sp>
      <p:sp>
        <p:nvSpPr>
          <p:cNvPr id="5" name="Footer Placeholder 4">
            <a:extLst>
              <a:ext uri="{FF2B5EF4-FFF2-40B4-BE49-F238E27FC236}">
                <a16:creationId xmlns:a16="http://schemas.microsoft.com/office/drawing/2014/main" id="{0058A132-3455-435B-B768-E3DB7CCA24A7}"/>
              </a:ext>
            </a:extLst>
          </p:cNvPr>
          <p:cNvSpPr>
            <a:spLocks noGrp="1"/>
          </p:cNvSpPr>
          <p:nvPr>
            <p:ph type="ftr" sz="quarter" idx="11"/>
          </p:nvPr>
        </p:nvSpPr>
        <p:spPr/>
        <p:txBody>
          <a:bodyPr/>
          <a:lstStyle/>
          <a:p>
            <a:pPr>
              <a:defRPr/>
            </a:pPr>
            <a:r>
              <a:rPr lang="en-US"/>
              <a:t>(Programming in Advanced Python)                                 Unit No:2</a:t>
            </a:r>
          </a:p>
        </p:txBody>
      </p:sp>
      <p:sp>
        <p:nvSpPr>
          <p:cNvPr id="6" name="Slide Number Placeholder 5">
            <a:extLst>
              <a:ext uri="{FF2B5EF4-FFF2-40B4-BE49-F238E27FC236}">
                <a16:creationId xmlns:a16="http://schemas.microsoft.com/office/drawing/2014/main" id="{E4AE2956-F3DA-4769-8AB1-14B290B4F418}"/>
              </a:ext>
            </a:extLst>
          </p:cNvPr>
          <p:cNvSpPr>
            <a:spLocks noGrp="1"/>
          </p:cNvSpPr>
          <p:nvPr>
            <p:ph type="sldNum" sz="quarter" idx="12"/>
          </p:nvPr>
        </p:nvSpPr>
        <p:spPr/>
        <p:txBody>
          <a:bodyPr/>
          <a:lstStyle/>
          <a:p>
            <a:fld id="{C77C10F3-51E8-47AA-8570-6B63F9EF7985}" type="slidenum">
              <a:rPr lang="en-US" altLang="en-US"/>
              <a:pPr/>
              <a:t>24</a:t>
            </a:fld>
            <a:endParaRPr lang="en-US" altLang="en-US"/>
          </a:p>
        </p:txBody>
      </p:sp>
      <p:sp>
        <p:nvSpPr>
          <p:cNvPr id="8" name="Title 1">
            <a:extLst>
              <a:ext uri="{FF2B5EF4-FFF2-40B4-BE49-F238E27FC236}">
                <a16:creationId xmlns:a16="http://schemas.microsoft.com/office/drawing/2014/main" id="{835EB9E6-7A01-4070-ADBC-A33FF09D8823}"/>
              </a:ext>
            </a:extLst>
          </p:cNvPr>
          <p:cNvSpPr txBox="1">
            <a:spLocks/>
          </p:cNvSpPr>
          <p:nvPr/>
        </p:nvSpPr>
        <p:spPr>
          <a:xfrm>
            <a:off x="1529326" y="-1416"/>
            <a:ext cx="10645462" cy="710848"/>
          </a:xfrm>
          <a:prstGeom prst="rect">
            <a:avLst/>
          </a:prstGeom>
        </p:spPr>
        <p:style>
          <a:lnRef idx="1">
            <a:schemeClr val="accent5"/>
          </a:lnRef>
          <a:fillRef idx="2">
            <a:schemeClr val="accent5"/>
          </a:fillRef>
          <a:effectRef idx="1">
            <a:schemeClr val="accent5"/>
          </a:effectRef>
          <a:fontRef idx="minor">
            <a:schemeClr val="dk1"/>
          </a:fontRef>
        </p:style>
        <p:txBody>
          <a:bodyPr lIns="91440" tIns="45720" rIns="91440" bIns="45720" anchor="ctr"/>
          <a:lstStyle/>
          <a:p>
            <a:pPr algn="ctr">
              <a:defRPr/>
            </a:pPr>
            <a:r>
              <a:rPr lang="en-US" sz="2800">
                <a:latin typeface="Times New Roman"/>
                <a:cs typeface="Times New Roman"/>
              </a:rPr>
              <a:t>Daily MCQs</a:t>
            </a:r>
            <a:endParaRPr lang="en-US" sz="2800">
              <a:latin typeface="Times New Roman" pitchFamily="18" charset="0"/>
              <a:cs typeface="Times New Roman" pitchFamily="18" charset="0"/>
            </a:endParaRPr>
          </a:p>
        </p:txBody>
      </p:sp>
    </p:spTree>
    <p:extLst>
      <p:ext uri="{BB962C8B-B14F-4D97-AF65-F5344CB8AC3E}">
        <p14:creationId xmlns:p14="http://schemas.microsoft.com/office/powerpoint/2010/main" val="37628425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6A76013-057B-4741-B132-3B20E9BAB21B}"/>
              </a:ext>
            </a:extLst>
          </p:cNvPr>
          <p:cNvSpPr>
            <a:spLocks noGrp="1"/>
          </p:cNvSpPr>
          <p:nvPr>
            <p:ph idx="1"/>
          </p:nvPr>
        </p:nvSpPr>
        <p:spPr>
          <a:xfrm>
            <a:off x="1600200" y="1143000"/>
            <a:ext cx="10363200" cy="4495800"/>
          </a:xfrm>
        </p:spPr>
        <p:txBody>
          <a:bodyPr/>
          <a:lstStyle/>
          <a:p>
            <a:pPr algn="just"/>
            <a:r>
              <a:rPr lang="en-US" altLang="en-US" sz="2800">
                <a:latin typeface="Times New Roman" panose="02020603050405020304" pitchFamily="18" charset="0"/>
                <a:cs typeface="Times New Roman" panose="02020603050405020304" pitchFamily="18" charset="0"/>
              </a:rPr>
              <a:t>If we write constructor in the both classes, parent class and child class then the parent class constructor is not available to the child class. </a:t>
            </a:r>
          </a:p>
          <a:p>
            <a:pPr algn="just"/>
            <a:r>
              <a:rPr lang="en-US" altLang="en-US" sz="2800">
                <a:latin typeface="Times New Roman" panose="02020603050405020304" pitchFamily="18" charset="0"/>
                <a:cs typeface="Times New Roman" panose="02020603050405020304" pitchFamily="18" charset="0"/>
              </a:rPr>
              <a:t>In this case only child class constructor is accessible which means child class constructor is replacing parent class constructor.</a:t>
            </a:r>
          </a:p>
          <a:p>
            <a:pPr algn="just"/>
            <a:r>
              <a:rPr lang="en-US" altLang="en-US" sz="2800">
                <a:latin typeface="Times New Roman" panose="02020603050405020304" pitchFamily="18" charset="0"/>
                <a:cs typeface="Times New Roman" panose="02020603050405020304" pitchFamily="18" charset="0"/>
              </a:rPr>
              <a:t>Constructor overriding is used when programmer want to modify the existing behavior of a constructor.</a:t>
            </a:r>
          </a:p>
        </p:txBody>
      </p:sp>
      <p:sp>
        <p:nvSpPr>
          <p:cNvPr id="4" name="Title 1">
            <a:extLst>
              <a:ext uri="{FF2B5EF4-FFF2-40B4-BE49-F238E27FC236}">
                <a16:creationId xmlns:a16="http://schemas.microsoft.com/office/drawing/2014/main" id="{F0435FCF-40C7-4C36-A204-AD57A7026B7E}"/>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US" sz="3200" b="1">
                <a:latin typeface="Times New Roman" pitchFamily="18" charset="0"/>
                <a:cs typeface="Times New Roman" pitchFamily="18" charset="0"/>
              </a:rPr>
              <a:t>Constructor Overriding(CO2)</a:t>
            </a:r>
          </a:p>
        </p:txBody>
      </p:sp>
      <p:sp>
        <p:nvSpPr>
          <p:cNvPr id="6" name="Date Placeholder 5">
            <a:extLst>
              <a:ext uri="{FF2B5EF4-FFF2-40B4-BE49-F238E27FC236}">
                <a16:creationId xmlns:a16="http://schemas.microsoft.com/office/drawing/2014/main" id="{3779806C-51CC-4EC3-A861-3996CE57CBA8}"/>
              </a:ext>
            </a:extLst>
          </p:cNvPr>
          <p:cNvSpPr>
            <a:spLocks noGrp="1"/>
          </p:cNvSpPr>
          <p:nvPr>
            <p:ph type="dt" sz="quarter" idx="10"/>
          </p:nvPr>
        </p:nvSpPr>
        <p:spPr/>
        <p:txBody>
          <a:bodyPr/>
          <a:lstStyle/>
          <a:p>
            <a:pPr>
              <a:defRPr/>
            </a:pPr>
            <a:fld id="{F8FD24E3-9E34-42D7-8664-0FD2DBA657FA}" type="datetime1">
              <a:rPr lang="en-US" smtClean="0"/>
              <a:pPr>
                <a:defRPr/>
              </a:pPr>
              <a:t>5/17/2022</a:t>
            </a:fld>
            <a:endParaRPr lang="en-US"/>
          </a:p>
        </p:txBody>
      </p:sp>
      <p:sp>
        <p:nvSpPr>
          <p:cNvPr id="7" name="Footer Placeholder 6">
            <a:extLst>
              <a:ext uri="{FF2B5EF4-FFF2-40B4-BE49-F238E27FC236}">
                <a16:creationId xmlns:a16="http://schemas.microsoft.com/office/drawing/2014/main" id="{1492BD1E-A8D8-470D-BCC3-12118438BF5C}"/>
              </a:ext>
            </a:extLst>
          </p:cNvPr>
          <p:cNvSpPr>
            <a:spLocks noGrp="1"/>
          </p:cNvSpPr>
          <p:nvPr>
            <p:ph type="ftr" sz="quarter" idx="11"/>
          </p:nvPr>
        </p:nvSpPr>
        <p:spPr>
          <a:xfrm>
            <a:off x="3048000" y="6356350"/>
            <a:ext cx="6248400" cy="365125"/>
          </a:xfrm>
        </p:spPr>
        <p:txBody>
          <a:bodyPr/>
          <a:lstStyle/>
          <a:p>
            <a:pPr>
              <a:defRPr/>
            </a:pPr>
            <a:r>
              <a:rPr lang="en-US"/>
              <a:t>(Programming in Advanced Python)                                 Unit No:2</a:t>
            </a:r>
          </a:p>
        </p:txBody>
      </p:sp>
      <p:sp>
        <p:nvSpPr>
          <p:cNvPr id="30727" name="Slide Number Placeholder 7">
            <a:extLst>
              <a:ext uri="{FF2B5EF4-FFF2-40B4-BE49-F238E27FC236}">
                <a16:creationId xmlns:a16="http://schemas.microsoft.com/office/drawing/2014/main" id="{384F1580-5AF5-4CED-9BEB-FFD298E8778D}"/>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86A7735B-D5EF-4503-A9B1-C83ED8D46F3B}" type="slidenum">
              <a:rPr lang="en-US" altLang="en-US" sz="1200">
                <a:solidFill>
                  <a:srgbClr val="898989"/>
                </a:solidFill>
              </a:rPr>
              <a:pPr>
                <a:spcBef>
                  <a:spcPct val="0"/>
                </a:spcBef>
                <a:buFontTx/>
                <a:buNone/>
              </a:pPr>
              <a:t>25</a:t>
            </a:fld>
            <a:endParaRPr lang="en-US" altLang="en-US" sz="1200">
              <a:solidFill>
                <a:srgbClr val="898989"/>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99AA0AA-D581-40A4-9228-453261E32F14}"/>
              </a:ext>
            </a:extLst>
          </p:cNvPr>
          <p:cNvSpPr>
            <a:spLocks noGrp="1"/>
          </p:cNvSpPr>
          <p:nvPr>
            <p:ph idx="1"/>
          </p:nvPr>
        </p:nvSpPr>
        <p:spPr>
          <a:xfrm>
            <a:off x="1585823" y="688167"/>
            <a:ext cx="10301377" cy="5536421"/>
          </a:xfrm>
        </p:spPr>
        <p:txBody>
          <a:bodyPr/>
          <a:lstStyle/>
          <a:p>
            <a:pPr marL="0" indent="0">
              <a:buFont typeface="Arial" panose="020B0604020202020204" pitchFamily="34" charset="0"/>
              <a:buNone/>
            </a:pPr>
            <a:r>
              <a:rPr lang="en-US" altLang="en-US" sz="2800">
                <a:latin typeface="Times New Roman"/>
                <a:cs typeface="Times New Roman"/>
              </a:rPr>
              <a:t>class Father:</a:t>
            </a:r>
          </a:p>
          <a:p>
            <a:pPr marL="0" indent="0">
              <a:buFont typeface="Arial" panose="020B0604020202020204" pitchFamily="34" charset="0"/>
              <a:buNone/>
            </a:pPr>
            <a:r>
              <a:rPr lang="en-US" altLang="en-US" sz="2800">
                <a:latin typeface="Times New Roman"/>
                <a:cs typeface="Times New Roman"/>
              </a:rPr>
              <a:t>	def __init__(self):</a:t>
            </a:r>
          </a:p>
          <a:p>
            <a:pPr marL="0" indent="0">
              <a:buFont typeface="Arial" panose="020B0604020202020204" pitchFamily="34" charset="0"/>
              <a:buNone/>
            </a:pPr>
            <a:r>
              <a:rPr lang="en-US" altLang="en-US" sz="2800">
                <a:latin typeface="Times New Roman"/>
                <a:cs typeface="Times New Roman"/>
              </a:rPr>
              <a:t>		self.money = 2000</a:t>
            </a:r>
          </a:p>
          <a:p>
            <a:pPr marL="0" indent="0">
              <a:buFont typeface="Arial" panose="020B0604020202020204" pitchFamily="34" charset="0"/>
              <a:buNone/>
            </a:pPr>
            <a:r>
              <a:rPr lang="en-US" altLang="en-US" sz="2800">
                <a:latin typeface="Times New Roman"/>
                <a:cs typeface="Times New Roman"/>
              </a:rPr>
              <a:t>		print("Father Class Constructor")	</a:t>
            </a:r>
          </a:p>
          <a:p>
            <a:pPr marL="0" indent="0">
              <a:buFont typeface="Arial" panose="020B0604020202020204" pitchFamily="34" charset="0"/>
              <a:buNone/>
            </a:pPr>
            <a:r>
              <a:rPr lang="en-US" altLang="en-US" sz="2800">
                <a:latin typeface="Times New Roman"/>
                <a:cs typeface="Times New Roman"/>
              </a:rPr>
              <a:t>class Son(Father):</a:t>
            </a:r>
          </a:p>
          <a:p>
            <a:pPr marL="0" indent="0">
              <a:buFont typeface="Arial" panose="020B0604020202020204" pitchFamily="34" charset="0"/>
              <a:buNone/>
            </a:pPr>
            <a:r>
              <a:rPr lang="en-US" altLang="en-US" sz="2800">
                <a:latin typeface="Times New Roman"/>
                <a:cs typeface="Times New Roman"/>
              </a:rPr>
              <a:t>	def __init__(self):</a:t>
            </a:r>
          </a:p>
          <a:p>
            <a:pPr marL="0" indent="0">
              <a:buFont typeface="Arial" panose="020B0604020202020204" pitchFamily="34" charset="0"/>
              <a:buNone/>
            </a:pPr>
            <a:r>
              <a:rPr lang="en-US" altLang="en-US" sz="2800">
                <a:latin typeface="Times New Roman"/>
                <a:cs typeface="Times New Roman"/>
              </a:rPr>
              <a:t>		self.money = 5000</a:t>
            </a:r>
          </a:p>
          <a:p>
            <a:pPr marL="0" indent="0">
              <a:buFont typeface="Arial" panose="020B0604020202020204" pitchFamily="34" charset="0"/>
              <a:buNone/>
            </a:pPr>
            <a:r>
              <a:rPr lang="en-US" altLang="en-US" sz="2800">
                <a:latin typeface="Times New Roman"/>
                <a:cs typeface="Times New Roman"/>
              </a:rPr>
              <a:t>		print("Son Class Constructor")</a:t>
            </a:r>
          </a:p>
          <a:p>
            <a:pPr marL="0" indent="0">
              <a:buFont typeface="Arial" panose="020B0604020202020204" pitchFamily="34" charset="0"/>
              <a:buNone/>
            </a:pPr>
            <a:r>
              <a:rPr lang="en-US" altLang="en-US" sz="2800">
                <a:latin typeface="Times New Roman"/>
                <a:cs typeface="Times New Roman"/>
              </a:rPr>
              <a:t>	def disp(self):</a:t>
            </a:r>
          </a:p>
          <a:p>
            <a:pPr marL="0" indent="0">
              <a:buNone/>
            </a:pPr>
            <a:r>
              <a:rPr lang="en-US" altLang="en-US" sz="2800">
                <a:latin typeface="Times New Roman"/>
                <a:cs typeface="Times New Roman"/>
              </a:rPr>
              <a:t>		print(self.money)	</a:t>
            </a:r>
          </a:p>
          <a:p>
            <a:pPr marL="0" indent="0">
              <a:buFont typeface="Arial" panose="020B0604020202020204" pitchFamily="34" charset="0"/>
              <a:buNone/>
            </a:pPr>
            <a:r>
              <a:rPr lang="en-US" altLang="en-US" sz="2800">
                <a:latin typeface="Times New Roman"/>
                <a:cs typeface="Times New Roman"/>
              </a:rPr>
              <a:t>s = Son()</a:t>
            </a:r>
            <a:endParaRPr lang="en-US"/>
          </a:p>
          <a:p>
            <a:pPr marL="0" indent="0">
              <a:buFont typeface="Arial" panose="020B0604020202020204" pitchFamily="34" charset="0"/>
              <a:buNone/>
            </a:pPr>
            <a:r>
              <a:rPr lang="en-US" altLang="en-US" sz="2800">
                <a:latin typeface="Times New Roman"/>
                <a:cs typeface="Times New Roman"/>
              </a:rPr>
              <a:t>s.disp()</a:t>
            </a:r>
          </a:p>
        </p:txBody>
      </p:sp>
      <p:sp>
        <p:nvSpPr>
          <p:cNvPr id="4" name="TextBox 3">
            <a:extLst>
              <a:ext uri="{FF2B5EF4-FFF2-40B4-BE49-F238E27FC236}">
                <a16:creationId xmlns:a16="http://schemas.microsoft.com/office/drawing/2014/main" id="{D60041E3-2AD5-43A9-AC8A-8FE9E96575A0}"/>
              </a:ext>
            </a:extLst>
          </p:cNvPr>
          <p:cNvSpPr txBox="1">
            <a:spLocks noChangeArrowheads="1"/>
          </p:cNvSpPr>
          <p:nvPr/>
        </p:nvSpPr>
        <p:spPr bwMode="auto">
          <a:xfrm>
            <a:off x="7137400" y="2935288"/>
            <a:ext cx="320055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None/>
            </a:pPr>
            <a:r>
              <a:rPr lang="en-US" altLang="en-US" sz="2400">
                <a:latin typeface="Times New Roman"/>
                <a:cs typeface="Times New Roman"/>
              </a:rPr>
              <a:t>How can we call parent </a:t>
            </a:r>
            <a:endParaRPr lang="en-US" altLang="en-US" sz="2400">
              <a:latin typeface="Times New Roman" panose="02020603050405020304" pitchFamily="18" charset="0"/>
              <a:cs typeface="Times New Roman" panose="02020603050405020304" pitchFamily="18" charset="0"/>
            </a:endParaRPr>
          </a:p>
          <a:p>
            <a:pPr>
              <a:spcBef>
                <a:spcPct val="0"/>
              </a:spcBef>
              <a:buFontTx/>
              <a:buNone/>
            </a:pPr>
            <a:r>
              <a:rPr lang="en-US" altLang="en-US" sz="2400">
                <a:latin typeface="Times New Roman"/>
                <a:cs typeface="Times New Roman"/>
              </a:rPr>
              <a:t>class constructor ?</a:t>
            </a:r>
            <a:endParaRPr lang="en-IN" altLang="en-US" sz="2400">
              <a:latin typeface="Times New Roman"/>
              <a:cs typeface="Times New Roman"/>
            </a:endParaRPr>
          </a:p>
        </p:txBody>
      </p:sp>
      <p:sp>
        <p:nvSpPr>
          <p:cNvPr id="5" name="Title 1">
            <a:extLst>
              <a:ext uri="{FF2B5EF4-FFF2-40B4-BE49-F238E27FC236}">
                <a16:creationId xmlns:a16="http://schemas.microsoft.com/office/drawing/2014/main" id="{929A2EB1-DBDA-40A1-A818-13DE743C8215}"/>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US" sz="3200" b="1">
                <a:latin typeface="Times New Roman" pitchFamily="18" charset="0"/>
                <a:cs typeface="Times New Roman" pitchFamily="18" charset="0"/>
              </a:rPr>
              <a:t>Constructor Overriding Program(CO2)</a:t>
            </a:r>
            <a:endParaRPr lang="en-US" sz="2000"/>
          </a:p>
        </p:txBody>
      </p:sp>
      <p:sp>
        <p:nvSpPr>
          <p:cNvPr id="7" name="Date Placeholder 6">
            <a:extLst>
              <a:ext uri="{FF2B5EF4-FFF2-40B4-BE49-F238E27FC236}">
                <a16:creationId xmlns:a16="http://schemas.microsoft.com/office/drawing/2014/main" id="{645F734F-83BA-4C6C-BDD5-0E004EE6B7E1}"/>
              </a:ext>
            </a:extLst>
          </p:cNvPr>
          <p:cNvSpPr>
            <a:spLocks noGrp="1"/>
          </p:cNvSpPr>
          <p:nvPr>
            <p:ph type="dt" sz="quarter" idx="10"/>
          </p:nvPr>
        </p:nvSpPr>
        <p:spPr/>
        <p:txBody>
          <a:bodyPr/>
          <a:lstStyle/>
          <a:p>
            <a:pPr>
              <a:defRPr/>
            </a:pPr>
            <a:fld id="{4F7FFBAB-30FF-440C-95C9-9E68D314C87B}" type="datetime1">
              <a:rPr lang="en-US" smtClean="0"/>
              <a:pPr>
                <a:defRPr/>
              </a:pPr>
              <a:t>5/17/2022</a:t>
            </a:fld>
            <a:endParaRPr lang="en-US"/>
          </a:p>
        </p:txBody>
      </p:sp>
      <p:sp>
        <p:nvSpPr>
          <p:cNvPr id="8" name="Footer Placeholder 7">
            <a:extLst>
              <a:ext uri="{FF2B5EF4-FFF2-40B4-BE49-F238E27FC236}">
                <a16:creationId xmlns:a16="http://schemas.microsoft.com/office/drawing/2014/main" id="{A2C0BBE3-2915-4FCB-A0E4-50679FC8A68D}"/>
              </a:ext>
            </a:extLst>
          </p:cNvPr>
          <p:cNvSpPr>
            <a:spLocks noGrp="1"/>
          </p:cNvSpPr>
          <p:nvPr>
            <p:ph type="ftr" sz="quarter" idx="11"/>
          </p:nvPr>
        </p:nvSpPr>
        <p:spPr>
          <a:xfrm>
            <a:off x="3200400" y="6356350"/>
            <a:ext cx="6477000" cy="365125"/>
          </a:xfrm>
        </p:spPr>
        <p:txBody>
          <a:bodyPr/>
          <a:lstStyle/>
          <a:p>
            <a:pPr>
              <a:defRPr/>
            </a:pPr>
            <a:r>
              <a:rPr lang="en-US"/>
              <a:t>(Programming in Advanced Python)                                 Unit No:2</a:t>
            </a:r>
          </a:p>
        </p:txBody>
      </p:sp>
      <p:sp>
        <p:nvSpPr>
          <p:cNvPr id="31752" name="Slide Number Placeholder 8">
            <a:extLst>
              <a:ext uri="{FF2B5EF4-FFF2-40B4-BE49-F238E27FC236}">
                <a16:creationId xmlns:a16="http://schemas.microsoft.com/office/drawing/2014/main" id="{E31DCB0E-2250-43B6-B8E9-88CC33529684}"/>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3BB19281-B7A7-4D43-A62F-6FB3814309FE}" type="slidenum">
              <a:rPr lang="en-US" altLang="en-US" sz="1200">
                <a:solidFill>
                  <a:srgbClr val="898989"/>
                </a:solidFill>
              </a:rPr>
              <a:pPr>
                <a:spcBef>
                  <a:spcPct val="0"/>
                </a:spcBef>
                <a:buFontTx/>
                <a:buNone/>
              </a:pPr>
              <a:t>26</a:t>
            </a:fld>
            <a:endParaRPr lang="en-US" altLang="en-US" sz="1200">
              <a:solidFill>
                <a:srgbClr val="898989"/>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5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fade">
                                      <p:cBhvr>
                                        <p:cTn id="57" dur="500"/>
                                        <p:tgtEl>
                                          <p:spTgt spid="3">
                                            <p:txEl>
                                              <p:pRg st="10" end="10"/>
                                            </p:txEl>
                                          </p:spTgt>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3">
                                            <p:txEl>
                                              <p:pRg st="11" end="11"/>
                                            </p:txEl>
                                          </p:spTgt>
                                        </p:tgtEl>
                                        <p:attrNameLst>
                                          <p:attrName>style.visibility</p:attrName>
                                        </p:attrNameLst>
                                      </p:cBhvr>
                                      <p:to>
                                        <p:strVal val="visible"/>
                                      </p:to>
                                    </p:set>
                                    <p:animEffect transition="in" filter="fade">
                                      <p:cBhvr>
                                        <p:cTn id="62" dur="500"/>
                                        <p:tgtEl>
                                          <p:spTgt spid="3">
                                            <p:txEl>
                                              <p:pRg st="11" end="11"/>
                                            </p:txEl>
                                          </p:spTgt>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4"/>
                                        </p:tgtEl>
                                        <p:attrNameLst>
                                          <p:attrName>style.visibility</p:attrName>
                                        </p:attrNameLst>
                                      </p:cBhvr>
                                      <p:to>
                                        <p:strVal val="visible"/>
                                      </p:to>
                                    </p:set>
                                    <p:animEffect transition="in" filter="fade">
                                      <p:cBhvr>
                                        <p:cTn id="6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2F0E8A6-34C8-400E-9616-5D7F9172F90E}"/>
              </a:ext>
            </a:extLst>
          </p:cNvPr>
          <p:cNvSpPr>
            <a:spLocks noGrp="1"/>
          </p:cNvSpPr>
          <p:nvPr>
            <p:ph idx="1"/>
          </p:nvPr>
        </p:nvSpPr>
        <p:spPr>
          <a:xfrm>
            <a:off x="1600200" y="1219200"/>
            <a:ext cx="10363200" cy="4572000"/>
          </a:xfrm>
        </p:spPr>
        <p:txBody>
          <a:bodyPr/>
          <a:lstStyle/>
          <a:p>
            <a:pPr algn="just"/>
            <a:r>
              <a:rPr lang="en-US" altLang="en-US" sz="2800">
                <a:latin typeface="Times New Roman" panose="02020603050405020304" pitchFamily="18" charset="0"/>
                <a:cs typeface="Times New Roman" panose="02020603050405020304" pitchFamily="18" charset="0"/>
              </a:rPr>
              <a:t>If we write constructor in the both classes, parent class and child class then the parent class constructor is not available to the child class. </a:t>
            </a:r>
          </a:p>
          <a:p>
            <a:pPr algn="just"/>
            <a:r>
              <a:rPr lang="en-US" altLang="en-US" sz="2800">
                <a:latin typeface="Times New Roman" panose="02020603050405020304" pitchFamily="18" charset="0"/>
                <a:cs typeface="Times New Roman" panose="02020603050405020304" pitchFamily="18" charset="0"/>
              </a:rPr>
              <a:t>In this case only child class constructor is accessible which means child class constructor is replacing parent class constructor.</a:t>
            </a:r>
          </a:p>
          <a:p>
            <a:pPr algn="just"/>
            <a:r>
              <a:rPr lang="en-US" altLang="en-US" sz="2800" b="1">
                <a:latin typeface="Times New Roman" panose="02020603050405020304" pitchFamily="18" charset="0"/>
                <a:cs typeface="Times New Roman" panose="02020603050405020304" pitchFamily="18" charset="0"/>
              </a:rPr>
              <a:t>super ( ) </a:t>
            </a:r>
            <a:r>
              <a:rPr lang="en-US" altLang="en-US" sz="2800">
                <a:latin typeface="Times New Roman" panose="02020603050405020304" pitchFamily="18" charset="0"/>
                <a:cs typeface="Times New Roman" panose="02020603050405020304" pitchFamily="18" charset="0"/>
              </a:rPr>
              <a:t>method is used to call parent class constructor or methods from the child class. </a:t>
            </a:r>
          </a:p>
        </p:txBody>
      </p:sp>
      <p:sp>
        <p:nvSpPr>
          <p:cNvPr id="4" name="Title 1">
            <a:extLst>
              <a:ext uri="{FF2B5EF4-FFF2-40B4-BE49-F238E27FC236}">
                <a16:creationId xmlns:a16="http://schemas.microsoft.com/office/drawing/2014/main" id="{DCCAAEAB-CD57-430A-B995-576B252FFC0F}"/>
              </a:ext>
            </a:extLst>
          </p:cNvPr>
          <p:cNvSpPr txBox="1">
            <a:spLocks/>
          </p:cNvSpPr>
          <p:nvPr/>
        </p:nvSpPr>
        <p:spPr>
          <a:xfrm>
            <a:off x="1600200" y="0"/>
            <a:ext cx="10591800" cy="86825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US" sz="3200" b="1">
                <a:latin typeface="Times New Roman" pitchFamily="18" charset="0"/>
                <a:cs typeface="Times New Roman" pitchFamily="18" charset="0"/>
              </a:rPr>
              <a:t>Constructor with super( ) Method(CO2)</a:t>
            </a:r>
            <a:endParaRPr lang="en-US" sz="2000"/>
          </a:p>
        </p:txBody>
      </p:sp>
      <p:sp>
        <p:nvSpPr>
          <p:cNvPr id="6" name="Date Placeholder 5">
            <a:extLst>
              <a:ext uri="{FF2B5EF4-FFF2-40B4-BE49-F238E27FC236}">
                <a16:creationId xmlns:a16="http://schemas.microsoft.com/office/drawing/2014/main" id="{68B7846A-8D8B-4739-9D94-3D69D027634F}"/>
              </a:ext>
            </a:extLst>
          </p:cNvPr>
          <p:cNvSpPr>
            <a:spLocks noGrp="1"/>
          </p:cNvSpPr>
          <p:nvPr>
            <p:ph type="dt" sz="quarter" idx="10"/>
          </p:nvPr>
        </p:nvSpPr>
        <p:spPr/>
        <p:txBody>
          <a:bodyPr/>
          <a:lstStyle/>
          <a:p>
            <a:pPr>
              <a:defRPr/>
            </a:pPr>
            <a:fld id="{31330F17-5B00-4F0C-AD30-FAC212272F0A}" type="datetime1">
              <a:rPr lang="en-US" smtClean="0"/>
              <a:pPr>
                <a:defRPr/>
              </a:pPr>
              <a:t>5/17/2022</a:t>
            </a:fld>
            <a:endParaRPr lang="en-US"/>
          </a:p>
        </p:txBody>
      </p:sp>
      <p:sp>
        <p:nvSpPr>
          <p:cNvPr id="7" name="Footer Placeholder 6">
            <a:extLst>
              <a:ext uri="{FF2B5EF4-FFF2-40B4-BE49-F238E27FC236}">
                <a16:creationId xmlns:a16="http://schemas.microsoft.com/office/drawing/2014/main" id="{23ECBA93-D8B9-40E6-8B03-609A9D572130}"/>
              </a:ext>
            </a:extLst>
          </p:cNvPr>
          <p:cNvSpPr>
            <a:spLocks noGrp="1"/>
          </p:cNvSpPr>
          <p:nvPr>
            <p:ph type="ftr" sz="quarter" idx="11"/>
          </p:nvPr>
        </p:nvSpPr>
        <p:spPr>
          <a:xfrm>
            <a:off x="2971800" y="6356350"/>
            <a:ext cx="6781800" cy="365125"/>
          </a:xfrm>
        </p:spPr>
        <p:txBody>
          <a:bodyPr/>
          <a:lstStyle/>
          <a:p>
            <a:pPr>
              <a:defRPr/>
            </a:pPr>
            <a:r>
              <a:rPr lang="en-US"/>
              <a:t>(Programming in Advanced Python)                                 Unit No:2</a:t>
            </a:r>
          </a:p>
        </p:txBody>
      </p:sp>
      <p:sp>
        <p:nvSpPr>
          <p:cNvPr id="32775" name="Slide Number Placeholder 7">
            <a:extLst>
              <a:ext uri="{FF2B5EF4-FFF2-40B4-BE49-F238E27FC236}">
                <a16:creationId xmlns:a16="http://schemas.microsoft.com/office/drawing/2014/main" id="{2C7744E5-6EED-40E4-B2E3-E3690480F352}"/>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22FC0562-B9EF-44C5-9D22-BC8FFBBCDAD0}" type="slidenum">
              <a:rPr lang="en-US" altLang="en-US" sz="1200" dirty="0">
                <a:solidFill>
                  <a:srgbClr val="898989"/>
                </a:solidFill>
              </a:rPr>
              <a:pPr>
                <a:spcBef>
                  <a:spcPct val="0"/>
                </a:spcBef>
                <a:buFontTx/>
                <a:buNone/>
              </a:pPr>
              <a:t>27</a:t>
            </a:fld>
            <a:endParaRPr lang="en-US" altLang="en-US" sz="1200">
              <a:solidFill>
                <a:srgbClr val="898989"/>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9" name="Rectangle 138">
            <a:extLst>
              <a:ext uri="{FF2B5EF4-FFF2-40B4-BE49-F238E27FC236}">
                <a16:creationId xmlns:a16="http://schemas.microsoft.com/office/drawing/2014/main" id="{1A95671B-3CC6-4792-9114-B74FAEA224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a:p>
            <a:pPr algn="ctr"/>
            <a:endParaRPr lang="en-US" dirty="0">
              <a:cs typeface="Calibri"/>
            </a:endParaRPr>
          </a:p>
          <a:p>
            <a:pPr algn="ctr"/>
            <a:endParaRPr lang="en-US" dirty="0">
              <a:cs typeface="Calibri"/>
            </a:endParaRPr>
          </a:p>
          <a:p>
            <a:pPr algn="ctr"/>
            <a:endParaRPr lang="en-US" dirty="0">
              <a:cs typeface="Calibri"/>
            </a:endParaRPr>
          </a:p>
        </p:txBody>
      </p:sp>
      <p:sp>
        <p:nvSpPr>
          <p:cNvPr id="10" name="Title 1">
            <a:extLst>
              <a:ext uri="{FF2B5EF4-FFF2-40B4-BE49-F238E27FC236}">
                <a16:creationId xmlns:a16="http://schemas.microsoft.com/office/drawing/2014/main" id="{DF6BE5A1-AB5D-4314-A8BB-8A805B3F3D24}"/>
              </a:ext>
            </a:extLst>
          </p:cNvPr>
          <p:cNvSpPr txBox="1">
            <a:spLocks/>
          </p:cNvSpPr>
          <p:nvPr/>
        </p:nvSpPr>
        <p:spPr>
          <a:xfrm>
            <a:off x="1583279" y="1504"/>
            <a:ext cx="10606951" cy="896183"/>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algn="ctr" eaLnBrk="1" fontAlgn="auto" hangingPunct="1">
              <a:lnSpc>
                <a:spcPct val="90000"/>
              </a:lnSpc>
              <a:spcAft>
                <a:spcPts val="600"/>
              </a:spcAft>
              <a:defRPr/>
            </a:pPr>
            <a:r>
              <a:rPr lang="en-US" sz="4000" b="1">
                <a:solidFill>
                  <a:schemeClr val="tx1"/>
                </a:solidFill>
                <a:latin typeface="+mj-lt"/>
                <a:ea typeface="+mj-ea"/>
                <a:cs typeface="+mj-cs"/>
              </a:rPr>
              <a:t>Daily MCQs</a:t>
            </a:r>
            <a:endParaRPr lang="en-US" sz="4000" b="1" kern="1200">
              <a:solidFill>
                <a:schemeClr val="tx1"/>
              </a:solidFill>
              <a:latin typeface="+mj-lt"/>
              <a:ea typeface="+mj-ea"/>
              <a:cs typeface="Calibri"/>
            </a:endParaRPr>
          </a:p>
        </p:txBody>
      </p:sp>
      <p:sp>
        <p:nvSpPr>
          <p:cNvPr id="6" name="Date Placeholder 5">
            <a:extLst>
              <a:ext uri="{FF2B5EF4-FFF2-40B4-BE49-F238E27FC236}">
                <a16:creationId xmlns:a16="http://schemas.microsoft.com/office/drawing/2014/main" id="{9878DC06-F54F-45AA-8FFE-9279F0F176AA}"/>
              </a:ext>
            </a:extLst>
          </p:cNvPr>
          <p:cNvSpPr>
            <a:spLocks noGrp="1"/>
          </p:cNvSpPr>
          <p:nvPr>
            <p:ph type="dt" sz="quarter" idx="10"/>
          </p:nvPr>
        </p:nvSpPr>
        <p:spPr>
          <a:xfrm>
            <a:off x="838200" y="6356350"/>
            <a:ext cx="2743200" cy="365125"/>
          </a:xfrm>
        </p:spPr>
        <p:txBody>
          <a:bodyPr vert="horz" lIns="91440" tIns="45720" rIns="91440" bIns="45720" rtlCol="0" anchor="ctr">
            <a:normAutofit/>
          </a:bodyPr>
          <a:lstStyle/>
          <a:p>
            <a:pPr>
              <a:spcAft>
                <a:spcPts val="600"/>
              </a:spcAft>
              <a:defRPr/>
            </a:pPr>
            <a:fld id="{1345BB4E-4F94-4FC1-AADD-1BA2981C2E87}" type="datetime1">
              <a:rPr lang="en-US" smtClean="0"/>
              <a:pPr>
                <a:spcAft>
                  <a:spcPts val="600"/>
                </a:spcAft>
                <a:defRPr/>
              </a:pPr>
              <a:t>5/17/2022</a:t>
            </a:fld>
            <a:endParaRPr lang="en-US"/>
          </a:p>
        </p:txBody>
      </p:sp>
      <p:sp>
        <p:nvSpPr>
          <p:cNvPr id="7" name="Footer Placeholder 6">
            <a:extLst>
              <a:ext uri="{FF2B5EF4-FFF2-40B4-BE49-F238E27FC236}">
                <a16:creationId xmlns:a16="http://schemas.microsoft.com/office/drawing/2014/main" id="{BED899E2-4D12-4657-BC22-09960DCE9E21}"/>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pPr>
              <a:lnSpc>
                <a:spcPct val="90000"/>
              </a:lnSpc>
              <a:spcAft>
                <a:spcPts val="600"/>
              </a:spcAft>
              <a:defRPr/>
            </a:pPr>
            <a:r>
              <a:rPr lang="en-US" sz="900" kern="1200">
                <a:solidFill>
                  <a:schemeClr val="tx1">
                    <a:tint val="75000"/>
                  </a:schemeClr>
                </a:solidFill>
                <a:latin typeface="+mn-lt"/>
                <a:ea typeface="+mn-ea"/>
                <a:cs typeface="+mn-cs"/>
              </a:rPr>
              <a:t>(Programming in Advanced Python)                                 Unit No:2</a:t>
            </a:r>
          </a:p>
        </p:txBody>
      </p:sp>
      <p:sp>
        <p:nvSpPr>
          <p:cNvPr id="25606" name="Slide Number Placeholder 7">
            <a:extLst>
              <a:ext uri="{FF2B5EF4-FFF2-40B4-BE49-F238E27FC236}">
                <a16:creationId xmlns:a16="http://schemas.microsoft.com/office/drawing/2014/main" id="{98057890-1B81-40DE-AAB2-BC51518B4201}"/>
              </a:ext>
            </a:extLst>
          </p:cNvPr>
          <p:cNvSpPr>
            <a:spLocks noGrp="1"/>
          </p:cNvSpPr>
          <p:nvPr>
            <p:ph type="sldNum" sz="quarter" idx="12"/>
          </p:nvPr>
        </p:nvSpPr>
        <p:spPr bwMode="auto">
          <a:xfrm>
            <a:off x="8610600" y="6356350"/>
            <a:ext cx="2743200"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spcAft>
                <a:spcPts val="600"/>
              </a:spcAft>
              <a:buFontTx/>
              <a:buNone/>
            </a:pPr>
            <a:fld id="{8BEEFF07-0951-4120-91EA-067A95A9482B}" type="slidenum">
              <a:rPr lang="en-US" altLang="en-US" sz="1200">
                <a:solidFill>
                  <a:schemeClr val="tx1">
                    <a:tint val="75000"/>
                  </a:schemeClr>
                </a:solidFill>
                <a:latin typeface="+mn-lt"/>
                <a:cs typeface="+mn-cs"/>
              </a:rPr>
              <a:pPr>
                <a:spcBef>
                  <a:spcPct val="0"/>
                </a:spcBef>
                <a:spcAft>
                  <a:spcPts val="600"/>
                </a:spcAft>
                <a:buFontTx/>
                <a:buNone/>
              </a:pPr>
              <a:t>28</a:t>
            </a:fld>
            <a:endParaRPr lang="en-US" altLang="en-US" sz="1200">
              <a:solidFill>
                <a:schemeClr val="tx1">
                  <a:tint val="75000"/>
                </a:schemeClr>
              </a:solidFill>
              <a:latin typeface="+mn-lt"/>
              <a:cs typeface="+mn-cs"/>
            </a:endParaRPr>
          </a:p>
        </p:txBody>
      </p:sp>
      <p:sp>
        <p:nvSpPr>
          <p:cNvPr id="3" name="Content Placeholder 2">
            <a:extLst>
              <a:ext uri="{FF2B5EF4-FFF2-40B4-BE49-F238E27FC236}">
                <a16:creationId xmlns:a16="http://schemas.microsoft.com/office/drawing/2014/main" id="{AECEC2EA-6861-4109-876A-5C7CA3DAAE1F}"/>
              </a:ext>
            </a:extLst>
          </p:cNvPr>
          <p:cNvSpPr>
            <a:spLocks noGrp="1"/>
          </p:cNvSpPr>
          <p:nvPr>
            <p:ph idx="1"/>
          </p:nvPr>
        </p:nvSpPr>
        <p:spPr>
          <a:xfrm>
            <a:off x="361950" y="987725"/>
            <a:ext cx="11573741" cy="5584525"/>
          </a:xfrm>
        </p:spPr>
        <p:txBody>
          <a:bodyPr/>
          <a:lstStyle/>
          <a:p>
            <a:pPr marL="0" indent="0">
              <a:buNone/>
            </a:pPr>
            <a:r>
              <a:rPr lang="en-US" sz="1500" b="1" dirty="0">
                <a:ea typeface="+mn-lt"/>
                <a:cs typeface="+mn-lt"/>
              </a:rPr>
              <a:t>1.  overriding means changing behavior of methods of derived class method in in base class?</a:t>
            </a:r>
            <a:endParaRPr lang="en-US" sz="1500" dirty="0">
              <a:cs typeface="Calibri"/>
            </a:endParaRPr>
          </a:p>
          <a:p>
            <a:pPr marL="0" indent="0">
              <a:buNone/>
            </a:pPr>
            <a:r>
              <a:rPr lang="en-US" sz="1500" b="1" dirty="0">
                <a:solidFill>
                  <a:srgbClr val="000000"/>
                </a:solidFill>
                <a:latin typeface="Calibri"/>
                <a:cs typeface="Calibri"/>
              </a:rPr>
              <a:t>A)</a:t>
            </a:r>
            <a:r>
              <a:rPr lang="en-US" sz="1500" dirty="0">
                <a:solidFill>
                  <a:srgbClr val="000000"/>
                </a:solidFill>
                <a:latin typeface="Calibri"/>
                <a:cs typeface="Calibri"/>
              </a:rPr>
              <a:t>True                          B)False</a:t>
            </a:r>
          </a:p>
          <a:p>
            <a:pPr marL="0" indent="0">
              <a:buNone/>
            </a:pPr>
            <a:endParaRPr lang="en-US" sz="1500" b="1" dirty="0">
              <a:solidFill>
                <a:srgbClr val="000000"/>
              </a:solidFill>
              <a:latin typeface="Calibri"/>
              <a:cs typeface="Calibri"/>
            </a:endParaRPr>
          </a:p>
          <a:p>
            <a:pPr marL="0" indent="0">
              <a:buNone/>
            </a:pPr>
            <a:r>
              <a:rPr lang="en-US" sz="1500" dirty="0">
                <a:solidFill>
                  <a:schemeClr val="accent3"/>
                </a:solidFill>
                <a:latin typeface="Calibri"/>
                <a:cs typeface="Calibri"/>
              </a:rPr>
              <a:t>Answer: B</a:t>
            </a:r>
          </a:p>
          <a:p>
            <a:pPr marL="0" indent="0">
              <a:buNone/>
            </a:pPr>
            <a:endParaRPr lang="en-US" sz="1500" dirty="0">
              <a:solidFill>
                <a:schemeClr val="accent3"/>
              </a:solidFill>
              <a:latin typeface="Calibri"/>
              <a:cs typeface="Calibri"/>
            </a:endParaRPr>
          </a:p>
          <a:p>
            <a:pPr marL="0" indent="0">
              <a:buNone/>
            </a:pPr>
            <a:r>
              <a:rPr lang="en-US" sz="1500" dirty="0">
                <a:ea typeface="+mn-lt"/>
                <a:cs typeface="+mn-lt"/>
              </a:rPr>
              <a:t>2.  The child's __</a:t>
            </a:r>
            <a:r>
              <a:rPr lang="en-US" sz="1500" dirty="0" err="1">
                <a:ea typeface="+mn-lt"/>
                <a:cs typeface="+mn-lt"/>
              </a:rPr>
              <a:t>init</a:t>
            </a:r>
            <a:r>
              <a:rPr lang="en-US" sz="1500" dirty="0">
                <a:ea typeface="+mn-lt"/>
                <a:cs typeface="+mn-lt"/>
              </a:rPr>
              <a:t>__() function overrides the inheritance of the parent's __</a:t>
            </a:r>
            <a:r>
              <a:rPr lang="en-US" sz="1500" dirty="0" err="1">
                <a:ea typeface="+mn-lt"/>
                <a:cs typeface="+mn-lt"/>
              </a:rPr>
              <a:t>init</a:t>
            </a:r>
            <a:r>
              <a:rPr lang="en-US" sz="1500" dirty="0">
                <a:ea typeface="+mn-lt"/>
                <a:cs typeface="+mn-lt"/>
              </a:rPr>
              <a:t>__() function.</a:t>
            </a:r>
            <a:endParaRPr lang="en-US" dirty="0"/>
          </a:p>
          <a:p>
            <a:pPr marL="0" indent="0">
              <a:buNone/>
            </a:pPr>
            <a:r>
              <a:rPr lang="en-US" sz="1500" dirty="0">
                <a:ea typeface="+mn-lt"/>
                <a:cs typeface="+mn-lt"/>
              </a:rPr>
              <a:t>A. TRUE</a:t>
            </a:r>
            <a:br>
              <a:rPr lang="en-US" sz="1500" dirty="0">
                <a:ea typeface="+mn-lt"/>
                <a:cs typeface="+mn-lt"/>
              </a:rPr>
            </a:br>
            <a:r>
              <a:rPr lang="en-US" sz="1500" dirty="0">
                <a:ea typeface="+mn-lt"/>
                <a:cs typeface="+mn-lt"/>
              </a:rPr>
              <a:t>B. FALSE</a:t>
            </a:r>
            <a:br>
              <a:rPr lang="en-US" sz="1500" dirty="0">
                <a:ea typeface="+mn-lt"/>
                <a:cs typeface="+mn-lt"/>
              </a:rPr>
            </a:br>
            <a:r>
              <a:rPr lang="en-US" sz="1500" dirty="0">
                <a:ea typeface="+mn-lt"/>
                <a:cs typeface="+mn-lt"/>
              </a:rPr>
              <a:t>C. Can be true or false</a:t>
            </a:r>
            <a:br>
              <a:rPr lang="en-US" sz="1500" dirty="0">
                <a:ea typeface="+mn-lt"/>
                <a:cs typeface="+mn-lt"/>
              </a:rPr>
            </a:br>
            <a:r>
              <a:rPr lang="en-US" sz="1500" dirty="0">
                <a:ea typeface="+mn-lt"/>
                <a:cs typeface="+mn-lt"/>
              </a:rPr>
              <a:t>D. Can not say</a:t>
            </a:r>
            <a:endParaRPr lang="en-US" dirty="0"/>
          </a:p>
          <a:p>
            <a:pPr marL="0" indent="0">
              <a:buNone/>
            </a:pPr>
            <a:r>
              <a:rPr lang="en-US" sz="1500" dirty="0">
                <a:solidFill>
                  <a:schemeClr val="accent3"/>
                </a:solidFill>
                <a:latin typeface="Calibri"/>
                <a:cs typeface="Calibri"/>
              </a:rPr>
              <a:t>Answer: A</a:t>
            </a:r>
          </a:p>
          <a:p>
            <a:pPr marL="0" indent="0">
              <a:buNone/>
            </a:pPr>
            <a:r>
              <a:rPr lang="en-US" sz="1500" dirty="0">
                <a:ea typeface="+mn-lt"/>
                <a:cs typeface="+mn-lt"/>
              </a:rPr>
              <a:t>3. </a:t>
            </a:r>
            <a:r>
              <a:rPr lang="en-US" sz="1500" b="1" dirty="0">
                <a:latin typeface="Consolas"/>
                <a:cs typeface="Calibri"/>
              </a:rPr>
              <a:t>class</a:t>
            </a:r>
            <a:r>
              <a:rPr lang="en-US" sz="1500" dirty="0">
                <a:latin typeface="Consolas"/>
                <a:cs typeface="Calibri"/>
              </a:rPr>
              <a:t> </a:t>
            </a:r>
            <a:r>
              <a:rPr lang="en-US" sz="1500" b="1" dirty="0">
                <a:latin typeface="Consolas"/>
                <a:cs typeface="Calibri"/>
              </a:rPr>
              <a:t>People</a:t>
            </a:r>
            <a:r>
              <a:rPr lang="en-US" sz="1500" dirty="0">
                <a:latin typeface="Consolas"/>
                <a:cs typeface="Calibri"/>
              </a:rPr>
              <a:t>():
</a:t>
            </a:r>
            <a:r>
              <a:rPr lang="en-US" sz="1500" b="1" dirty="0">
                <a:latin typeface="Consolas"/>
                <a:cs typeface="Calibri"/>
              </a:rPr>
              <a:t>def</a:t>
            </a:r>
            <a:r>
              <a:rPr lang="en-US" sz="1500" dirty="0">
                <a:latin typeface="Consolas"/>
                <a:cs typeface="Calibri"/>
              </a:rPr>
              <a:t> __</a:t>
            </a:r>
            <a:r>
              <a:rPr lang="en-US" sz="1500" dirty="0" err="1">
                <a:latin typeface="Consolas"/>
                <a:cs typeface="Calibri"/>
              </a:rPr>
              <a:t>init</a:t>
            </a:r>
            <a:r>
              <a:rPr lang="en-US" sz="1500" dirty="0">
                <a:latin typeface="Consolas"/>
                <a:cs typeface="Calibri"/>
              </a:rPr>
              <a:t>__(self, name):
      self.name = name
 </a:t>
            </a:r>
            <a:r>
              <a:rPr lang="en-US" sz="1500" b="1" dirty="0">
                <a:latin typeface="Consolas"/>
                <a:cs typeface="Calibri"/>
              </a:rPr>
              <a:t>def</a:t>
            </a:r>
            <a:r>
              <a:rPr lang="en-US" sz="1500" dirty="0">
                <a:latin typeface="Consolas"/>
                <a:cs typeface="Calibri"/>
              </a:rPr>
              <a:t> </a:t>
            </a:r>
            <a:r>
              <a:rPr lang="en-US" sz="1500" dirty="0" err="1">
                <a:latin typeface="Consolas"/>
                <a:cs typeface="Calibri"/>
              </a:rPr>
              <a:t>namePrint</a:t>
            </a:r>
            <a:r>
              <a:rPr lang="en-US" sz="1500" dirty="0">
                <a:latin typeface="Consolas"/>
                <a:cs typeface="Calibri"/>
              </a:rPr>
              <a:t>(self):
      print(self.name)
  person1 = People("Sally")
  person2 = People("Louise")
  person1.namePrint()</a:t>
            </a:r>
            <a:endParaRPr lang="en-US" dirty="0">
              <a:solidFill>
                <a:schemeClr val="accent3"/>
              </a:solidFill>
              <a:latin typeface="Calibri"/>
              <a:cs typeface="Calibri"/>
            </a:endParaRPr>
          </a:p>
          <a:p>
            <a:pPr marL="0" indent="0">
              <a:buNone/>
            </a:pPr>
            <a:r>
              <a:rPr lang="en-US" sz="1500" dirty="0" err="1">
                <a:solidFill>
                  <a:srgbClr val="000000"/>
                </a:solidFill>
                <a:latin typeface="Consolas"/>
                <a:cs typeface="Calibri"/>
              </a:rPr>
              <a:t>A.sally</a:t>
            </a:r>
            <a:r>
              <a:rPr lang="en-US" sz="1500" dirty="0">
                <a:solidFill>
                  <a:srgbClr val="000000"/>
                </a:solidFill>
                <a:latin typeface="Consolas"/>
                <a:cs typeface="Calibri"/>
              </a:rPr>
              <a:t>        </a:t>
            </a:r>
            <a:r>
              <a:rPr lang="en-US" sz="1500" dirty="0" err="1">
                <a:solidFill>
                  <a:srgbClr val="000000"/>
                </a:solidFill>
                <a:latin typeface="Consolas"/>
                <a:cs typeface="Calibri"/>
              </a:rPr>
              <a:t>B.Louise</a:t>
            </a:r>
            <a:r>
              <a:rPr lang="en-US" sz="1500" dirty="0">
                <a:solidFill>
                  <a:srgbClr val="000000"/>
                </a:solidFill>
                <a:latin typeface="Consolas"/>
                <a:cs typeface="Calibri"/>
              </a:rPr>
              <a:t>                    </a:t>
            </a:r>
            <a:r>
              <a:rPr lang="en-US" sz="1500" dirty="0" err="1">
                <a:solidFill>
                  <a:srgbClr val="000000"/>
                </a:solidFill>
                <a:latin typeface="Consolas"/>
                <a:cs typeface="Calibri"/>
              </a:rPr>
              <a:t>C.Sally</a:t>
            </a:r>
            <a:r>
              <a:rPr lang="en-US" sz="1500" dirty="0">
                <a:solidFill>
                  <a:srgbClr val="000000"/>
                </a:solidFill>
                <a:latin typeface="Consolas"/>
                <a:cs typeface="Calibri"/>
              </a:rPr>
              <a:t> Louise                  D.person1</a:t>
            </a:r>
          </a:p>
          <a:p>
            <a:pPr marL="0" indent="0">
              <a:buNone/>
            </a:pPr>
            <a:r>
              <a:rPr lang="en-US" sz="1500" dirty="0">
                <a:solidFill>
                  <a:schemeClr val="accent3"/>
                </a:solidFill>
                <a:latin typeface="Calibri"/>
                <a:cs typeface="Calibri"/>
              </a:rPr>
              <a:t>Answer: A</a:t>
            </a:r>
            <a:endParaRPr lang="en-US" dirty="0">
              <a:solidFill>
                <a:schemeClr val="accent3"/>
              </a:solidFill>
              <a:latin typeface="Calibri"/>
              <a:cs typeface="Calibri"/>
            </a:endParaRPr>
          </a:p>
          <a:p>
            <a:pPr marL="0" indent="0">
              <a:buNone/>
            </a:pPr>
            <a:endParaRPr lang="en-US" sz="1500" dirty="0">
              <a:solidFill>
                <a:srgbClr val="9BBB59"/>
              </a:solidFill>
              <a:latin typeface="Calibri"/>
              <a:cs typeface="Calibri"/>
            </a:endParaRPr>
          </a:p>
          <a:p>
            <a:pPr marL="0" indent="0">
              <a:buNone/>
            </a:pPr>
            <a:endParaRPr lang="en-US" sz="1500" dirty="0">
              <a:solidFill>
                <a:srgbClr val="9BBB59"/>
              </a:solidFill>
              <a:latin typeface="Calibri"/>
              <a:cs typeface="Calibri"/>
            </a:endParaRPr>
          </a:p>
          <a:p>
            <a:pPr marL="0" indent="0">
              <a:buNone/>
            </a:pPr>
            <a:endParaRPr lang="en-US" sz="1500" dirty="0">
              <a:latin typeface="Calibri"/>
              <a:cs typeface="Calibri"/>
            </a:endParaRPr>
          </a:p>
          <a:p>
            <a:pPr marL="457200" indent="-457200">
              <a:buAutoNum type="alphaUcPeriod"/>
            </a:pPr>
            <a:endParaRPr lang="en-US" sz="2500" b="1" dirty="0">
              <a:latin typeface="Calibri"/>
              <a:cs typeface="Calibri"/>
            </a:endParaRPr>
          </a:p>
          <a:p>
            <a:pPr algn="just">
              <a:lnSpc>
                <a:spcPct val="150000"/>
              </a:lnSpc>
            </a:pPr>
            <a:endParaRPr lang="en-US" altLang="en-US" sz="2400" dirty="0">
              <a:latin typeface="Times New Roman" panose="02020603050405020304" pitchFamily="18" charset="0"/>
              <a:cs typeface="Times New Roman" panose="02020603050405020304" pitchFamily="18" charset="0"/>
            </a:endParaRPr>
          </a:p>
          <a:p>
            <a:pPr>
              <a:buNone/>
            </a:pPr>
            <a:endParaRPr lang="en-US" altLang="en-US" dirty="0">
              <a:latin typeface="Calibri"/>
              <a:cs typeface="Calibri"/>
            </a:endParaRPr>
          </a:p>
        </p:txBody>
      </p:sp>
      <p:pic>
        <p:nvPicPr>
          <p:cNvPr id="8" name="Picture 7">
            <a:extLst>
              <a:ext uri="{FF2B5EF4-FFF2-40B4-BE49-F238E27FC236}">
                <a16:creationId xmlns:a16="http://schemas.microsoft.com/office/drawing/2014/main" id="{D94E8A3F-21CA-4D3F-9FC3-8152E123E19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833" y="3631"/>
            <a:ext cx="1401117" cy="748430"/>
          </a:xfrm>
          <a:prstGeom prst="rect">
            <a:avLst/>
          </a:prstGeom>
        </p:spPr>
      </p:pic>
    </p:spTree>
    <p:extLst>
      <p:ext uri="{BB962C8B-B14F-4D97-AF65-F5344CB8AC3E}">
        <p14:creationId xmlns:p14="http://schemas.microsoft.com/office/powerpoint/2010/main" val="17912297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CEBD6B8-214B-472F-A231-0903C87A1F73}"/>
              </a:ext>
            </a:extLst>
          </p:cNvPr>
          <p:cNvSpPr>
            <a:spLocks noGrp="1"/>
          </p:cNvSpPr>
          <p:nvPr>
            <p:ph idx="1"/>
          </p:nvPr>
        </p:nvSpPr>
        <p:spPr>
          <a:xfrm>
            <a:off x="350808" y="1600200"/>
            <a:ext cx="11217215" cy="5129812"/>
          </a:xfrm>
        </p:spPr>
        <p:txBody>
          <a:bodyPr/>
          <a:lstStyle/>
          <a:p>
            <a:pPr marL="0" indent="0">
              <a:buNone/>
            </a:pPr>
            <a:r>
              <a:rPr lang="en-US" sz="1600" dirty="0">
                <a:cs typeface="Calibri"/>
              </a:rPr>
              <a:t>4. </a:t>
            </a:r>
            <a:r>
              <a:rPr lang="en-US" sz="1600" dirty="0">
                <a:ea typeface="+mn-lt"/>
                <a:cs typeface="+mn-lt"/>
              </a:rPr>
              <a:t>The child's __</a:t>
            </a:r>
            <a:r>
              <a:rPr lang="en-US" sz="1600" dirty="0" err="1">
                <a:ea typeface="+mn-lt"/>
                <a:cs typeface="+mn-lt"/>
              </a:rPr>
              <a:t>init</a:t>
            </a:r>
            <a:r>
              <a:rPr lang="en-US" sz="1600" dirty="0">
                <a:ea typeface="+mn-lt"/>
                <a:cs typeface="+mn-lt"/>
              </a:rPr>
              <a:t>__() function overrides the inheritance of the parent's __</a:t>
            </a:r>
            <a:r>
              <a:rPr lang="en-US" sz="1600" dirty="0" err="1">
                <a:ea typeface="+mn-lt"/>
                <a:cs typeface="+mn-lt"/>
              </a:rPr>
              <a:t>init</a:t>
            </a:r>
            <a:r>
              <a:rPr lang="en-US" sz="1600" dirty="0">
                <a:ea typeface="+mn-lt"/>
                <a:cs typeface="+mn-lt"/>
              </a:rPr>
              <a:t>__() function.</a:t>
            </a:r>
            <a:br>
              <a:rPr lang="en-US" sz="1600" dirty="0">
                <a:ea typeface="+mn-lt"/>
                <a:cs typeface="+mn-lt"/>
              </a:rPr>
            </a:br>
            <a:r>
              <a:rPr lang="en-US" sz="1600" dirty="0">
                <a:ea typeface="+mn-lt"/>
                <a:cs typeface="+mn-lt"/>
              </a:rPr>
              <a:t>A. TRUE            B. FALSE                     C. Can be true or false                 D. Can not say</a:t>
            </a:r>
            <a:endParaRPr lang="en-US" sz="1600">
              <a:cs typeface="Calibri"/>
            </a:endParaRPr>
          </a:p>
          <a:p>
            <a:pPr marL="0" indent="0">
              <a:buNone/>
            </a:pPr>
            <a:r>
              <a:rPr lang="en-US" sz="1600" dirty="0">
                <a:solidFill>
                  <a:schemeClr val="accent3">
                    <a:lumMod val="75000"/>
                  </a:schemeClr>
                </a:solidFill>
                <a:cs typeface="Calibri"/>
              </a:rPr>
              <a:t>Answer-A</a:t>
            </a:r>
          </a:p>
          <a:p>
            <a:pPr marL="0" indent="0">
              <a:buNone/>
            </a:pPr>
            <a:endParaRPr lang="en-US" sz="1600" dirty="0">
              <a:cs typeface="Calibri"/>
            </a:endParaRPr>
          </a:p>
          <a:p>
            <a:pPr marL="0" indent="0">
              <a:buNone/>
            </a:pPr>
            <a:r>
              <a:rPr lang="en-US" sz="1600" dirty="0">
                <a:cs typeface="Calibri"/>
              </a:rPr>
              <a:t>5.</a:t>
            </a:r>
            <a:r>
              <a:rPr lang="en-US" sz="1600" dirty="0">
                <a:ea typeface="+mn-lt"/>
                <a:cs typeface="+mn-lt"/>
              </a:rPr>
              <a:t>Which of the following statements is false?</a:t>
            </a:r>
          </a:p>
          <a:p>
            <a:pPr marL="0" indent="0">
              <a:buNone/>
            </a:pPr>
            <a:r>
              <a:rPr lang="en-US" sz="1600" dirty="0">
                <a:ea typeface="+mn-lt"/>
                <a:cs typeface="+mn-lt"/>
              </a:rPr>
              <a:t>A. A non-private method in a superclass can be overridden</a:t>
            </a:r>
            <a:br>
              <a:rPr lang="en-US" sz="1600" dirty="0">
                <a:ea typeface="+mn-lt"/>
                <a:cs typeface="+mn-lt"/>
              </a:rPr>
            </a:br>
            <a:r>
              <a:rPr lang="en-US" sz="1600" dirty="0">
                <a:ea typeface="+mn-lt"/>
                <a:cs typeface="+mn-lt"/>
              </a:rPr>
              <a:t>B. A derived class is a subset of superclass</a:t>
            </a:r>
            <a:br>
              <a:rPr lang="en-US" sz="1600" dirty="0">
                <a:ea typeface="+mn-lt"/>
                <a:cs typeface="+mn-lt"/>
              </a:rPr>
            </a:br>
            <a:r>
              <a:rPr lang="en-US" sz="1600" dirty="0">
                <a:ea typeface="+mn-lt"/>
                <a:cs typeface="+mn-lt"/>
              </a:rPr>
              <a:t>C. The value of a private variable in the superclass can be changed in the subclass</a:t>
            </a:r>
            <a:br>
              <a:rPr lang="en-US" sz="1600" dirty="0">
                <a:ea typeface="+mn-lt"/>
                <a:cs typeface="+mn-lt"/>
              </a:rPr>
            </a:br>
            <a:r>
              <a:rPr lang="en-US" sz="1600" dirty="0">
                <a:ea typeface="+mn-lt"/>
                <a:cs typeface="+mn-lt"/>
              </a:rPr>
              <a:t>D. When invoking the constructor from a subclass, the constructor of superclass is automatically invoked</a:t>
            </a:r>
          </a:p>
          <a:p>
            <a:pPr marL="0" indent="0">
              <a:buNone/>
            </a:pPr>
            <a:r>
              <a:rPr lang="en-US" sz="1600" dirty="0">
                <a:solidFill>
                  <a:schemeClr val="accent3">
                    <a:lumMod val="75000"/>
                  </a:schemeClr>
                </a:solidFill>
                <a:cs typeface="Calibri"/>
              </a:rPr>
              <a:t>Answer:-C</a:t>
            </a:r>
          </a:p>
          <a:p>
            <a:pPr marL="0" indent="0">
              <a:buNone/>
            </a:pPr>
            <a:endParaRPr lang="en-US" sz="1600" dirty="0">
              <a:latin typeface="Calibri"/>
              <a:cs typeface="Calibri"/>
            </a:endParaRPr>
          </a:p>
        </p:txBody>
      </p:sp>
      <p:sp>
        <p:nvSpPr>
          <p:cNvPr id="4" name="Date Placeholder 3">
            <a:extLst>
              <a:ext uri="{FF2B5EF4-FFF2-40B4-BE49-F238E27FC236}">
                <a16:creationId xmlns:a16="http://schemas.microsoft.com/office/drawing/2014/main" id="{14C8AC33-83CA-4340-9A23-5B2685CB3FA2}"/>
              </a:ext>
            </a:extLst>
          </p:cNvPr>
          <p:cNvSpPr>
            <a:spLocks noGrp="1"/>
          </p:cNvSpPr>
          <p:nvPr>
            <p:ph type="dt" sz="half" idx="10"/>
          </p:nvPr>
        </p:nvSpPr>
        <p:spPr/>
        <p:txBody>
          <a:bodyPr/>
          <a:lstStyle/>
          <a:p>
            <a:pPr>
              <a:defRPr/>
            </a:pPr>
            <a:fld id="{DDAADE14-7B7F-4773-9C0F-018B4D4CD0EA}" type="datetime1">
              <a:rPr lang="en-US" smtClean="0"/>
              <a:pPr>
                <a:defRPr/>
              </a:pPr>
              <a:t>5/17/2022</a:t>
            </a:fld>
            <a:endParaRPr lang="en-US"/>
          </a:p>
        </p:txBody>
      </p:sp>
      <p:sp>
        <p:nvSpPr>
          <p:cNvPr id="5" name="Footer Placeholder 4">
            <a:extLst>
              <a:ext uri="{FF2B5EF4-FFF2-40B4-BE49-F238E27FC236}">
                <a16:creationId xmlns:a16="http://schemas.microsoft.com/office/drawing/2014/main" id="{8A73752C-1205-42AB-B74D-8ADF5F97586D}"/>
              </a:ext>
            </a:extLst>
          </p:cNvPr>
          <p:cNvSpPr>
            <a:spLocks noGrp="1"/>
          </p:cNvSpPr>
          <p:nvPr>
            <p:ph type="ftr" sz="quarter" idx="11"/>
          </p:nvPr>
        </p:nvSpPr>
        <p:spPr/>
        <p:txBody>
          <a:bodyPr/>
          <a:lstStyle/>
          <a:p>
            <a:pPr>
              <a:defRPr/>
            </a:pPr>
            <a:r>
              <a:rPr lang="en-US"/>
              <a:t>(Programming in Advanced Python)                                 Unit No:2</a:t>
            </a:r>
          </a:p>
        </p:txBody>
      </p:sp>
      <p:sp>
        <p:nvSpPr>
          <p:cNvPr id="6" name="Slide Number Placeholder 5">
            <a:extLst>
              <a:ext uri="{FF2B5EF4-FFF2-40B4-BE49-F238E27FC236}">
                <a16:creationId xmlns:a16="http://schemas.microsoft.com/office/drawing/2014/main" id="{473DB51C-E142-42F9-9D50-FDA2093F6569}"/>
              </a:ext>
            </a:extLst>
          </p:cNvPr>
          <p:cNvSpPr>
            <a:spLocks noGrp="1"/>
          </p:cNvSpPr>
          <p:nvPr>
            <p:ph type="sldNum" sz="quarter" idx="12"/>
          </p:nvPr>
        </p:nvSpPr>
        <p:spPr/>
        <p:txBody>
          <a:bodyPr/>
          <a:lstStyle/>
          <a:p>
            <a:fld id="{C77C10F3-51E8-47AA-8570-6B63F9EF7985}" type="slidenum">
              <a:rPr lang="en-US" altLang="en-US"/>
              <a:pPr/>
              <a:t>29</a:t>
            </a:fld>
            <a:endParaRPr lang="en-US" altLang="en-US"/>
          </a:p>
        </p:txBody>
      </p:sp>
      <p:sp>
        <p:nvSpPr>
          <p:cNvPr id="8" name="Title 1">
            <a:extLst>
              <a:ext uri="{FF2B5EF4-FFF2-40B4-BE49-F238E27FC236}">
                <a16:creationId xmlns:a16="http://schemas.microsoft.com/office/drawing/2014/main" id="{B3EAD58D-5284-4843-9905-A0B096D8E4A9}"/>
              </a:ext>
            </a:extLst>
          </p:cNvPr>
          <p:cNvSpPr txBox="1">
            <a:spLocks/>
          </p:cNvSpPr>
          <p:nvPr/>
        </p:nvSpPr>
        <p:spPr>
          <a:xfrm>
            <a:off x="1537109" y="17705"/>
            <a:ext cx="10649881" cy="917647"/>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algn="ctr" eaLnBrk="1" fontAlgn="auto" hangingPunct="1">
              <a:lnSpc>
                <a:spcPct val="90000"/>
              </a:lnSpc>
              <a:spcAft>
                <a:spcPts val="600"/>
              </a:spcAft>
              <a:defRPr/>
            </a:pPr>
            <a:r>
              <a:rPr lang="en-US" sz="4000" b="1">
                <a:solidFill>
                  <a:schemeClr val="tx1"/>
                </a:solidFill>
                <a:latin typeface="+mj-lt"/>
                <a:ea typeface="+mj-ea"/>
                <a:cs typeface="+mj-cs"/>
              </a:rPr>
              <a:t>Daily MCQs</a:t>
            </a:r>
            <a:endParaRPr lang="en-US" sz="4000" b="1" kern="1200">
              <a:solidFill>
                <a:schemeClr val="tx1"/>
              </a:solidFill>
              <a:latin typeface="+mj-lt"/>
              <a:ea typeface="+mj-ea"/>
              <a:cs typeface="Calibri"/>
            </a:endParaRPr>
          </a:p>
        </p:txBody>
      </p:sp>
    </p:spTree>
    <p:extLst>
      <p:ext uri="{BB962C8B-B14F-4D97-AF65-F5344CB8AC3E}">
        <p14:creationId xmlns:p14="http://schemas.microsoft.com/office/powerpoint/2010/main" val="18373747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018B645-C182-4C41-8F7A-FBD6F4E1339E}"/>
              </a:ext>
            </a:extLst>
          </p:cNvPr>
          <p:cNvSpPr>
            <a:spLocks noGrp="1"/>
          </p:cNvSpPr>
          <p:nvPr>
            <p:ph idx="1"/>
          </p:nvPr>
        </p:nvSpPr>
        <p:spPr/>
        <p:txBody>
          <a:bodyPr/>
          <a:lstStyle/>
          <a:p>
            <a:pPr marL="0" indent="0">
              <a:buNone/>
            </a:pPr>
            <a:r>
              <a:rPr lang="en-US" sz="1600" dirty="0">
                <a:ea typeface="+mn-lt"/>
                <a:cs typeface="+mn-lt"/>
              </a:rPr>
              <a:t>6.</a:t>
            </a:r>
            <a:r>
              <a:rPr lang="en-US" sz="1600" dirty="0">
                <a:cs typeface="Calibri"/>
              </a:rPr>
              <a:t>What will be output for the </a:t>
            </a:r>
            <a:r>
              <a:rPr lang="en-US" sz="1600" dirty="0" err="1">
                <a:cs typeface="Calibri"/>
              </a:rPr>
              <a:t>folllowing</a:t>
            </a:r>
            <a:r>
              <a:rPr lang="en-US" sz="1600" dirty="0">
                <a:cs typeface="Calibri"/>
              </a:rPr>
              <a:t> code?</a:t>
            </a:r>
            <a:br>
              <a:rPr lang="en-US" sz="1600" dirty="0">
                <a:cs typeface="Calibri"/>
              </a:rPr>
            </a:br>
            <a:r>
              <a:rPr lang="en-US" sz="1600" dirty="0">
                <a:cs typeface="Calibri"/>
              </a:rPr>
              <a:t>class A:</a:t>
            </a:r>
            <a:br>
              <a:rPr lang="en-US" sz="1600" dirty="0">
                <a:cs typeface="Calibri"/>
              </a:rPr>
            </a:br>
            <a:r>
              <a:rPr lang="en-US" sz="1600" dirty="0">
                <a:cs typeface="Calibri"/>
              </a:rPr>
              <a:t>    def __</a:t>
            </a:r>
            <a:r>
              <a:rPr lang="en-US" sz="1600" dirty="0" err="1">
                <a:latin typeface="Consolas"/>
              </a:rPr>
              <a:t>init</a:t>
            </a:r>
            <a:r>
              <a:rPr lang="en-US" sz="1600" dirty="0">
                <a:latin typeface="Consolas"/>
              </a:rPr>
              <a:t>__(self, x= 1):</a:t>
            </a:r>
            <a:br>
              <a:rPr lang="en-US" sz="1600" dirty="0">
                <a:latin typeface="Consolas"/>
              </a:rPr>
            </a:br>
            <a:r>
              <a:rPr lang="en-US" sz="1600" dirty="0">
                <a:latin typeface="Consolas"/>
              </a:rPr>
              <a:t>        </a:t>
            </a:r>
            <a:r>
              <a:rPr lang="en-US" sz="1600" dirty="0" err="1">
                <a:latin typeface="Consolas"/>
              </a:rPr>
              <a:t>self.x</a:t>
            </a:r>
            <a:r>
              <a:rPr lang="en-US" sz="1600" dirty="0">
                <a:latin typeface="Consolas"/>
              </a:rPr>
              <a:t> = x</a:t>
            </a:r>
            <a:br>
              <a:rPr lang="en-US" sz="1600" dirty="0">
                <a:latin typeface="Consolas"/>
              </a:rPr>
            </a:br>
            <a:r>
              <a:rPr lang="en-US" sz="1600" dirty="0">
                <a:latin typeface="Consolas"/>
              </a:rPr>
              <a:t>class der(A):</a:t>
            </a:r>
            <a:br>
              <a:rPr lang="en-US" sz="1600" dirty="0">
                <a:latin typeface="Consolas"/>
              </a:rPr>
            </a:br>
            <a:r>
              <a:rPr lang="en-US" sz="1600" dirty="0">
                <a:latin typeface="Consolas"/>
              </a:rPr>
              <a:t>    def __</a:t>
            </a:r>
            <a:r>
              <a:rPr lang="en-US" sz="1600" dirty="0" err="1">
                <a:latin typeface="Consolas"/>
              </a:rPr>
              <a:t>init</a:t>
            </a:r>
            <a:r>
              <a:rPr lang="en-US" sz="1600" dirty="0">
                <a:latin typeface="Consolas"/>
              </a:rPr>
              <a:t>__(</a:t>
            </a:r>
            <a:r>
              <a:rPr lang="en-US" sz="1600" dirty="0" err="1">
                <a:latin typeface="Consolas"/>
              </a:rPr>
              <a:t>self,y</a:t>
            </a:r>
            <a:r>
              <a:rPr lang="en-US" sz="1600" dirty="0">
                <a:latin typeface="Consolas"/>
              </a:rPr>
              <a:t> = 2):</a:t>
            </a:r>
            <a:br>
              <a:rPr lang="en-US" sz="1600" dirty="0">
                <a:latin typeface="Consolas"/>
              </a:rPr>
            </a:br>
            <a:r>
              <a:rPr lang="en-US" sz="1600" dirty="0">
                <a:latin typeface="Consolas"/>
              </a:rPr>
              <a:t>        super().__</a:t>
            </a:r>
            <a:r>
              <a:rPr lang="en-US" sz="1600" dirty="0" err="1">
                <a:latin typeface="Consolas"/>
              </a:rPr>
              <a:t>init</a:t>
            </a:r>
            <a:r>
              <a:rPr lang="en-US" sz="1600" dirty="0">
                <a:latin typeface="Consolas"/>
              </a:rPr>
              <a:t>__()</a:t>
            </a:r>
            <a:br>
              <a:rPr lang="en-US" sz="1600" dirty="0">
                <a:latin typeface="Consolas"/>
              </a:rPr>
            </a:br>
            <a:r>
              <a:rPr lang="en-US" sz="1600" dirty="0">
                <a:latin typeface="Consolas"/>
              </a:rPr>
              <a:t>        </a:t>
            </a:r>
            <a:r>
              <a:rPr lang="en-US" sz="1600" dirty="0" err="1">
                <a:latin typeface="Consolas"/>
              </a:rPr>
              <a:t>self.y</a:t>
            </a:r>
            <a:r>
              <a:rPr lang="en-US" sz="1600" dirty="0">
                <a:latin typeface="Consolas"/>
              </a:rPr>
              <a:t> = y</a:t>
            </a:r>
            <a:br>
              <a:rPr lang="en-US" sz="1600" dirty="0">
                <a:latin typeface="Consolas"/>
              </a:rPr>
            </a:br>
            <a:r>
              <a:rPr lang="en-US" sz="1600" dirty="0">
                <a:latin typeface="Consolas"/>
              </a:rPr>
              <a:t>def main():</a:t>
            </a:r>
            <a:br>
              <a:rPr lang="en-US" sz="1600" dirty="0">
                <a:latin typeface="Consolas"/>
              </a:rPr>
            </a:br>
            <a:r>
              <a:rPr lang="en-US" sz="1600" dirty="0">
                <a:latin typeface="Consolas"/>
              </a:rPr>
              <a:t>    obj = der()</a:t>
            </a:r>
            <a:br>
              <a:rPr lang="en-US" sz="1600" dirty="0">
                <a:latin typeface="Consolas"/>
              </a:rPr>
            </a:br>
            <a:r>
              <a:rPr lang="en-US" sz="1600" dirty="0">
                <a:latin typeface="Consolas"/>
              </a:rPr>
              <a:t>    print(</a:t>
            </a:r>
            <a:r>
              <a:rPr lang="en-US" sz="1600" dirty="0" err="1">
                <a:latin typeface="Consolas"/>
              </a:rPr>
              <a:t>obj.x</a:t>
            </a:r>
            <a:r>
              <a:rPr lang="en-US" sz="1600" dirty="0">
                <a:latin typeface="Consolas"/>
              </a:rPr>
              <a:t>, </a:t>
            </a:r>
            <a:r>
              <a:rPr lang="en-US" sz="1600" dirty="0" err="1">
                <a:latin typeface="Consolas"/>
              </a:rPr>
              <a:t>obj.y</a:t>
            </a:r>
            <a:r>
              <a:rPr lang="en-US" sz="1600" dirty="0">
                <a:latin typeface="Consolas"/>
              </a:rPr>
              <a:t>)</a:t>
            </a:r>
            <a:br>
              <a:rPr lang="en-US" sz="1600" dirty="0">
                <a:latin typeface="Consolas"/>
              </a:rPr>
            </a:br>
            <a:r>
              <a:rPr lang="en-US" sz="1600" dirty="0">
                <a:latin typeface="Consolas"/>
              </a:rPr>
              <a:t>main()</a:t>
            </a:r>
          </a:p>
          <a:p>
            <a:pPr marL="0" indent="0">
              <a:buNone/>
            </a:pPr>
            <a:r>
              <a:rPr lang="en-US" sz="1600" dirty="0">
                <a:ea typeface="+mn-lt"/>
                <a:cs typeface="+mn-lt"/>
              </a:rPr>
              <a:t>A. Error, the syntax of the invoking method is wrong</a:t>
            </a:r>
            <a:br>
              <a:rPr lang="en-US" sz="1600" dirty="0">
                <a:ea typeface="+mn-lt"/>
                <a:cs typeface="+mn-lt"/>
              </a:rPr>
            </a:br>
            <a:r>
              <a:rPr lang="en-US" sz="1600" dirty="0">
                <a:ea typeface="+mn-lt"/>
                <a:cs typeface="+mn-lt"/>
              </a:rPr>
              <a:t>B. The program runs fine but nothing is printed</a:t>
            </a:r>
            <a:br>
              <a:rPr lang="en-US" sz="1600" dirty="0">
                <a:ea typeface="+mn-lt"/>
                <a:cs typeface="+mn-lt"/>
              </a:rPr>
            </a:br>
            <a:r>
              <a:rPr lang="en-US" sz="1600" dirty="0">
                <a:ea typeface="+mn-lt"/>
                <a:cs typeface="+mn-lt"/>
              </a:rPr>
              <a:t>C. 1 0</a:t>
            </a:r>
            <a:br>
              <a:rPr lang="en-US" sz="1600" dirty="0">
                <a:ea typeface="+mn-lt"/>
                <a:cs typeface="+mn-lt"/>
              </a:rPr>
            </a:br>
            <a:r>
              <a:rPr lang="en-US" sz="1600" dirty="0">
                <a:ea typeface="+mn-lt"/>
                <a:cs typeface="+mn-lt"/>
              </a:rPr>
              <a:t>D. 1 2</a:t>
            </a:r>
          </a:p>
          <a:p>
            <a:pPr marL="0" indent="0">
              <a:buNone/>
            </a:pPr>
            <a:r>
              <a:rPr lang="en-US" sz="1600" dirty="0">
                <a:solidFill>
                  <a:schemeClr val="accent3">
                    <a:lumMod val="75000"/>
                  </a:schemeClr>
                </a:solidFill>
                <a:cs typeface="Calibri"/>
              </a:rPr>
              <a:t>Answer-D</a:t>
            </a:r>
          </a:p>
        </p:txBody>
      </p:sp>
      <p:sp>
        <p:nvSpPr>
          <p:cNvPr id="4" name="Date Placeholder 3">
            <a:extLst>
              <a:ext uri="{FF2B5EF4-FFF2-40B4-BE49-F238E27FC236}">
                <a16:creationId xmlns:a16="http://schemas.microsoft.com/office/drawing/2014/main" id="{CCEB7287-0503-4B14-B27C-5086513E7767}"/>
              </a:ext>
            </a:extLst>
          </p:cNvPr>
          <p:cNvSpPr>
            <a:spLocks noGrp="1"/>
          </p:cNvSpPr>
          <p:nvPr>
            <p:ph type="dt" sz="half" idx="10"/>
          </p:nvPr>
        </p:nvSpPr>
        <p:spPr/>
        <p:txBody>
          <a:bodyPr/>
          <a:lstStyle/>
          <a:p>
            <a:pPr>
              <a:defRPr/>
            </a:pPr>
            <a:fld id="{DDAADE14-7B7F-4773-9C0F-018B4D4CD0EA}" type="datetime1">
              <a:rPr lang="en-US" smtClean="0"/>
              <a:pPr>
                <a:defRPr/>
              </a:pPr>
              <a:t>5/17/2022</a:t>
            </a:fld>
            <a:endParaRPr lang="en-US"/>
          </a:p>
        </p:txBody>
      </p:sp>
      <p:sp>
        <p:nvSpPr>
          <p:cNvPr id="5" name="Footer Placeholder 4">
            <a:extLst>
              <a:ext uri="{FF2B5EF4-FFF2-40B4-BE49-F238E27FC236}">
                <a16:creationId xmlns:a16="http://schemas.microsoft.com/office/drawing/2014/main" id="{B52F7A51-AFCA-493D-8751-DD9D6FE4A780}"/>
              </a:ext>
            </a:extLst>
          </p:cNvPr>
          <p:cNvSpPr>
            <a:spLocks noGrp="1"/>
          </p:cNvSpPr>
          <p:nvPr>
            <p:ph type="ftr" sz="quarter" idx="11"/>
          </p:nvPr>
        </p:nvSpPr>
        <p:spPr/>
        <p:txBody>
          <a:bodyPr/>
          <a:lstStyle/>
          <a:p>
            <a:pPr>
              <a:defRPr/>
            </a:pPr>
            <a:r>
              <a:rPr lang="en-US"/>
              <a:t>(Programming in Advanced Python)                                 Unit No:2</a:t>
            </a:r>
          </a:p>
        </p:txBody>
      </p:sp>
      <p:sp>
        <p:nvSpPr>
          <p:cNvPr id="6" name="Slide Number Placeholder 5">
            <a:extLst>
              <a:ext uri="{FF2B5EF4-FFF2-40B4-BE49-F238E27FC236}">
                <a16:creationId xmlns:a16="http://schemas.microsoft.com/office/drawing/2014/main" id="{62BC43B4-129E-4984-8595-BD057E2D6A32}"/>
              </a:ext>
            </a:extLst>
          </p:cNvPr>
          <p:cNvSpPr>
            <a:spLocks noGrp="1"/>
          </p:cNvSpPr>
          <p:nvPr>
            <p:ph type="sldNum" sz="quarter" idx="12"/>
          </p:nvPr>
        </p:nvSpPr>
        <p:spPr/>
        <p:txBody>
          <a:bodyPr/>
          <a:lstStyle/>
          <a:p>
            <a:fld id="{C77C10F3-51E8-47AA-8570-6B63F9EF7985}" type="slidenum">
              <a:rPr lang="en-US" altLang="en-US"/>
              <a:pPr/>
              <a:t>30</a:t>
            </a:fld>
            <a:endParaRPr lang="en-US" altLang="en-US"/>
          </a:p>
        </p:txBody>
      </p:sp>
      <p:sp>
        <p:nvSpPr>
          <p:cNvPr id="8" name="Title 1">
            <a:extLst>
              <a:ext uri="{FF2B5EF4-FFF2-40B4-BE49-F238E27FC236}">
                <a16:creationId xmlns:a16="http://schemas.microsoft.com/office/drawing/2014/main" id="{43C2D8E9-2651-4F3A-9E29-FA042F64A873}"/>
              </a:ext>
            </a:extLst>
          </p:cNvPr>
          <p:cNvSpPr txBox="1">
            <a:spLocks/>
          </p:cNvSpPr>
          <p:nvPr/>
        </p:nvSpPr>
        <p:spPr>
          <a:xfrm>
            <a:off x="1537109" y="6972"/>
            <a:ext cx="10564022" cy="960577"/>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algn="ctr" eaLnBrk="1" fontAlgn="auto" hangingPunct="1">
              <a:lnSpc>
                <a:spcPct val="90000"/>
              </a:lnSpc>
              <a:spcAft>
                <a:spcPts val="600"/>
              </a:spcAft>
              <a:defRPr/>
            </a:pPr>
            <a:r>
              <a:rPr lang="en-US" sz="4000" b="1">
                <a:solidFill>
                  <a:schemeClr val="tx1"/>
                </a:solidFill>
                <a:latin typeface="+mj-lt"/>
                <a:ea typeface="+mj-ea"/>
                <a:cs typeface="+mj-cs"/>
              </a:rPr>
              <a:t>Daily MCQs</a:t>
            </a:r>
            <a:endParaRPr lang="en-US" sz="4000" b="1" kern="1200">
              <a:solidFill>
                <a:schemeClr val="tx1"/>
              </a:solidFill>
              <a:latin typeface="+mj-lt"/>
              <a:ea typeface="+mj-ea"/>
              <a:cs typeface="Calibri"/>
            </a:endParaRPr>
          </a:p>
        </p:txBody>
      </p:sp>
    </p:spTree>
    <p:extLst>
      <p:ext uri="{BB962C8B-B14F-4D97-AF65-F5344CB8AC3E}">
        <p14:creationId xmlns:p14="http://schemas.microsoft.com/office/powerpoint/2010/main" val="2471574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608D112-2454-483F-B47B-6F836B8E5A3F}"/>
              </a:ext>
            </a:extLst>
          </p:cNvPr>
          <p:cNvSpPr>
            <a:spLocks noGrp="1"/>
          </p:cNvSpPr>
          <p:nvPr>
            <p:ph idx="1"/>
          </p:nvPr>
        </p:nvSpPr>
        <p:spPr>
          <a:xfrm>
            <a:off x="1600200" y="817563"/>
            <a:ext cx="10363200" cy="1697037"/>
          </a:xfrm>
        </p:spPr>
        <p:txBody>
          <a:bodyPr/>
          <a:lstStyle/>
          <a:p>
            <a:pPr marL="0" indent="0" algn="just">
              <a:buFont typeface="Arial" panose="020B0604020202020204" pitchFamily="34" charset="0"/>
              <a:buNone/>
            </a:pPr>
            <a:r>
              <a:rPr lang="en-US" altLang="en-US" sz="2800">
                <a:latin typeface="Times New Roman" panose="02020603050405020304" pitchFamily="18" charset="0"/>
                <a:cs typeface="Times New Roman" panose="02020603050405020304" pitchFamily="18" charset="0"/>
              </a:rPr>
              <a:t>In multi-level inheritance, the class inherits the feature of another derived class (Child Class). </a:t>
            </a:r>
          </a:p>
        </p:txBody>
      </p:sp>
      <p:sp>
        <p:nvSpPr>
          <p:cNvPr id="4" name="Rectangle 3">
            <a:extLst>
              <a:ext uri="{FF2B5EF4-FFF2-40B4-BE49-F238E27FC236}">
                <a16:creationId xmlns:a16="http://schemas.microsoft.com/office/drawing/2014/main" id="{338F5FB6-1704-47E5-9449-2FC72A9A9E08}"/>
              </a:ext>
            </a:extLst>
          </p:cNvPr>
          <p:cNvSpPr/>
          <p:nvPr/>
        </p:nvSpPr>
        <p:spPr>
          <a:xfrm>
            <a:off x="4038600" y="3143250"/>
            <a:ext cx="1828800" cy="438150"/>
          </a:xfrm>
          <a:prstGeom prst="rect">
            <a:avLst/>
          </a:prstGeom>
        </p:spPr>
        <p:style>
          <a:lnRef idx="1">
            <a:schemeClr val="accent3"/>
          </a:lnRef>
          <a:fillRef idx="2">
            <a:schemeClr val="accent3"/>
          </a:fillRef>
          <a:effectRef idx="1">
            <a:schemeClr val="accent3"/>
          </a:effectRef>
          <a:fontRef idx="minor">
            <a:schemeClr val="dk1"/>
          </a:fontRef>
        </p:style>
        <p:txBody>
          <a:bodyPr anchor="ctr"/>
          <a:lstStyle/>
          <a:p>
            <a:pPr algn="ctr">
              <a:defRPr/>
            </a:pPr>
            <a:r>
              <a:rPr lang="en-US" sz="2000" b="1">
                <a:latin typeface="Times New Roman" pitchFamily="18" charset="0"/>
                <a:cs typeface="Times New Roman" pitchFamily="18" charset="0"/>
              </a:rPr>
              <a:t>Father</a:t>
            </a:r>
            <a:endParaRPr lang="en-US" sz="900" b="1">
              <a:latin typeface="Times New Roman" pitchFamily="18" charset="0"/>
              <a:cs typeface="Times New Roman" pitchFamily="18" charset="0"/>
            </a:endParaRPr>
          </a:p>
        </p:txBody>
      </p:sp>
      <p:sp>
        <p:nvSpPr>
          <p:cNvPr id="5" name="Rectangle 4">
            <a:extLst>
              <a:ext uri="{FF2B5EF4-FFF2-40B4-BE49-F238E27FC236}">
                <a16:creationId xmlns:a16="http://schemas.microsoft.com/office/drawing/2014/main" id="{2F68FA75-E4CC-4D4C-905E-99A5B31E4D3F}"/>
              </a:ext>
            </a:extLst>
          </p:cNvPr>
          <p:cNvSpPr/>
          <p:nvPr/>
        </p:nvSpPr>
        <p:spPr>
          <a:xfrm>
            <a:off x="4060825" y="5200650"/>
            <a:ext cx="1806575" cy="438150"/>
          </a:xfrm>
          <a:prstGeom prst="rect">
            <a:avLst/>
          </a:prstGeom>
        </p:spPr>
        <p:style>
          <a:lnRef idx="1">
            <a:schemeClr val="accent6"/>
          </a:lnRef>
          <a:fillRef idx="2">
            <a:schemeClr val="accent6"/>
          </a:fillRef>
          <a:effectRef idx="1">
            <a:schemeClr val="accent6"/>
          </a:effectRef>
          <a:fontRef idx="minor">
            <a:schemeClr val="dk1"/>
          </a:fontRef>
        </p:style>
        <p:txBody>
          <a:bodyPr anchor="ctr"/>
          <a:lstStyle/>
          <a:p>
            <a:pPr algn="ctr">
              <a:defRPr/>
            </a:pPr>
            <a:r>
              <a:rPr lang="en-US" sz="2000" b="1" err="1">
                <a:latin typeface="Times New Roman" pitchFamily="18" charset="0"/>
                <a:cs typeface="Times New Roman" pitchFamily="18" charset="0"/>
              </a:rPr>
              <a:t>GrandSon</a:t>
            </a:r>
            <a:endParaRPr lang="en-US" sz="1100" b="1">
              <a:latin typeface="Times New Roman" pitchFamily="18" charset="0"/>
              <a:cs typeface="Times New Roman" pitchFamily="18" charset="0"/>
            </a:endParaRPr>
          </a:p>
        </p:txBody>
      </p:sp>
      <p:sp>
        <p:nvSpPr>
          <p:cNvPr id="6" name="Rectangle 5">
            <a:extLst>
              <a:ext uri="{FF2B5EF4-FFF2-40B4-BE49-F238E27FC236}">
                <a16:creationId xmlns:a16="http://schemas.microsoft.com/office/drawing/2014/main" id="{F03661E5-AC41-4E8B-BBC2-A256B0D4D6D8}"/>
              </a:ext>
            </a:extLst>
          </p:cNvPr>
          <p:cNvSpPr/>
          <p:nvPr/>
        </p:nvSpPr>
        <p:spPr>
          <a:xfrm>
            <a:off x="4060825" y="4191000"/>
            <a:ext cx="1806575" cy="438150"/>
          </a:xfrm>
          <a:prstGeom prst="rect">
            <a:avLst/>
          </a:prstGeom>
        </p:spPr>
        <p:style>
          <a:lnRef idx="1">
            <a:schemeClr val="accent4"/>
          </a:lnRef>
          <a:fillRef idx="2">
            <a:schemeClr val="accent4"/>
          </a:fillRef>
          <a:effectRef idx="1">
            <a:schemeClr val="accent4"/>
          </a:effectRef>
          <a:fontRef idx="minor">
            <a:schemeClr val="dk1"/>
          </a:fontRef>
        </p:style>
        <p:txBody>
          <a:bodyPr anchor="ctr"/>
          <a:lstStyle/>
          <a:p>
            <a:pPr algn="ctr">
              <a:defRPr/>
            </a:pPr>
            <a:r>
              <a:rPr lang="en-US" sz="2000" b="1">
                <a:latin typeface="Times New Roman" pitchFamily="18" charset="0"/>
                <a:cs typeface="Times New Roman" pitchFamily="18" charset="0"/>
              </a:rPr>
              <a:t>Son</a:t>
            </a:r>
            <a:endParaRPr lang="en-US" sz="1200" b="1">
              <a:latin typeface="Times New Roman" pitchFamily="18" charset="0"/>
              <a:cs typeface="Times New Roman" pitchFamily="18" charset="0"/>
            </a:endParaRPr>
          </a:p>
        </p:txBody>
      </p:sp>
      <p:cxnSp>
        <p:nvCxnSpPr>
          <p:cNvPr id="8" name="Straight Arrow Connector 7">
            <a:extLst>
              <a:ext uri="{FF2B5EF4-FFF2-40B4-BE49-F238E27FC236}">
                <a16:creationId xmlns:a16="http://schemas.microsoft.com/office/drawing/2014/main" id="{F0986D25-D64D-4A29-8711-0E2530EDE280}"/>
              </a:ext>
            </a:extLst>
          </p:cNvPr>
          <p:cNvCxnSpPr>
            <a:stCxn id="4" idx="2"/>
          </p:cNvCxnSpPr>
          <p:nvPr/>
        </p:nvCxnSpPr>
        <p:spPr>
          <a:xfrm>
            <a:off x="4953000" y="3581400"/>
            <a:ext cx="0" cy="609600"/>
          </a:xfrm>
          <a:prstGeom prst="straightConnector1">
            <a:avLst/>
          </a:prstGeom>
          <a:ln>
            <a:tailEnd type="arrow"/>
          </a:ln>
        </p:spPr>
        <p:style>
          <a:lnRef idx="3">
            <a:schemeClr val="accent3"/>
          </a:lnRef>
          <a:fillRef idx="0">
            <a:schemeClr val="accent3"/>
          </a:fillRef>
          <a:effectRef idx="2">
            <a:schemeClr val="accent3"/>
          </a:effectRef>
          <a:fontRef idx="minor">
            <a:schemeClr val="tx1"/>
          </a:fontRef>
        </p:style>
      </p:cxnSp>
      <p:cxnSp>
        <p:nvCxnSpPr>
          <p:cNvPr id="10" name="Straight Arrow Connector 9">
            <a:extLst>
              <a:ext uri="{FF2B5EF4-FFF2-40B4-BE49-F238E27FC236}">
                <a16:creationId xmlns:a16="http://schemas.microsoft.com/office/drawing/2014/main" id="{73CA430F-C0C5-4CB7-A2D4-34EE4D7E2AD9}"/>
              </a:ext>
            </a:extLst>
          </p:cNvPr>
          <p:cNvCxnSpPr>
            <a:stCxn id="6" idx="2"/>
            <a:endCxn id="5" idx="0"/>
          </p:cNvCxnSpPr>
          <p:nvPr/>
        </p:nvCxnSpPr>
        <p:spPr>
          <a:xfrm>
            <a:off x="4964113" y="4629150"/>
            <a:ext cx="0" cy="571500"/>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sp>
        <p:nvSpPr>
          <p:cNvPr id="11" name="TextBox 10">
            <a:extLst>
              <a:ext uri="{FF2B5EF4-FFF2-40B4-BE49-F238E27FC236}">
                <a16:creationId xmlns:a16="http://schemas.microsoft.com/office/drawing/2014/main" id="{84B32F36-101A-47AB-A34C-4B8CAFB1DB7C}"/>
              </a:ext>
            </a:extLst>
          </p:cNvPr>
          <p:cNvSpPr txBox="1"/>
          <p:nvPr/>
        </p:nvSpPr>
        <p:spPr>
          <a:xfrm>
            <a:off x="7035800" y="3178175"/>
            <a:ext cx="1331913" cy="368300"/>
          </a:xfrm>
          <a:prstGeom prst="rect">
            <a:avLst/>
          </a:prstGeom>
        </p:spPr>
        <p:style>
          <a:lnRef idx="2">
            <a:schemeClr val="accent5"/>
          </a:lnRef>
          <a:fillRef idx="1">
            <a:schemeClr val="lt1"/>
          </a:fillRef>
          <a:effectRef idx="0">
            <a:schemeClr val="accent5"/>
          </a:effectRef>
          <a:fontRef idx="minor">
            <a:schemeClr val="dk1"/>
          </a:fontRef>
        </p:style>
        <p:txBody>
          <a:bodyPr wrap="none">
            <a:spAutoFit/>
          </a:bodyPr>
          <a:lstStyle/>
          <a:p>
            <a:pPr>
              <a:defRPr/>
            </a:pPr>
            <a:r>
              <a:rPr lang="en-US">
                <a:latin typeface="Times New Roman" pitchFamily="18" charset="0"/>
                <a:cs typeface="Times New Roman" pitchFamily="18" charset="0"/>
              </a:rPr>
              <a:t>Parent Class</a:t>
            </a:r>
          </a:p>
        </p:txBody>
      </p:sp>
      <p:cxnSp>
        <p:nvCxnSpPr>
          <p:cNvPr id="15" name="Straight Arrow Connector 14">
            <a:extLst>
              <a:ext uri="{FF2B5EF4-FFF2-40B4-BE49-F238E27FC236}">
                <a16:creationId xmlns:a16="http://schemas.microsoft.com/office/drawing/2014/main" id="{884C8F77-0842-4405-AFE6-3DAB2431FE9C}"/>
              </a:ext>
            </a:extLst>
          </p:cNvPr>
          <p:cNvCxnSpPr>
            <a:stCxn id="11" idx="1"/>
          </p:cNvCxnSpPr>
          <p:nvPr/>
        </p:nvCxnSpPr>
        <p:spPr>
          <a:xfrm flipH="1">
            <a:off x="6007100" y="3362325"/>
            <a:ext cx="10287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1A2E92FD-26C2-4E6B-88C5-96961AA80712}"/>
              </a:ext>
            </a:extLst>
          </p:cNvPr>
          <p:cNvSpPr txBox="1"/>
          <p:nvPr/>
        </p:nvSpPr>
        <p:spPr>
          <a:xfrm>
            <a:off x="7239000" y="4225925"/>
            <a:ext cx="1255713" cy="368300"/>
          </a:xfrm>
          <a:prstGeom prst="rect">
            <a:avLst/>
          </a:prstGeom>
        </p:spPr>
        <p:style>
          <a:lnRef idx="2">
            <a:schemeClr val="accent5"/>
          </a:lnRef>
          <a:fillRef idx="1">
            <a:schemeClr val="lt1"/>
          </a:fillRef>
          <a:effectRef idx="0">
            <a:schemeClr val="accent5"/>
          </a:effectRef>
          <a:fontRef idx="minor">
            <a:schemeClr val="dk1"/>
          </a:fontRef>
        </p:style>
        <p:txBody>
          <a:bodyPr wrap="none">
            <a:spAutoFit/>
          </a:bodyPr>
          <a:lstStyle/>
          <a:p>
            <a:pPr>
              <a:defRPr/>
            </a:pPr>
            <a:r>
              <a:rPr lang="en-US">
                <a:latin typeface="Times New Roman" pitchFamily="18" charset="0"/>
                <a:cs typeface="Times New Roman" pitchFamily="18" charset="0"/>
              </a:rPr>
              <a:t>Child Class</a:t>
            </a:r>
          </a:p>
        </p:txBody>
      </p:sp>
      <p:cxnSp>
        <p:nvCxnSpPr>
          <p:cNvPr id="17" name="Straight Arrow Connector 16">
            <a:extLst>
              <a:ext uri="{FF2B5EF4-FFF2-40B4-BE49-F238E27FC236}">
                <a16:creationId xmlns:a16="http://schemas.microsoft.com/office/drawing/2014/main" id="{B13349FC-F7DD-4DD2-8504-EE8D43BDB476}"/>
              </a:ext>
            </a:extLst>
          </p:cNvPr>
          <p:cNvCxnSpPr>
            <a:stCxn id="12" idx="1"/>
          </p:cNvCxnSpPr>
          <p:nvPr/>
        </p:nvCxnSpPr>
        <p:spPr>
          <a:xfrm flipH="1">
            <a:off x="6019800" y="4410075"/>
            <a:ext cx="12192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C53D88FF-C237-466D-84E5-10A0B2BFE655}"/>
              </a:ext>
            </a:extLst>
          </p:cNvPr>
          <p:cNvSpPr txBox="1"/>
          <p:nvPr/>
        </p:nvSpPr>
        <p:spPr>
          <a:xfrm>
            <a:off x="7361238" y="5183188"/>
            <a:ext cx="2012950" cy="400050"/>
          </a:xfrm>
          <a:prstGeom prst="rect">
            <a:avLst/>
          </a:prstGeom>
        </p:spPr>
        <p:style>
          <a:lnRef idx="2">
            <a:schemeClr val="accent5"/>
          </a:lnRef>
          <a:fillRef idx="1">
            <a:schemeClr val="lt1"/>
          </a:fillRef>
          <a:effectRef idx="0">
            <a:schemeClr val="accent5"/>
          </a:effectRef>
          <a:fontRef idx="minor">
            <a:schemeClr val="dk1"/>
          </a:fontRef>
        </p:style>
        <p:txBody>
          <a:bodyPr wrap="none">
            <a:spAutoFit/>
          </a:bodyPr>
          <a:lstStyle/>
          <a:p>
            <a:pPr>
              <a:defRPr/>
            </a:pPr>
            <a:r>
              <a:rPr lang="en-US" sz="2000" err="1">
                <a:latin typeface="Times New Roman" pitchFamily="18" charset="0"/>
                <a:cs typeface="Times New Roman" pitchFamily="18" charset="0"/>
              </a:rPr>
              <a:t>GrandChild</a:t>
            </a:r>
            <a:r>
              <a:rPr lang="en-US" sz="2000">
                <a:latin typeface="Times New Roman" pitchFamily="18" charset="0"/>
                <a:cs typeface="Times New Roman" pitchFamily="18" charset="0"/>
              </a:rPr>
              <a:t> Class</a:t>
            </a:r>
          </a:p>
        </p:txBody>
      </p:sp>
      <p:cxnSp>
        <p:nvCxnSpPr>
          <p:cNvPr id="19" name="Straight Arrow Connector 18">
            <a:extLst>
              <a:ext uri="{FF2B5EF4-FFF2-40B4-BE49-F238E27FC236}">
                <a16:creationId xmlns:a16="http://schemas.microsoft.com/office/drawing/2014/main" id="{F61F2B19-14F9-49C4-BE4C-458148E7DAC6}"/>
              </a:ext>
            </a:extLst>
          </p:cNvPr>
          <p:cNvCxnSpPr>
            <a:stCxn id="13" idx="1"/>
          </p:cNvCxnSpPr>
          <p:nvPr/>
        </p:nvCxnSpPr>
        <p:spPr>
          <a:xfrm flipH="1">
            <a:off x="5989638" y="5383213"/>
            <a:ext cx="13716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2" name="Rectangle 31">
            <a:extLst>
              <a:ext uri="{FF2B5EF4-FFF2-40B4-BE49-F238E27FC236}">
                <a16:creationId xmlns:a16="http://schemas.microsoft.com/office/drawing/2014/main" id="{E8CD3CBA-4910-4685-A988-9EC7BEF4AC02}"/>
              </a:ext>
            </a:extLst>
          </p:cNvPr>
          <p:cNvSpPr/>
          <p:nvPr/>
        </p:nvSpPr>
        <p:spPr>
          <a:xfrm>
            <a:off x="4038600" y="2228850"/>
            <a:ext cx="1828800" cy="438150"/>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r>
              <a:rPr lang="en-US" sz="2000" b="1">
                <a:latin typeface="Times New Roman" pitchFamily="18" charset="0"/>
                <a:cs typeface="Times New Roman" pitchFamily="18" charset="0"/>
              </a:rPr>
              <a:t>object</a:t>
            </a:r>
            <a:endParaRPr lang="en-US" sz="900" b="1">
              <a:latin typeface="Times New Roman" pitchFamily="18" charset="0"/>
              <a:cs typeface="Times New Roman" pitchFamily="18" charset="0"/>
            </a:endParaRPr>
          </a:p>
        </p:txBody>
      </p:sp>
      <p:cxnSp>
        <p:nvCxnSpPr>
          <p:cNvPr id="40" name="Straight Arrow Connector 39">
            <a:extLst>
              <a:ext uri="{FF2B5EF4-FFF2-40B4-BE49-F238E27FC236}">
                <a16:creationId xmlns:a16="http://schemas.microsoft.com/office/drawing/2014/main" id="{10F7B292-969D-47F8-8468-B41CBAC592B3}"/>
              </a:ext>
            </a:extLst>
          </p:cNvPr>
          <p:cNvCxnSpPr>
            <a:stCxn id="32" idx="2"/>
            <a:endCxn id="4" idx="0"/>
          </p:cNvCxnSpPr>
          <p:nvPr/>
        </p:nvCxnSpPr>
        <p:spPr>
          <a:xfrm flipH="1">
            <a:off x="4953000" y="2667000"/>
            <a:ext cx="0" cy="476250"/>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sp>
        <p:nvSpPr>
          <p:cNvPr id="18" name="Title 1">
            <a:extLst>
              <a:ext uri="{FF2B5EF4-FFF2-40B4-BE49-F238E27FC236}">
                <a16:creationId xmlns:a16="http://schemas.microsoft.com/office/drawing/2014/main" id="{AA83F532-00F6-4514-8C1B-3B3EB88E9DFD}"/>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US" sz="3200" b="1">
                <a:latin typeface="Times New Roman" pitchFamily="18" charset="0"/>
                <a:cs typeface="Times New Roman" pitchFamily="18" charset="0"/>
              </a:rPr>
              <a:t>Multi-level Inheritance(CO2)</a:t>
            </a:r>
          </a:p>
        </p:txBody>
      </p:sp>
      <p:sp>
        <p:nvSpPr>
          <p:cNvPr id="7" name="Date Placeholder 6">
            <a:extLst>
              <a:ext uri="{FF2B5EF4-FFF2-40B4-BE49-F238E27FC236}">
                <a16:creationId xmlns:a16="http://schemas.microsoft.com/office/drawing/2014/main" id="{CC3B645D-2BDF-409B-B7EB-706613842C3B}"/>
              </a:ext>
            </a:extLst>
          </p:cNvPr>
          <p:cNvSpPr>
            <a:spLocks noGrp="1"/>
          </p:cNvSpPr>
          <p:nvPr>
            <p:ph type="dt" sz="quarter" idx="10"/>
          </p:nvPr>
        </p:nvSpPr>
        <p:spPr/>
        <p:txBody>
          <a:bodyPr/>
          <a:lstStyle/>
          <a:p>
            <a:pPr>
              <a:defRPr/>
            </a:pPr>
            <a:fld id="{F8A2179B-976E-4AB7-9B29-83073E93A323}" type="datetime1">
              <a:rPr lang="en-US" smtClean="0"/>
              <a:pPr>
                <a:defRPr/>
              </a:pPr>
              <a:t>5/17/2022</a:t>
            </a:fld>
            <a:endParaRPr lang="en-US"/>
          </a:p>
        </p:txBody>
      </p:sp>
      <p:sp>
        <p:nvSpPr>
          <p:cNvPr id="9" name="Footer Placeholder 8">
            <a:extLst>
              <a:ext uri="{FF2B5EF4-FFF2-40B4-BE49-F238E27FC236}">
                <a16:creationId xmlns:a16="http://schemas.microsoft.com/office/drawing/2014/main" id="{72608078-D09D-4CAB-80EB-4CC5375C47DA}"/>
              </a:ext>
            </a:extLst>
          </p:cNvPr>
          <p:cNvSpPr>
            <a:spLocks noGrp="1"/>
          </p:cNvSpPr>
          <p:nvPr>
            <p:ph type="ftr" sz="quarter" idx="11"/>
          </p:nvPr>
        </p:nvSpPr>
        <p:spPr>
          <a:xfrm>
            <a:off x="2895600" y="6356350"/>
            <a:ext cx="6858000" cy="365125"/>
          </a:xfrm>
        </p:spPr>
        <p:txBody>
          <a:bodyPr/>
          <a:lstStyle/>
          <a:p>
            <a:pPr>
              <a:defRPr/>
            </a:pPr>
            <a:r>
              <a:rPr lang="en-US"/>
              <a:t>(Programming in Advanced Python)                                 Unit No:2</a:t>
            </a:r>
          </a:p>
        </p:txBody>
      </p:sp>
      <p:sp>
        <p:nvSpPr>
          <p:cNvPr id="33812" name="Slide Number Placeholder 13">
            <a:extLst>
              <a:ext uri="{FF2B5EF4-FFF2-40B4-BE49-F238E27FC236}">
                <a16:creationId xmlns:a16="http://schemas.microsoft.com/office/drawing/2014/main" id="{D050DEFE-41D5-41C8-8E1E-07E736666FAB}"/>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B90A7F69-9D32-41A4-8813-965C743BC0EC}" type="slidenum">
              <a:rPr lang="en-US" altLang="en-US" sz="1200" dirty="0">
                <a:solidFill>
                  <a:srgbClr val="898989"/>
                </a:solidFill>
              </a:rPr>
              <a:pPr>
                <a:spcBef>
                  <a:spcPct val="0"/>
                </a:spcBef>
                <a:buFontTx/>
                <a:buNone/>
              </a:pPr>
              <a:t>31</a:t>
            </a:fld>
            <a:endParaRPr lang="en-US" altLang="en-US" sz="1200">
              <a:solidFill>
                <a:srgbClr val="898989"/>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500"/>
                                        <p:tgtEl>
                                          <p:spTgt spid="15"/>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500"/>
                                        <p:tgtEl>
                                          <p:spTgt spid="11"/>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0" presetClass="entr" presetSubtype="0"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500"/>
                                        <p:tgtEl>
                                          <p:spTgt spid="6"/>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10" presetClass="entr" presetSubtype="0" fill="hold" nodeType="clickEffect">
                                  <p:stCondLst>
                                    <p:cond delay="0"/>
                                  </p:stCondLst>
                                  <p:childTnLst>
                                    <p:set>
                                      <p:cBhvr>
                                        <p:cTn id="32" dur="1" fill="hold">
                                          <p:stCondLst>
                                            <p:cond delay="0"/>
                                          </p:stCondLst>
                                        </p:cTn>
                                        <p:tgtEl>
                                          <p:spTgt spid="17"/>
                                        </p:tgtEl>
                                        <p:attrNameLst>
                                          <p:attrName>style.visibility</p:attrName>
                                        </p:attrNameLst>
                                      </p:cBhvr>
                                      <p:to>
                                        <p:strVal val="visible"/>
                                      </p:to>
                                    </p:set>
                                    <p:animEffect transition="in" filter="fade">
                                      <p:cBhvr>
                                        <p:cTn id="33" dur="500"/>
                                        <p:tgtEl>
                                          <p:spTgt spid="17"/>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500"/>
                                        <p:tgtEl>
                                          <p:spTgt spid="12"/>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10" presetClass="entr" presetSubtype="0" fill="hold" nodeType="click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fade">
                                      <p:cBhvr>
                                        <p:cTn id="41" dur="500"/>
                                        <p:tgtEl>
                                          <p:spTgt spid="10"/>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5"/>
                                        </p:tgtEl>
                                        <p:attrNameLst>
                                          <p:attrName>style.visibility</p:attrName>
                                        </p:attrNameLst>
                                      </p:cBhvr>
                                      <p:to>
                                        <p:strVal val="visible"/>
                                      </p:to>
                                    </p:set>
                                    <p:animEffect transition="in" filter="fade">
                                      <p:cBhvr>
                                        <p:cTn id="44" dur="500"/>
                                        <p:tgtEl>
                                          <p:spTgt spid="5"/>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10" presetClass="entr" presetSubtype="0" fill="hold" nodeType="click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500"/>
                                        <p:tgtEl>
                                          <p:spTgt spid="19"/>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fade">
                                      <p:cBhvr>
                                        <p:cTn id="52" dur="500"/>
                                        <p:tgtEl>
                                          <p:spTgt spid="13"/>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10" presetClass="entr" presetSubtype="0" fill="hold" nodeType="clickEffect">
                                  <p:stCondLst>
                                    <p:cond delay="0"/>
                                  </p:stCondLst>
                                  <p:childTnLst>
                                    <p:set>
                                      <p:cBhvr>
                                        <p:cTn id="56" dur="1" fill="hold">
                                          <p:stCondLst>
                                            <p:cond delay="0"/>
                                          </p:stCondLst>
                                        </p:cTn>
                                        <p:tgtEl>
                                          <p:spTgt spid="40"/>
                                        </p:tgtEl>
                                        <p:attrNameLst>
                                          <p:attrName>style.visibility</p:attrName>
                                        </p:attrNameLst>
                                      </p:cBhvr>
                                      <p:to>
                                        <p:strVal val="visible"/>
                                      </p:to>
                                    </p:set>
                                    <p:animEffect transition="in" filter="fade">
                                      <p:cBhvr>
                                        <p:cTn id="57" dur="500"/>
                                        <p:tgtEl>
                                          <p:spTgt spid="40"/>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32"/>
                                        </p:tgtEl>
                                        <p:attrNameLst>
                                          <p:attrName>style.visibility</p:attrName>
                                        </p:attrNameLst>
                                      </p:cBhvr>
                                      <p:to>
                                        <p:strVal val="visible"/>
                                      </p:to>
                                    </p:set>
                                    <p:animEffect transition="in" filter="fade">
                                      <p:cBhvr>
                                        <p:cTn id="60"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P spid="5" grpId="0" animBg="1"/>
      <p:bldP spid="6" grpId="0" animBg="1"/>
      <p:bldP spid="11" grpId="0" animBg="1"/>
      <p:bldP spid="12" grpId="0" animBg="1"/>
      <p:bldP spid="13" grpId="0" animBg="1"/>
      <p:bldP spid="32"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B5757A7-AEC0-444E-BE47-D8BA7CC3CCBD}"/>
              </a:ext>
            </a:extLst>
          </p:cNvPr>
          <p:cNvSpPr>
            <a:spLocks noGrp="1"/>
          </p:cNvSpPr>
          <p:nvPr>
            <p:ph idx="1"/>
          </p:nvPr>
        </p:nvSpPr>
        <p:spPr>
          <a:xfrm>
            <a:off x="1600200" y="1276350"/>
            <a:ext cx="6172200" cy="4133850"/>
          </a:xfrm>
        </p:spPr>
        <p:txBody>
          <a:bodyPr/>
          <a:lstStyle/>
          <a:p>
            <a:pPr marL="0" indent="0">
              <a:buFont typeface="Arial" panose="020B0604020202020204" pitchFamily="34" charset="0"/>
              <a:buNone/>
            </a:pPr>
            <a:r>
              <a:rPr lang="en-US" altLang="en-US" sz="2400" b="1" dirty="0">
                <a:latin typeface="Times New Roman" panose="02020603050405020304" pitchFamily="18" charset="0"/>
                <a:cs typeface="Times New Roman" panose="02020603050405020304" pitchFamily="18" charset="0"/>
              </a:rPr>
              <a:t>Syntax:-</a:t>
            </a:r>
          </a:p>
          <a:p>
            <a:pPr marL="0" indent="0">
              <a:buFont typeface="Arial" panose="020B0604020202020204" pitchFamily="34" charset="0"/>
              <a:buNone/>
            </a:pPr>
            <a:r>
              <a:rPr lang="en-US" altLang="en-US" sz="2400" dirty="0">
                <a:latin typeface="Times New Roman" panose="02020603050405020304" pitchFamily="18" charset="0"/>
                <a:cs typeface="Times New Roman" panose="02020603050405020304" pitchFamily="18" charset="0"/>
              </a:rPr>
              <a:t>class </a:t>
            </a:r>
            <a:r>
              <a:rPr lang="en-US" altLang="en-US" sz="2400" dirty="0" err="1">
                <a:latin typeface="Times New Roman" panose="02020603050405020304" pitchFamily="18" charset="0"/>
                <a:cs typeface="Times New Roman" panose="02020603050405020304" pitchFamily="18" charset="0"/>
              </a:rPr>
              <a:t>ParentClassName</a:t>
            </a:r>
            <a:r>
              <a:rPr lang="en-US" altLang="en-US" sz="2400" dirty="0">
                <a:latin typeface="Times New Roman" panose="02020603050405020304" pitchFamily="18" charset="0"/>
                <a:cs typeface="Times New Roman" panose="02020603050405020304" pitchFamily="18" charset="0"/>
              </a:rPr>
              <a:t>(object): </a:t>
            </a:r>
          </a:p>
          <a:p>
            <a:pPr marL="0" indent="0">
              <a:buFont typeface="Arial" panose="020B0604020202020204" pitchFamily="34" charset="0"/>
              <a:buNone/>
            </a:pPr>
            <a:r>
              <a:rPr lang="en-US" altLang="en-US" sz="2400" dirty="0">
                <a:latin typeface="Times New Roman" panose="02020603050405020304" pitchFamily="18" charset="0"/>
                <a:cs typeface="Times New Roman" panose="02020603050405020304" pitchFamily="18" charset="0"/>
              </a:rPr>
              <a:t>         members of Parent Class </a:t>
            </a:r>
          </a:p>
          <a:p>
            <a:pPr marL="0" indent="0">
              <a:buFont typeface="Arial" panose="020B0604020202020204" pitchFamily="34" charset="0"/>
              <a:buNone/>
            </a:pPr>
            <a:endParaRPr lang="en-US" altLang="en-US" sz="24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en-US" sz="2400" dirty="0">
                <a:latin typeface="Times New Roman" panose="02020603050405020304" pitchFamily="18" charset="0"/>
                <a:cs typeface="Times New Roman" panose="02020603050405020304" pitchFamily="18" charset="0"/>
              </a:rPr>
              <a:t>class </a:t>
            </a:r>
            <a:r>
              <a:rPr lang="en-US" altLang="en-US" sz="2400" dirty="0" err="1">
                <a:latin typeface="Times New Roman" panose="02020603050405020304" pitchFamily="18" charset="0"/>
                <a:cs typeface="Times New Roman" panose="02020603050405020304" pitchFamily="18" charset="0"/>
              </a:rPr>
              <a:t>ChildClassName</a:t>
            </a:r>
            <a:r>
              <a:rPr lang="en-US" altLang="en-US" sz="2400" dirty="0">
                <a:latin typeface="Times New Roman" panose="02020603050405020304" pitchFamily="18" charset="0"/>
                <a:cs typeface="Times New Roman" panose="02020603050405020304" pitchFamily="18" charset="0"/>
              </a:rPr>
              <a:t>(</a:t>
            </a:r>
            <a:r>
              <a:rPr lang="en-US" altLang="en-US" sz="2400" dirty="0" err="1">
                <a:latin typeface="Times New Roman" panose="02020603050405020304" pitchFamily="18" charset="0"/>
                <a:cs typeface="Times New Roman" panose="02020603050405020304" pitchFamily="18" charset="0"/>
              </a:rPr>
              <a:t>ParentClassName</a:t>
            </a:r>
            <a:r>
              <a:rPr lang="en-US" altLang="en-US" sz="2400" dirty="0">
                <a:latin typeface="Times New Roman" panose="02020603050405020304" pitchFamily="18" charset="0"/>
                <a:cs typeface="Times New Roman" panose="02020603050405020304" pitchFamily="18" charset="0"/>
              </a:rPr>
              <a:t>):</a:t>
            </a:r>
          </a:p>
          <a:p>
            <a:pPr marL="0" indent="0">
              <a:buFont typeface="Arial" panose="020B0604020202020204" pitchFamily="34" charset="0"/>
              <a:buNone/>
            </a:pPr>
            <a:r>
              <a:rPr lang="en-US" altLang="en-US" sz="2400" dirty="0">
                <a:latin typeface="Times New Roman" panose="02020603050405020304" pitchFamily="18" charset="0"/>
                <a:cs typeface="Times New Roman" panose="02020603050405020304" pitchFamily="18" charset="0"/>
              </a:rPr>
              <a:t>         members of Child Class</a:t>
            </a:r>
          </a:p>
          <a:p>
            <a:pPr marL="0" indent="0">
              <a:buFont typeface="Arial" panose="020B0604020202020204" pitchFamily="34" charset="0"/>
              <a:buNone/>
            </a:pPr>
            <a:endParaRPr lang="en-US" altLang="en-US" sz="24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en-US" sz="2400" dirty="0">
                <a:latin typeface="Times New Roman" panose="02020603050405020304" pitchFamily="18" charset="0"/>
                <a:cs typeface="Times New Roman" panose="02020603050405020304" pitchFamily="18" charset="0"/>
              </a:rPr>
              <a:t>class </a:t>
            </a:r>
            <a:r>
              <a:rPr lang="en-US" altLang="en-US" sz="2400" dirty="0" err="1">
                <a:latin typeface="Times New Roman" panose="02020603050405020304" pitchFamily="18" charset="0"/>
                <a:cs typeface="Times New Roman" panose="02020603050405020304" pitchFamily="18" charset="0"/>
              </a:rPr>
              <a:t>GrandChildClassName</a:t>
            </a:r>
            <a:r>
              <a:rPr lang="en-US" altLang="en-US" sz="2400" dirty="0">
                <a:latin typeface="Times New Roman" panose="02020603050405020304" pitchFamily="18" charset="0"/>
                <a:cs typeface="Times New Roman" panose="02020603050405020304" pitchFamily="18" charset="0"/>
              </a:rPr>
              <a:t>(</a:t>
            </a:r>
            <a:r>
              <a:rPr lang="en-US" altLang="en-US" sz="2400" dirty="0" err="1">
                <a:latin typeface="Times New Roman" panose="02020603050405020304" pitchFamily="18" charset="0"/>
                <a:cs typeface="Times New Roman" panose="02020603050405020304" pitchFamily="18" charset="0"/>
              </a:rPr>
              <a:t>ChildClassName</a:t>
            </a:r>
            <a:r>
              <a:rPr lang="en-US" altLang="en-US" sz="2400" dirty="0">
                <a:latin typeface="Times New Roman" panose="02020603050405020304" pitchFamily="18" charset="0"/>
                <a:cs typeface="Times New Roman" panose="02020603050405020304" pitchFamily="18" charset="0"/>
              </a:rPr>
              <a:t>):</a:t>
            </a:r>
          </a:p>
          <a:p>
            <a:pPr marL="0" indent="0">
              <a:buFont typeface="Arial" panose="020B0604020202020204" pitchFamily="34" charset="0"/>
              <a:buNone/>
            </a:pPr>
            <a:r>
              <a:rPr lang="en-US" altLang="en-US" sz="2400" dirty="0">
                <a:latin typeface="Times New Roman" panose="02020603050405020304" pitchFamily="18" charset="0"/>
                <a:cs typeface="Times New Roman" panose="02020603050405020304" pitchFamily="18" charset="0"/>
              </a:rPr>
              <a:t>         members of Grand Child Class</a:t>
            </a:r>
          </a:p>
          <a:p>
            <a:pPr marL="0" indent="0">
              <a:buFont typeface="Arial" panose="020B0604020202020204" pitchFamily="34" charset="0"/>
              <a:buNone/>
            </a:pPr>
            <a:endParaRPr lang="en-US" altLang="en-US" sz="1800" dirty="0">
              <a:latin typeface="Times New Roman" panose="02020603050405020304" pitchFamily="18" charset="0"/>
              <a:cs typeface="Times New Roman" panose="02020603050405020304" pitchFamily="18" charset="0"/>
            </a:endParaRPr>
          </a:p>
        </p:txBody>
      </p:sp>
      <p:sp>
        <p:nvSpPr>
          <p:cNvPr id="17" name="Rectangle 16">
            <a:extLst>
              <a:ext uri="{FF2B5EF4-FFF2-40B4-BE49-F238E27FC236}">
                <a16:creationId xmlns:a16="http://schemas.microsoft.com/office/drawing/2014/main" id="{9D8AD772-ED19-4C39-A809-08129873C438}"/>
              </a:ext>
            </a:extLst>
          </p:cNvPr>
          <p:cNvSpPr/>
          <p:nvPr/>
        </p:nvSpPr>
        <p:spPr>
          <a:xfrm>
            <a:off x="8153400" y="2152650"/>
            <a:ext cx="1828800" cy="438150"/>
          </a:xfrm>
          <a:prstGeom prst="rect">
            <a:avLst/>
          </a:prstGeom>
        </p:spPr>
        <p:style>
          <a:lnRef idx="1">
            <a:schemeClr val="accent3"/>
          </a:lnRef>
          <a:fillRef idx="2">
            <a:schemeClr val="accent3"/>
          </a:fillRef>
          <a:effectRef idx="1">
            <a:schemeClr val="accent3"/>
          </a:effectRef>
          <a:fontRef idx="minor">
            <a:schemeClr val="dk1"/>
          </a:fontRef>
        </p:style>
        <p:txBody>
          <a:bodyPr anchor="ctr"/>
          <a:lstStyle/>
          <a:p>
            <a:pPr algn="ctr">
              <a:defRPr/>
            </a:pPr>
            <a:r>
              <a:rPr lang="en-US" sz="2000" b="1">
                <a:latin typeface="Times New Roman" pitchFamily="18" charset="0"/>
                <a:cs typeface="Times New Roman" pitchFamily="18" charset="0"/>
              </a:rPr>
              <a:t>Parent Class</a:t>
            </a:r>
            <a:endParaRPr lang="en-US" sz="900" b="1">
              <a:latin typeface="Times New Roman" pitchFamily="18" charset="0"/>
              <a:cs typeface="Times New Roman" pitchFamily="18" charset="0"/>
            </a:endParaRPr>
          </a:p>
        </p:txBody>
      </p:sp>
      <p:sp>
        <p:nvSpPr>
          <p:cNvPr id="18" name="Rectangle 17">
            <a:extLst>
              <a:ext uri="{FF2B5EF4-FFF2-40B4-BE49-F238E27FC236}">
                <a16:creationId xmlns:a16="http://schemas.microsoft.com/office/drawing/2014/main" id="{CC6E9FC2-0F9A-4F19-AF2A-0B35D7DDB18F}"/>
              </a:ext>
            </a:extLst>
          </p:cNvPr>
          <p:cNvSpPr/>
          <p:nvPr/>
        </p:nvSpPr>
        <p:spPr>
          <a:xfrm>
            <a:off x="8175625" y="4210050"/>
            <a:ext cx="1806575" cy="438150"/>
          </a:xfrm>
          <a:prstGeom prst="rect">
            <a:avLst/>
          </a:prstGeom>
        </p:spPr>
        <p:style>
          <a:lnRef idx="1">
            <a:schemeClr val="accent6"/>
          </a:lnRef>
          <a:fillRef idx="2">
            <a:schemeClr val="accent6"/>
          </a:fillRef>
          <a:effectRef idx="1">
            <a:schemeClr val="accent6"/>
          </a:effectRef>
          <a:fontRef idx="minor">
            <a:schemeClr val="dk1"/>
          </a:fontRef>
        </p:style>
        <p:txBody>
          <a:bodyPr anchor="ctr"/>
          <a:lstStyle/>
          <a:p>
            <a:pPr algn="ctr">
              <a:defRPr/>
            </a:pPr>
            <a:r>
              <a:rPr lang="en-US" sz="2000" b="1">
                <a:latin typeface="Times New Roman" pitchFamily="18" charset="0"/>
                <a:cs typeface="Times New Roman" pitchFamily="18" charset="0"/>
              </a:rPr>
              <a:t>Grand Child</a:t>
            </a:r>
            <a:endParaRPr lang="en-US" sz="1100" b="1">
              <a:latin typeface="Times New Roman" pitchFamily="18" charset="0"/>
              <a:cs typeface="Times New Roman" pitchFamily="18" charset="0"/>
            </a:endParaRPr>
          </a:p>
        </p:txBody>
      </p:sp>
      <p:sp>
        <p:nvSpPr>
          <p:cNvPr id="19" name="Rectangle 18">
            <a:extLst>
              <a:ext uri="{FF2B5EF4-FFF2-40B4-BE49-F238E27FC236}">
                <a16:creationId xmlns:a16="http://schemas.microsoft.com/office/drawing/2014/main" id="{95103493-98F1-4767-9B92-44515AD35CBB}"/>
              </a:ext>
            </a:extLst>
          </p:cNvPr>
          <p:cNvSpPr/>
          <p:nvPr/>
        </p:nvSpPr>
        <p:spPr>
          <a:xfrm>
            <a:off x="8175625" y="3200400"/>
            <a:ext cx="1806575" cy="438150"/>
          </a:xfrm>
          <a:prstGeom prst="rect">
            <a:avLst/>
          </a:prstGeom>
        </p:spPr>
        <p:style>
          <a:lnRef idx="1">
            <a:schemeClr val="accent4"/>
          </a:lnRef>
          <a:fillRef idx="2">
            <a:schemeClr val="accent4"/>
          </a:fillRef>
          <a:effectRef idx="1">
            <a:schemeClr val="accent4"/>
          </a:effectRef>
          <a:fontRef idx="minor">
            <a:schemeClr val="dk1"/>
          </a:fontRef>
        </p:style>
        <p:txBody>
          <a:bodyPr anchor="ctr"/>
          <a:lstStyle/>
          <a:p>
            <a:pPr algn="ctr">
              <a:defRPr/>
            </a:pPr>
            <a:r>
              <a:rPr lang="en-US" sz="2000" b="1">
                <a:latin typeface="Times New Roman" pitchFamily="18" charset="0"/>
                <a:cs typeface="Times New Roman" pitchFamily="18" charset="0"/>
              </a:rPr>
              <a:t>Child Class</a:t>
            </a:r>
            <a:endParaRPr lang="en-US" sz="1200" b="1">
              <a:latin typeface="Times New Roman" pitchFamily="18" charset="0"/>
              <a:cs typeface="Times New Roman" pitchFamily="18" charset="0"/>
            </a:endParaRPr>
          </a:p>
        </p:txBody>
      </p:sp>
      <p:cxnSp>
        <p:nvCxnSpPr>
          <p:cNvPr id="20" name="Straight Arrow Connector 19">
            <a:extLst>
              <a:ext uri="{FF2B5EF4-FFF2-40B4-BE49-F238E27FC236}">
                <a16:creationId xmlns:a16="http://schemas.microsoft.com/office/drawing/2014/main" id="{3C413E61-8AD0-44CB-BC94-BA4DA253A62B}"/>
              </a:ext>
            </a:extLst>
          </p:cNvPr>
          <p:cNvCxnSpPr>
            <a:stCxn id="17" idx="2"/>
          </p:cNvCxnSpPr>
          <p:nvPr/>
        </p:nvCxnSpPr>
        <p:spPr>
          <a:xfrm>
            <a:off x="9067800" y="2590800"/>
            <a:ext cx="0" cy="609600"/>
          </a:xfrm>
          <a:prstGeom prst="straightConnector1">
            <a:avLst/>
          </a:prstGeom>
          <a:ln>
            <a:tailEnd type="arrow"/>
          </a:ln>
        </p:spPr>
        <p:style>
          <a:lnRef idx="3">
            <a:schemeClr val="accent3"/>
          </a:lnRef>
          <a:fillRef idx="0">
            <a:schemeClr val="accent3"/>
          </a:fillRef>
          <a:effectRef idx="2">
            <a:schemeClr val="accent3"/>
          </a:effectRef>
          <a:fontRef idx="minor">
            <a:schemeClr val="tx1"/>
          </a:fontRef>
        </p:style>
      </p:cxnSp>
      <p:cxnSp>
        <p:nvCxnSpPr>
          <p:cNvPr id="21" name="Straight Arrow Connector 20">
            <a:extLst>
              <a:ext uri="{FF2B5EF4-FFF2-40B4-BE49-F238E27FC236}">
                <a16:creationId xmlns:a16="http://schemas.microsoft.com/office/drawing/2014/main" id="{F88FDD69-2A2D-4A09-827C-23A09A5B0BE3}"/>
              </a:ext>
            </a:extLst>
          </p:cNvPr>
          <p:cNvCxnSpPr>
            <a:stCxn id="19" idx="2"/>
            <a:endCxn id="18" idx="0"/>
          </p:cNvCxnSpPr>
          <p:nvPr/>
        </p:nvCxnSpPr>
        <p:spPr>
          <a:xfrm>
            <a:off x="9078913" y="3638550"/>
            <a:ext cx="0" cy="571500"/>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sp>
        <p:nvSpPr>
          <p:cNvPr id="22" name="Rectangle 21">
            <a:extLst>
              <a:ext uri="{FF2B5EF4-FFF2-40B4-BE49-F238E27FC236}">
                <a16:creationId xmlns:a16="http://schemas.microsoft.com/office/drawing/2014/main" id="{53A282ED-E12B-45E0-9823-C3C5243850C9}"/>
              </a:ext>
            </a:extLst>
          </p:cNvPr>
          <p:cNvSpPr/>
          <p:nvPr/>
        </p:nvSpPr>
        <p:spPr>
          <a:xfrm>
            <a:off x="8153400" y="1250950"/>
            <a:ext cx="1828800" cy="438150"/>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r>
              <a:rPr lang="en-US" sz="2000" b="1">
                <a:latin typeface="Times New Roman" pitchFamily="18" charset="0"/>
                <a:cs typeface="Times New Roman" pitchFamily="18" charset="0"/>
              </a:rPr>
              <a:t>object</a:t>
            </a:r>
            <a:endParaRPr lang="en-US" sz="900" b="1">
              <a:latin typeface="Times New Roman" pitchFamily="18" charset="0"/>
              <a:cs typeface="Times New Roman" pitchFamily="18" charset="0"/>
            </a:endParaRPr>
          </a:p>
        </p:txBody>
      </p:sp>
      <p:cxnSp>
        <p:nvCxnSpPr>
          <p:cNvPr id="23" name="Straight Arrow Connector 22">
            <a:extLst>
              <a:ext uri="{FF2B5EF4-FFF2-40B4-BE49-F238E27FC236}">
                <a16:creationId xmlns:a16="http://schemas.microsoft.com/office/drawing/2014/main" id="{F5EFB06B-84D6-4673-857E-0C1B8F71EBA9}"/>
              </a:ext>
            </a:extLst>
          </p:cNvPr>
          <p:cNvCxnSpPr>
            <a:stCxn id="22" idx="2"/>
          </p:cNvCxnSpPr>
          <p:nvPr/>
        </p:nvCxnSpPr>
        <p:spPr>
          <a:xfrm flipH="1">
            <a:off x="9067800" y="1689100"/>
            <a:ext cx="0" cy="476250"/>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sp>
        <p:nvSpPr>
          <p:cNvPr id="10" name="Title 1">
            <a:extLst>
              <a:ext uri="{FF2B5EF4-FFF2-40B4-BE49-F238E27FC236}">
                <a16:creationId xmlns:a16="http://schemas.microsoft.com/office/drawing/2014/main" id="{6A136984-64DB-4819-97A5-B89EA687AFC6}"/>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US" sz="3200" b="1">
                <a:latin typeface="Times New Roman" pitchFamily="18" charset="0"/>
                <a:cs typeface="Times New Roman" pitchFamily="18" charset="0"/>
              </a:rPr>
              <a:t>Multi-level Inheritance Syntax(CO2)</a:t>
            </a:r>
          </a:p>
        </p:txBody>
      </p:sp>
      <p:sp>
        <p:nvSpPr>
          <p:cNvPr id="2" name="Date Placeholder 1">
            <a:extLst>
              <a:ext uri="{FF2B5EF4-FFF2-40B4-BE49-F238E27FC236}">
                <a16:creationId xmlns:a16="http://schemas.microsoft.com/office/drawing/2014/main" id="{DD7208FD-4915-4D6A-8D23-7855723AFEBB}"/>
              </a:ext>
            </a:extLst>
          </p:cNvPr>
          <p:cNvSpPr>
            <a:spLocks noGrp="1"/>
          </p:cNvSpPr>
          <p:nvPr>
            <p:ph type="dt" sz="quarter" idx="10"/>
          </p:nvPr>
        </p:nvSpPr>
        <p:spPr/>
        <p:txBody>
          <a:bodyPr/>
          <a:lstStyle/>
          <a:p>
            <a:pPr>
              <a:defRPr/>
            </a:pPr>
            <a:fld id="{160C8CD8-0C84-4E92-B89C-ADC7CFC5D705}" type="datetime1">
              <a:rPr lang="en-US" smtClean="0"/>
              <a:pPr>
                <a:defRPr/>
              </a:pPr>
              <a:t>5/17/2022</a:t>
            </a:fld>
            <a:endParaRPr lang="en-US"/>
          </a:p>
        </p:txBody>
      </p:sp>
      <p:sp>
        <p:nvSpPr>
          <p:cNvPr id="4" name="Footer Placeholder 3">
            <a:extLst>
              <a:ext uri="{FF2B5EF4-FFF2-40B4-BE49-F238E27FC236}">
                <a16:creationId xmlns:a16="http://schemas.microsoft.com/office/drawing/2014/main" id="{ED43DA5C-0066-4D2A-9A60-62151F8A379C}"/>
              </a:ext>
            </a:extLst>
          </p:cNvPr>
          <p:cNvSpPr>
            <a:spLocks noGrp="1"/>
          </p:cNvSpPr>
          <p:nvPr>
            <p:ph type="ftr" sz="quarter" idx="11"/>
          </p:nvPr>
        </p:nvSpPr>
        <p:spPr>
          <a:xfrm>
            <a:off x="2971800" y="6356350"/>
            <a:ext cx="6629400" cy="365125"/>
          </a:xfrm>
        </p:spPr>
        <p:txBody>
          <a:bodyPr/>
          <a:lstStyle/>
          <a:p>
            <a:pPr>
              <a:defRPr/>
            </a:pPr>
            <a:r>
              <a:rPr lang="en-US"/>
              <a:t>(Programming in Advanced Python)                                 Unit No:2</a:t>
            </a:r>
          </a:p>
        </p:txBody>
      </p:sp>
      <p:sp>
        <p:nvSpPr>
          <p:cNvPr id="34830" name="Slide Number Placeholder 4">
            <a:extLst>
              <a:ext uri="{FF2B5EF4-FFF2-40B4-BE49-F238E27FC236}">
                <a16:creationId xmlns:a16="http://schemas.microsoft.com/office/drawing/2014/main" id="{0282E142-06AD-4AD9-90ED-C286B75ADD4E}"/>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22231E76-99A0-49E0-B797-AB80563F94F0}" type="slidenum">
              <a:rPr lang="en-US" altLang="en-US" sz="1200" dirty="0">
                <a:solidFill>
                  <a:srgbClr val="898989"/>
                </a:solidFill>
              </a:rPr>
              <a:pPr>
                <a:spcBef>
                  <a:spcPct val="0"/>
                </a:spcBef>
                <a:buFontTx/>
                <a:buNone/>
              </a:pPr>
              <a:t>32</a:t>
            </a:fld>
            <a:endParaRPr lang="en-US" altLang="en-US" sz="1200">
              <a:solidFill>
                <a:srgbClr val="898989"/>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500"/>
                                        <p:tgtEl>
                                          <p:spTgt spid="2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wipe(down)">
                                      <p:cBhvr>
                                        <p:cTn id="22" dur="500"/>
                                        <p:tgtEl>
                                          <p:spTgt spid="2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animEffect transition="in" filter="fade">
                                      <p:cBhvr>
                                        <p:cTn id="27" dur="500"/>
                                        <p:tgtEl>
                                          <p:spTgt spid="3">
                                            <p:txEl>
                                              <p:pRg st="2" end="2"/>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500"/>
                                        <p:tgtEl>
                                          <p:spTgt spid="1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4" end="4"/>
                                            </p:txEl>
                                          </p:spTgt>
                                        </p:tgtEl>
                                        <p:attrNameLst>
                                          <p:attrName>style.visibility</p:attrName>
                                        </p:attrNameLst>
                                      </p:cBhvr>
                                      <p:to>
                                        <p:strVal val="visible"/>
                                      </p:to>
                                    </p:set>
                                    <p:animEffect transition="in" filter="fade">
                                      <p:cBhvr>
                                        <p:cTn id="37" dur="500"/>
                                        <p:tgtEl>
                                          <p:spTgt spid="3">
                                            <p:txEl>
                                              <p:pRg st="4" end="4"/>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500"/>
                                        <p:tgtEl>
                                          <p:spTgt spid="3">
                                            <p:txEl>
                                              <p:pRg st="5" end="5"/>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0" presetClass="entr" presetSubtype="0" fill="hold" nodeType="click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500"/>
                                        <p:tgtEl>
                                          <p:spTgt spid="20"/>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9"/>
                                        </p:tgtEl>
                                        <p:attrNameLst>
                                          <p:attrName>style.visibility</p:attrName>
                                        </p:attrNameLst>
                                      </p:cBhvr>
                                      <p:to>
                                        <p:strVal val="visible"/>
                                      </p:to>
                                    </p:set>
                                    <p:animEffect transition="in" filter="fade">
                                      <p:cBhvr>
                                        <p:cTn id="50" dur="500"/>
                                        <p:tgtEl>
                                          <p:spTgt spid="19"/>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10" presetClass="entr" presetSubtype="0" fill="hold" nodeType="clickEffect">
                                  <p:stCondLst>
                                    <p:cond delay="0"/>
                                  </p:stCondLst>
                                  <p:childTnLst>
                                    <p:set>
                                      <p:cBhvr>
                                        <p:cTn id="54" dur="1" fill="hold">
                                          <p:stCondLst>
                                            <p:cond delay="0"/>
                                          </p:stCondLst>
                                        </p:cTn>
                                        <p:tgtEl>
                                          <p:spTgt spid="3">
                                            <p:txEl>
                                              <p:pRg st="7" end="7"/>
                                            </p:txEl>
                                          </p:spTgt>
                                        </p:tgtEl>
                                        <p:attrNameLst>
                                          <p:attrName>style.visibility</p:attrName>
                                        </p:attrNameLst>
                                      </p:cBhvr>
                                      <p:to>
                                        <p:strVal val="visible"/>
                                      </p:to>
                                    </p:set>
                                    <p:animEffect transition="in" filter="fade">
                                      <p:cBhvr>
                                        <p:cTn id="55" dur="500"/>
                                        <p:tgtEl>
                                          <p:spTgt spid="3">
                                            <p:txEl>
                                              <p:pRg st="7" end="7"/>
                                            </p:txEl>
                                          </p:spTgt>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10" presetClass="entr" presetSubtype="0" fill="hold" nodeType="clickEffect">
                                  <p:stCondLst>
                                    <p:cond delay="0"/>
                                  </p:stCondLst>
                                  <p:childTnLst>
                                    <p:set>
                                      <p:cBhvr>
                                        <p:cTn id="59" dur="1" fill="hold">
                                          <p:stCondLst>
                                            <p:cond delay="0"/>
                                          </p:stCondLst>
                                        </p:cTn>
                                        <p:tgtEl>
                                          <p:spTgt spid="3">
                                            <p:txEl>
                                              <p:pRg st="8" end="8"/>
                                            </p:txEl>
                                          </p:spTgt>
                                        </p:tgtEl>
                                        <p:attrNameLst>
                                          <p:attrName>style.visibility</p:attrName>
                                        </p:attrNameLst>
                                      </p:cBhvr>
                                      <p:to>
                                        <p:strVal val="visible"/>
                                      </p:to>
                                    </p:set>
                                    <p:animEffect transition="in" filter="fade">
                                      <p:cBhvr>
                                        <p:cTn id="60" dur="500"/>
                                        <p:tgtEl>
                                          <p:spTgt spid="3">
                                            <p:txEl>
                                              <p:pRg st="8" end="8"/>
                                            </p:txEl>
                                          </p:spTgt>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10" presetClass="entr" presetSubtype="0" fill="hold" nodeType="clickEffect">
                                  <p:stCondLst>
                                    <p:cond delay="0"/>
                                  </p:stCondLst>
                                  <p:childTnLst>
                                    <p:set>
                                      <p:cBhvr>
                                        <p:cTn id="64" dur="1" fill="hold">
                                          <p:stCondLst>
                                            <p:cond delay="0"/>
                                          </p:stCondLst>
                                        </p:cTn>
                                        <p:tgtEl>
                                          <p:spTgt spid="21"/>
                                        </p:tgtEl>
                                        <p:attrNameLst>
                                          <p:attrName>style.visibility</p:attrName>
                                        </p:attrNameLst>
                                      </p:cBhvr>
                                      <p:to>
                                        <p:strVal val="visible"/>
                                      </p:to>
                                    </p:set>
                                    <p:animEffect transition="in" filter="fade">
                                      <p:cBhvr>
                                        <p:cTn id="65" dur="500"/>
                                        <p:tgtEl>
                                          <p:spTgt spid="21"/>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18"/>
                                        </p:tgtEl>
                                        <p:attrNameLst>
                                          <p:attrName>style.visibility</p:attrName>
                                        </p:attrNameLst>
                                      </p:cBhvr>
                                      <p:to>
                                        <p:strVal val="visible"/>
                                      </p:to>
                                    </p:set>
                                    <p:animEffect transition="in" filter="fade">
                                      <p:cBhvr>
                                        <p:cTn id="68"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19" grpId="0" animBg="1"/>
      <p:bldP spid="22"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40FE547-525F-4C48-9467-2D43BA26994C}"/>
              </a:ext>
            </a:extLst>
          </p:cNvPr>
          <p:cNvSpPr>
            <a:spLocks noGrp="1"/>
          </p:cNvSpPr>
          <p:nvPr>
            <p:ph idx="1"/>
          </p:nvPr>
        </p:nvSpPr>
        <p:spPr>
          <a:xfrm>
            <a:off x="1738223" y="1212012"/>
            <a:ext cx="4126002" cy="3443377"/>
          </a:xfrm>
        </p:spPr>
        <p:txBody>
          <a:bodyPr/>
          <a:lstStyle/>
          <a:p>
            <a:pPr marL="0" indent="0">
              <a:buFont typeface="Arial" panose="020B0604020202020204" pitchFamily="34" charset="0"/>
              <a:buNone/>
            </a:pPr>
            <a:r>
              <a:rPr lang="en-US" altLang="en-US" sz="2400">
                <a:latin typeface="Times New Roman" panose="02020603050405020304" pitchFamily="18" charset="0"/>
                <a:cs typeface="Times New Roman" panose="02020603050405020304" pitchFamily="18" charset="0"/>
              </a:rPr>
              <a:t>class Father (object): </a:t>
            </a:r>
          </a:p>
          <a:p>
            <a:pPr marL="0" indent="0">
              <a:buFont typeface="Arial" panose="020B0604020202020204" pitchFamily="34" charset="0"/>
              <a:buNone/>
            </a:pPr>
            <a:r>
              <a:rPr lang="en-US" altLang="en-US" sz="2400">
                <a:latin typeface="Times New Roman" panose="02020603050405020304" pitchFamily="18" charset="0"/>
                <a:cs typeface="Times New Roman" panose="02020603050405020304" pitchFamily="18" charset="0"/>
              </a:rPr>
              <a:t> 	members of class Father </a:t>
            </a:r>
          </a:p>
          <a:p>
            <a:pPr marL="0" indent="0">
              <a:buFont typeface="Arial" panose="020B0604020202020204" pitchFamily="34" charset="0"/>
              <a:buNone/>
            </a:pPr>
            <a:endParaRPr lang="en-US" altLang="en-US" sz="240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en-US" sz="2400">
                <a:latin typeface="Times New Roman" panose="02020603050405020304" pitchFamily="18" charset="0"/>
                <a:cs typeface="Times New Roman" panose="02020603050405020304" pitchFamily="18" charset="0"/>
              </a:rPr>
              <a:t>class Son (Father):</a:t>
            </a:r>
          </a:p>
          <a:p>
            <a:pPr marL="0" indent="0">
              <a:buFont typeface="Arial" panose="020B0604020202020204" pitchFamily="34" charset="0"/>
              <a:buNone/>
            </a:pPr>
            <a:r>
              <a:rPr lang="en-US" altLang="en-US" sz="2400">
                <a:latin typeface="Times New Roman" panose="02020603050405020304" pitchFamily="18" charset="0"/>
                <a:cs typeface="Times New Roman" panose="02020603050405020304" pitchFamily="18" charset="0"/>
              </a:rPr>
              <a:t> 	members of class Son </a:t>
            </a:r>
          </a:p>
          <a:p>
            <a:pPr marL="0" indent="0">
              <a:buFont typeface="Arial" panose="020B0604020202020204" pitchFamily="34" charset="0"/>
              <a:buNone/>
            </a:pPr>
            <a:endParaRPr lang="en-US" altLang="en-US" sz="240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en-US" sz="2400">
                <a:latin typeface="Times New Roman" panose="02020603050405020304" pitchFamily="18" charset="0"/>
                <a:cs typeface="Times New Roman" panose="02020603050405020304" pitchFamily="18" charset="0"/>
              </a:rPr>
              <a:t>class GrandSon (Son):</a:t>
            </a:r>
          </a:p>
          <a:p>
            <a:pPr marL="0" indent="0">
              <a:buFont typeface="Arial" panose="020B0604020202020204" pitchFamily="34" charset="0"/>
              <a:buNone/>
            </a:pPr>
            <a:r>
              <a:rPr lang="en-US" altLang="en-US" sz="2400">
                <a:latin typeface="Times New Roman" panose="02020603050405020304" pitchFamily="18" charset="0"/>
                <a:cs typeface="Times New Roman" panose="02020603050405020304" pitchFamily="18" charset="0"/>
              </a:rPr>
              <a:t> 	members of class GrandSon </a:t>
            </a:r>
          </a:p>
        </p:txBody>
      </p:sp>
      <p:sp>
        <p:nvSpPr>
          <p:cNvPr id="17" name="Right Brace 16">
            <a:extLst>
              <a:ext uri="{FF2B5EF4-FFF2-40B4-BE49-F238E27FC236}">
                <a16:creationId xmlns:a16="http://schemas.microsoft.com/office/drawing/2014/main" id="{70765F7B-A4F4-4CCE-BBFB-A63A8DA9E609}"/>
              </a:ext>
            </a:extLst>
          </p:cNvPr>
          <p:cNvSpPr/>
          <p:nvPr/>
        </p:nvSpPr>
        <p:spPr>
          <a:xfrm>
            <a:off x="5864225" y="1749425"/>
            <a:ext cx="381000" cy="536575"/>
          </a:xfrm>
          <a:prstGeom prst="rightBrace">
            <a:avLst/>
          </a:prstGeom>
        </p:spPr>
        <p:style>
          <a:lnRef idx="2">
            <a:schemeClr val="accent3"/>
          </a:lnRef>
          <a:fillRef idx="0">
            <a:schemeClr val="accent3"/>
          </a:fillRef>
          <a:effectRef idx="1">
            <a:schemeClr val="accent3"/>
          </a:effectRef>
          <a:fontRef idx="minor">
            <a:schemeClr val="tx1"/>
          </a:fontRef>
        </p:style>
        <p:txBody>
          <a:bodyPr anchor="ctr"/>
          <a:lstStyle/>
          <a:p>
            <a:pPr algn="ctr">
              <a:defRPr/>
            </a:pPr>
            <a:endParaRPr lang="en-US"/>
          </a:p>
        </p:txBody>
      </p:sp>
      <p:sp>
        <p:nvSpPr>
          <p:cNvPr id="18" name="Rectangle 17">
            <a:extLst>
              <a:ext uri="{FF2B5EF4-FFF2-40B4-BE49-F238E27FC236}">
                <a16:creationId xmlns:a16="http://schemas.microsoft.com/office/drawing/2014/main" id="{404BA60F-C2BD-4FA2-ADA2-CF53FFC9E487}"/>
              </a:ext>
            </a:extLst>
          </p:cNvPr>
          <p:cNvSpPr/>
          <p:nvPr/>
        </p:nvSpPr>
        <p:spPr>
          <a:xfrm>
            <a:off x="6245225" y="1828800"/>
            <a:ext cx="1524000" cy="457200"/>
          </a:xfrm>
          <a:prstGeom prst="rect">
            <a:avLst/>
          </a:prstGeom>
        </p:spPr>
        <p:style>
          <a:lnRef idx="1">
            <a:schemeClr val="accent3"/>
          </a:lnRef>
          <a:fillRef idx="2">
            <a:schemeClr val="accent3"/>
          </a:fillRef>
          <a:effectRef idx="1">
            <a:schemeClr val="accent3"/>
          </a:effectRef>
          <a:fontRef idx="minor">
            <a:schemeClr val="dk1"/>
          </a:fontRef>
        </p:style>
        <p:txBody>
          <a:bodyPr anchor="ctr"/>
          <a:lstStyle/>
          <a:p>
            <a:pPr algn="ctr">
              <a:defRPr/>
            </a:pPr>
            <a:r>
              <a:rPr lang="en-US" sz="2000">
                <a:latin typeface="Times New Roman" pitchFamily="18" charset="0"/>
                <a:cs typeface="Times New Roman" pitchFamily="18" charset="0"/>
              </a:rPr>
              <a:t>Parent Class</a:t>
            </a:r>
          </a:p>
        </p:txBody>
      </p:sp>
      <p:sp>
        <p:nvSpPr>
          <p:cNvPr id="19" name="Right Brace 18">
            <a:extLst>
              <a:ext uri="{FF2B5EF4-FFF2-40B4-BE49-F238E27FC236}">
                <a16:creationId xmlns:a16="http://schemas.microsoft.com/office/drawing/2014/main" id="{5BB6E9FD-37CE-4F61-8164-0D9FDA9ACAE0}"/>
              </a:ext>
            </a:extLst>
          </p:cNvPr>
          <p:cNvSpPr/>
          <p:nvPr/>
        </p:nvSpPr>
        <p:spPr>
          <a:xfrm>
            <a:off x="5867400" y="2879725"/>
            <a:ext cx="381000" cy="485775"/>
          </a:xfrm>
          <a:prstGeom prst="rightBrace">
            <a:avLst/>
          </a:prstGeom>
        </p:spPr>
        <p:style>
          <a:lnRef idx="2">
            <a:schemeClr val="accent4"/>
          </a:lnRef>
          <a:fillRef idx="0">
            <a:schemeClr val="accent4"/>
          </a:fillRef>
          <a:effectRef idx="1">
            <a:schemeClr val="accent4"/>
          </a:effectRef>
          <a:fontRef idx="minor">
            <a:schemeClr val="tx1"/>
          </a:fontRef>
        </p:style>
        <p:txBody>
          <a:bodyPr anchor="ctr"/>
          <a:lstStyle/>
          <a:p>
            <a:pPr algn="ctr">
              <a:defRPr/>
            </a:pPr>
            <a:endParaRPr lang="en-US"/>
          </a:p>
        </p:txBody>
      </p:sp>
      <p:sp>
        <p:nvSpPr>
          <p:cNvPr id="20" name="Rectangle 19">
            <a:extLst>
              <a:ext uri="{FF2B5EF4-FFF2-40B4-BE49-F238E27FC236}">
                <a16:creationId xmlns:a16="http://schemas.microsoft.com/office/drawing/2014/main" id="{7545B8B5-63A7-4200-9B0A-2A1F38C8431D}"/>
              </a:ext>
            </a:extLst>
          </p:cNvPr>
          <p:cNvSpPr/>
          <p:nvPr/>
        </p:nvSpPr>
        <p:spPr>
          <a:xfrm>
            <a:off x="6248400" y="2879725"/>
            <a:ext cx="1600200" cy="441325"/>
          </a:xfrm>
          <a:prstGeom prst="rect">
            <a:avLst/>
          </a:prstGeom>
        </p:spPr>
        <p:style>
          <a:lnRef idx="1">
            <a:schemeClr val="accent4"/>
          </a:lnRef>
          <a:fillRef idx="2">
            <a:schemeClr val="accent4"/>
          </a:fillRef>
          <a:effectRef idx="1">
            <a:schemeClr val="accent4"/>
          </a:effectRef>
          <a:fontRef idx="minor">
            <a:schemeClr val="dk1"/>
          </a:fontRef>
        </p:style>
        <p:txBody>
          <a:bodyPr anchor="ctr"/>
          <a:lstStyle/>
          <a:p>
            <a:pPr algn="ctr">
              <a:defRPr/>
            </a:pPr>
            <a:r>
              <a:rPr lang="en-US" sz="2000">
                <a:latin typeface="Times New Roman" pitchFamily="18" charset="0"/>
                <a:cs typeface="Times New Roman" pitchFamily="18" charset="0"/>
              </a:rPr>
              <a:t>Child Class</a:t>
            </a:r>
          </a:p>
        </p:txBody>
      </p:sp>
      <p:sp>
        <p:nvSpPr>
          <p:cNvPr id="21" name="Right Brace 20">
            <a:extLst>
              <a:ext uri="{FF2B5EF4-FFF2-40B4-BE49-F238E27FC236}">
                <a16:creationId xmlns:a16="http://schemas.microsoft.com/office/drawing/2014/main" id="{36B886A9-3071-4A62-B72C-A1AFE3A56CE3}"/>
              </a:ext>
            </a:extLst>
          </p:cNvPr>
          <p:cNvSpPr/>
          <p:nvPr/>
        </p:nvSpPr>
        <p:spPr>
          <a:xfrm>
            <a:off x="5870575" y="3962400"/>
            <a:ext cx="381000" cy="485775"/>
          </a:xfrm>
          <a:prstGeom prst="rightBrace">
            <a:avLst/>
          </a:prstGeom>
        </p:spPr>
        <p:style>
          <a:lnRef idx="2">
            <a:schemeClr val="accent6"/>
          </a:lnRef>
          <a:fillRef idx="0">
            <a:schemeClr val="accent6"/>
          </a:fillRef>
          <a:effectRef idx="1">
            <a:schemeClr val="accent6"/>
          </a:effectRef>
          <a:fontRef idx="minor">
            <a:schemeClr val="tx1"/>
          </a:fontRef>
        </p:style>
        <p:txBody>
          <a:bodyPr anchor="ctr"/>
          <a:lstStyle/>
          <a:p>
            <a:pPr algn="ctr">
              <a:defRPr/>
            </a:pPr>
            <a:endParaRPr lang="en-US"/>
          </a:p>
        </p:txBody>
      </p:sp>
      <p:sp>
        <p:nvSpPr>
          <p:cNvPr id="22" name="Rectangle 21">
            <a:extLst>
              <a:ext uri="{FF2B5EF4-FFF2-40B4-BE49-F238E27FC236}">
                <a16:creationId xmlns:a16="http://schemas.microsoft.com/office/drawing/2014/main" id="{04E5F9EC-A543-4948-A9AE-3B55E319683D}"/>
              </a:ext>
            </a:extLst>
          </p:cNvPr>
          <p:cNvSpPr/>
          <p:nvPr/>
        </p:nvSpPr>
        <p:spPr>
          <a:xfrm>
            <a:off x="6248400" y="3962400"/>
            <a:ext cx="2057400" cy="457200"/>
          </a:xfrm>
          <a:prstGeom prst="rect">
            <a:avLst/>
          </a:prstGeom>
        </p:spPr>
        <p:style>
          <a:lnRef idx="1">
            <a:schemeClr val="accent6"/>
          </a:lnRef>
          <a:fillRef idx="2">
            <a:schemeClr val="accent6"/>
          </a:fillRef>
          <a:effectRef idx="1">
            <a:schemeClr val="accent6"/>
          </a:effectRef>
          <a:fontRef idx="minor">
            <a:schemeClr val="dk1"/>
          </a:fontRef>
        </p:style>
        <p:txBody>
          <a:bodyPr anchor="ctr"/>
          <a:lstStyle/>
          <a:p>
            <a:pPr algn="ctr">
              <a:defRPr/>
            </a:pPr>
            <a:r>
              <a:rPr lang="en-US" sz="2000" err="1">
                <a:latin typeface="Times New Roman" pitchFamily="18" charset="0"/>
                <a:cs typeface="Times New Roman" pitchFamily="18" charset="0"/>
              </a:rPr>
              <a:t>GrandChild</a:t>
            </a:r>
            <a:r>
              <a:rPr lang="en-US" sz="2000">
                <a:latin typeface="Times New Roman" pitchFamily="18" charset="0"/>
                <a:cs typeface="Times New Roman" pitchFamily="18" charset="0"/>
              </a:rPr>
              <a:t> Class</a:t>
            </a:r>
          </a:p>
        </p:txBody>
      </p:sp>
      <p:sp>
        <p:nvSpPr>
          <p:cNvPr id="23" name="Rectangle 22">
            <a:extLst>
              <a:ext uri="{FF2B5EF4-FFF2-40B4-BE49-F238E27FC236}">
                <a16:creationId xmlns:a16="http://schemas.microsoft.com/office/drawing/2014/main" id="{B9F18478-8FD5-492E-8566-4E2E13E104DC}"/>
              </a:ext>
            </a:extLst>
          </p:cNvPr>
          <p:cNvSpPr/>
          <p:nvPr/>
        </p:nvSpPr>
        <p:spPr>
          <a:xfrm>
            <a:off x="8534400" y="1892300"/>
            <a:ext cx="1828800" cy="438150"/>
          </a:xfrm>
          <a:prstGeom prst="rect">
            <a:avLst/>
          </a:prstGeom>
        </p:spPr>
        <p:style>
          <a:lnRef idx="1">
            <a:schemeClr val="accent3"/>
          </a:lnRef>
          <a:fillRef idx="2">
            <a:schemeClr val="accent3"/>
          </a:fillRef>
          <a:effectRef idx="1">
            <a:schemeClr val="accent3"/>
          </a:effectRef>
          <a:fontRef idx="minor">
            <a:schemeClr val="dk1"/>
          </a:fontRef>
        </p:style>
        <p:txBody>
          <a:bodyPr anchor="ctr"/>
          <a:lstStyle/>
          <a:p>
            <a:pPr algn="ctr">
              <a:defRPr/>
            </a:pPr>
            <a:r>
              <a:rPr lang="en-US" sz="2000" b="1">
                <a:latin typeface="Times New Roman" pitchFamily="18" charset="0"/>
                <a:cs typeface="Times New Roman" pitchFamily="18" charset="0"/>
              </a:rPr>
              <a:t>Father</a:t>
            </a:r>
            <a:endParaRPr lang="en-US" sz="900" b="1">
              <a:latin typeface="Times New Roman" pitchFamily="18" charset="0"/>
              <a:cs typeface="Times New Roman" pitchFamily="18" charset="0"/>
            </a:endParaRPr>
          </a:p>
        </p:txBody>
      </p:sp>
      <p:sp>
        <p:nvSpPr>
          <p:cNvPr id="24" name="Rectangle 23">
            <a:extLst>
              <a:ext uri="{FF2B5EF4-FFF2-40B4-BE49-F238E27FC236}">
                <a16:creationId xmlns:a16="http://schemas.microsoft.com/office/drawing/2014/main" id="{EB04C40A-5E45-4400-ACBA-3FB30408FE00}"/>
              </a:ext>
            </a:extLst>
          </p:cNvPr>
          <p:cNvSpPr/>
          <p:nvPr/>
        </p:nvSpPr>
        <p:spPr>
          <a:xfrm>
            <a:off x="8556625" y="3949700"/>
            <a:ext cx="1806575" cy="438150"/>
          </a:xfrm>
          <a:prstGeom prst="rect">
            <a:avLst/>
          </a:prstGeom>
        </p:spPr>
        <p:style>
          <a:lnRef idx="1">
            <a:schemeClr val="accent6"/>
          </a:lnRef>
          <a:fillRef idx="2">
            <a:schemeClr val="accent6"/>
          </a:fillRef>
          <a:effectRef idx="1">
            <a:schemeClr val="accent6"/>
          </a:effectRef>
          <a:fontRef idx="minor">
            <a:schemeClr val="dk1"/>
          </a:fontRef>
        </p:style>
        <p:txBody>
          <a:bodyPr anchor="ctr"/>
          <a:lstStyle/>
          <a:p>
            <a:pPr algn="ctr">
              <a:defRPr/>
            </a:pPr>
            <a:r>
              <a:rPr lang="en-US" sz="2000" b="1" err="1">
                <a:latin typeface="Times New Roman" pitchFamily="18" charset="0"/>
                <a:cs typeface="Times New Roman" pitchFamily="18" charset="0"/>
              </a:rPr>
              <a:t>GrandSon</a:t>
            </a:r>
            <a:endParaRPr lang="en-US" sz="1100" b="1">
              <a:latin typeface="Times New Roman" pitchFamily="18" charset="0"/>
              <a:cs typeface="Times New Roman" pitchFamily="18" charset="0"/>
            </a:endParaRPr>
          </a:p>
        </p:txBody>
      </p:sp>
      <p:sp>
        <p:nvSpPr>
          <p:cNvPr id="25" name="Rectangle 24">
            <a:extLst>
              <a:ext uri="{FF2B5EF4-FFF2-40B4-BE49-F238E27FC236}">
                <a16:creationId xmlns:a16="http://schemas.microsoft.com/office/drawing/2014/main" id="{E26D2D2D-B9B0-4430-B329-30B4A20CD821}"/>
              </a:ext>
            </a:extLst>
          </p:cNvPr>
          <p:cNvSpPr/>
          <p:nvPr/>
        </p:nvSpPr>
        <p:spPr>
          <a:xfrm>
            <a:off x="8556625" y="2940050"/>
            <a:ext cx="1806575" cy="438150"/>
          </a:xfrm>
          <a:prstGeom prst="rect">
            <a:avLst/>
          </a:prstGeom>
        </p:spPr>
        <p:style>
          <a:lnRef idx="1">
            <a:schemeClr val="accent4"/>
          </a:lnRef>
          <a:fillRef idx="2">
            <a:schemeClr val="accent4"/>
          </a:fillRef>
          <a:effectRef idx="1">
            <a:schemeClr val="accent4"/>
          </a:effectRef>
          <a:fontRef idx="minor">
            <a:schemeClr val="dk1"/>
          </a:fontRef>
        </p:style>
        <p:txBody>
          <a:bodyPr anchor="ctr"/>
          <a:lstStyle/>
          <a:p>
            <a:pPr algn="ctr">
              <a:defRPr/>
            </a:pPr>
            <a:r>
              <a:rPr lang="en-US" sz="2000" b="1">
                <a:latin typeface="Times New Roman" pitchFamily="18" charset="0"/>
                <a:cs typeface="Times New Roman" pitchFamily="18" charset="0"/>
              </a:rPr>
              <a:t>Son</a:t>
            </a:r>
            <a:endParaRPr lang="en-US" sz="1200" b="1">
              <a:latin typeface="Times New Roman" pitchFamily="18" charset="0"/>
              <a:cs typeface="Times New Roman" pitchFamily="18" charset="0"/>
            </a:endParaRPr>
          </a:p>
        </p:txBody>
      </p:sp>
      <p:cxnSp>
        <p:nvCxnSpPr>
          <p:cNvPr id="26" name="Straight Arrow Connector 25">
            <a:extLst>
              <a:ext uri="{FF2B5EF4-FFF2-40B4-BE49-F238E27FC236}">
                <a16:creationId xmlns:a16="http://schemas.microsoft.com/office/drawing/2014/main" id="{068561AA-CB1E-404C-B356-9343E01BA7EE}"/>
              </a:ext>
            </a:extLst>
          </p:cNvPr>
          <p:cNvCxnSpPr>
            <a:stCxn id="23" idx="2"/>
          </p:cNvCxnSpPr>
          <p:nvPr/>
        </p:nvCxnSpPr>
        <p:spPr>
          <a:xfrm>
            <a:off x="9448800" y="2330450"/>
            <a:ext cx="0" cy="609600"/>
          </a:xfrm>
          <a:prstGeom prst="straightConnector1">
            <a:avLst/>
          </a:prstGeom>
          <a:ln>
            <a:tailEnd type="arrow"/>
          </a:ln>
        </p:spPr>
        <p:style>
          <a:lnRef idx="3">
            <a:schemeClr val="accent3"/>
          </a:lnRef>
          <a:fillRef idx="0">
            <a:schemeClr val="accent3"/>
          </a:fillRef>
          <a:effectRef idx="2">
            <a:schemeClr val="accent3"/>
          </a:effectRef>
          <a:fontRef idx="minor">
            <a:schemeClr val="tx1"/>
          </a:fontRef>
        </p:style>
      </p:cxnSp>
      <p:cxnSp>
        <p:nvCxnSpPr>
          <p:cNvPr id="27" name="Straight Arrow Connector 26">
            <a:extLst>
              <a:ext uri="{FF2B5EF4-FFF2-40B4-BE49-F238E27FC236}">
                <a16:creationId xmlns:a16="http://schemas.microsoft.com/office/drawing/2014/main" id="{1A6CD99E-E633-4C33-BB9C-ADF6B11DB3E4}"/>
              </a:ext>
            </a:extLst>
          </p:cNvPr>
          <p:cNvCxnSpPr>
            <a:stCxn id="25" idx="2"/>
            <a:endCxn id="24" idx="0"/>
          </p:cNvCxnSpPr>
          <p:nvPr/>
        </p:nvCxnSpPr>
        <p:spPr>
          <a:xfrm>
            <a:off x="9459913" y="3378200"/>
            <a:ext cx="0" cy="571500"/>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sp>
        <p:nvSpPr>
          <p:cNvPr id="28" name="Rectangle 27">
            <a:extLst>
              <a:ext uri="{FF2B5EF4-FFF2-40B4-BE49-F238E27FC236}">
                <a16:creationId xmlns:a16="http://schemas.microsoft.com/office/drawing/2014/main" id="{1B173234-8E2E-4036-96AA-BCB33C491E84}"/>
              </a:ext>
            </a:extLst>
          </p:cNvPr>
          <p:cNvSpPr/>
          <p:nvPr/>
        </p:nvSpPr>
        <p:spPr>
          <a:xfrm>
            <a:off x="8534400" y="990600"/>
            <a:ext cx="1828800" cy="438150"/>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r>
              <a:rPr lang="en-US" sz="2000" b="1">
                <a:latin typeface="Times New Roman" pitchFamily="18" charset="0"/>
                <a:cs typeface="Times New Roman" pitchFamily="18" charset="0"/>
              </a:rPr>
              <a:t>object</a:t>
            </a:r>
            <a:endParaRPr lang="en-US" sz="900" b="1">
              <a:latin typeface="Times New Roman" pitchFamily="18" charset="0"/>
              <a:cs typeface="Times New Roman" pitchFamily="18" charset="0"/>
            </a:endParaRPr>
          </a:p>
        </p:txBody>
      </p:sp>
      <p:cxnSp>
        <p:nvCxnSpPr>
          <p:cNvPr id="29" name="Straight Arrow Connector 28">
            <a:extLst>
              <a:ext uri="{FF2B5EF4-FFF2-40B4-BE49-F238E27FC236}">
                <a16:creationId xmlns:a16="http://schemas.microsoft.com/office/drawing/2014/main" id="{3A231762-4F1A-4B56-B008-339B30C5E601}"/>
              </a:ext>
            </a:extLst>
          </p:cNvPr>
          <p:cNvCxnSpPr>
            <a:stCxn id="28" idx="2"/>
          </p:cNvCxnSpPr>
          <p:nvPr/>
        </p:nvCxnSpPr>
        <p:spPr>
          <a:xfrm flipH="1">
            <a:off x="9448800" y="1428750"/>
            <a:ext cx="0" cy="476250"/>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sp>
        <p:nvSpPr>
          <p:cNvPr id="16" name="Title 1">
            <a:extLst>
              <a:ext uri="{FF2B5EF4-FFF2-40B4-BE49-F238E27FC236}">
                <a16:creationId xmlns:a16="http://schemas.microsoft.com/office/drawing/2014/main" id="{09835DDD-CCFA-4148-8404-C14D7EA76155}"/>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US" sz="3200" b="1">
                <a:latin typeface="Times New Roman" pitchFamily="18" charset="0"/>
                <a:cs typeface="Times New Roman" pitchFamily="18" charset="0"/>
              </a:rPr>
              <a:t>Multi-level Inheritance Example(CO2)</a:t>
            </a:r>
          </a:p>
        </p:txBody>
      </p:sp>
      <p:sp>
        <p:nvSpPr>
          <p:cNvPr id="2" name="Date Placeholder 1">
            <a:extLst>
              <a:ext uri="{FF2B5EF4-FFF2-40B4-BE49-F238E27FC236}">
                <a16:creationId xmlns:a16="http://schemas.microsoft.com/office/drawing/2014/main" id="{DEB7194D-AF1F-47AF-88FA-CF45E42F03FC}"/>
              </a:ext>
            </a:extLst>
          </p:cNvPr>
          <p:cNvSpPr>
            <a:spLocks noGrp="1"/>
          </p:cNvSpPr>
          <p:nvPr>
            <p:ph type="dt" sz="quarter" idx="10"/>
          </p:nvPr>
        </p:nvSpPr>
        <p:spPr/>
        <p:txBody>
          <a:bodyPr/>
          <a:lstStyle/>
          <a:p>
            <a:pPr>
              <a:defRPr/>
            </a:pPr>
            <a:fld id="{78074FAB-2734-4BAF-BDD5-6DCC4252CF40}" type="datetime1">
              <a:rPr lang="en-US" smtClean="0"/>
              <a:pPr>
                <a:defRPr/>
              </a:pPr>
              <a:t>5/17/2022</a:t>
            </a:fld>
            <a:endParaRPr lang="en-US"/>
          </a:p>
        </p:txBody>
      </p:sp>
      <p:sp>
        <p:nvSpPr>
          <p:cNvPr id="4" name="Footer Placeholder 3">
            <a:extLst>
              <a:ext uri="{FF2B5EF4-FFF2-40B4-BE49-F238E27FC236}">
                <a16:creationId xmlns:a16="http://schemas.microsoft.com/office/drawing/2014/main" id="{42B57DE9-051E-40C0-9DF6-B6390B4BD09E}"/>
              </a:ext>
            </a:extLst>
          </p:cNvPr>
          <p:cNvSpPr>
            <a:spLocks noGrp="1"/>
          </p:cNvSpPr>
          <p:nvPr>
            <p:ph type="ftr" sz="quarter" idx="11"/>
          </p:nvPr>
        </p:nvSpPr>
        <p:spPr>
          <a:xfrm>
            <a:off x="2895600" y="6356350"/>
            <a:ext cx="6781800" cy="365125"/>
          </a:xfrm>
        </p:spPr>
        <p:txBody>
          <a:bodyPr/>
          <a:lstStyle/>
          <a:p>
            <a:pPr>
              <a:defRPr/>
            </a:pPr>
            <a:r>
              <a:rPr lang="en-US"/>
              <a:t>(Programming in Advanced Python)                                 Unit No:2</a:t>
            </a:r>
          </a:p>
        </p:txBody>
      </p:sp>
      <p:sp>
        <p:nvSpPr>
          <p:cNvPr id="35860" name="Slide Number Placeholder 4">
            <a:extLst>
              <a:ext uri="{FF2B5EF4-FFF2-40B4-BE49-F238E27FC236}">
                <a16:creationId xmlns:a16="http://schemas.microsoft.com/office/drawing/2014/main" id="{942BA41E-FBC6-46CA-A93D-2807B200E579}"/>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5E00B998-2868-4E7E-9940-D67572584072}" type="slidenum">
              <a:rPr lang="en-US" altLang="en-US" sz="1200" dirty="0">
                <a:solidFill>
                  <a:srgbClr val="898989"/>
                </a:solidFill>
              </a:rPr>
              <a:pPr>
                <a:spcBef>
                  <a:spcPct val="0"/>
                </a:spcBef>
                <a:buFontTx/>
                <a:buNone/>
              </a:pPr>
              <a:t>33</a:t>
            </a:fld>
            <a:endParaRPr lang="en-US" altLang="en-US" sz="1200">
              <a:solidFill>
                <a:srgbClr val="898989"/>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500"/>
                                        <p:tgtEl>
                                          <p:spTgt spid="3">
                                            <p:txEl>
                                              <p:pRg st="7" end="7"/>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fade">
                                      <p:cBhvr>
                                        <p:cTn id="37" dur="500"/>
                                        <p:tgtEl>
                                          <p:spTgt spid="1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8"/>
                                        </p:tgtEl>
                                        <p:attrNameLst>
                                          <p:attrName>style.visibility</p:attrName>
                                        </p:attrNameLst>
                                      </p:cBhvr>
                                      <p:to>
                                        <p:strVal val="visible"/>
                                      </p:to>
                                    </p:set>
                                    <p:animEffect transition="in" filter="fade">
                                      <p:cBhvr>
                                        <p:cTn id="40" dur="500"/>
                                        <p:tgtEl>
                                          <p:spTgt spid="18"/>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19"/>
                                        </p:tgtEl>
                                        <p:attrNameLst>
                                          <p:attrName>style.visibility</p:attrName>
                                        </p:attrNameLst>
                                      </p:cBhvr>
                                      <p:to>
                                        <p:strVal val="visible"/>
                                      </p:to>
                                    </p:set>
                                    <p:animEffect transition="in" filter="fade">
                                      <p:cBhvr>
                                        <p:cTn id="45" dur="500"/>
                                        <p:tgtEl>
                                          <p:spTgt spid="19"/>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0"/>
                                        </p:tgtEl>
                                        <p:attrNameLst>
                                          <p:attrName>style.visibility</p:attrName>
                                        </p:attrNameLst>
                                      </p:cBhvr>
                                      <p:to>
                                        <p:strVal val="visible"/>
                                      </p:to>
                                    </p:set>
                                    <p:animEffect transition="in" filter="fade">
                                      <p:cBhvr>
                                        <p:cTn id="48" dur="500"/>
                                        <p:tgtEl>
                                          <p:spTgt spid="20"/>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21"/>
                                        </p:tgtEl>
                                        <p:attrNameLst>
                                          <p:attrName>style.visibility</p:attrName>
                                        </p:attrNameLst>
                                      </p:cBhvr>
                                      <p:to>
                                        <p:strVal val="visible"/>
                                      </p:to>
                                    </p:set>
                                    <p:animEffect transition="in" filter="fade">
                                      <p:cBhvr>
                                        <p:cTn id="53" dur="500"/>
                                        <p:tgtEl>
                                          <p:spTgt spid="21"/>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2"/>
                                        </p:tgtEl>
                                        <p:attrNameLst>
                                          <p:attrName>style.visibility</p:attrName>
                                        </p:attrNameLst>
                                      </p:cBhvr>
                                      <p:to>
                                        <p:strVal val="visible"/>
                                      </p:to>
                                    </p:set>
                                    <p:animEffect transition="in" filter="fade">
                                      <p:cBhvr>
                                        <p:cTn id="56" dur="500"/>
                                        <p:tgtEl>
                                          <p:spTgt spid="22"/>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10" presetClass="entr" presetSubtype="0" fill="hold" nodeType="clickEffect">
                                  <p:stCondLst>
                                    <p:cond delay="0"/>
                                  </p:stCondLst>
                                  <p:childTnLst>
                                    <p:set>
                                      <p:cBhvr>
                                        <p:cTn id="60" dur="1" fill="hold">
                                          <p:stCondLst>
                                            <p:cond delay="0"/>
                                          </p:stCondLst>
                                        </p:cTn>
                                        <p:tgtEl>
                                          <p:spTgt spid="29"/>
                                        </p:tgtEl>
                                        <p:attrNameLst>
                                          <p:attrName>style.visibility</p:attrName>
                                        </p:attrNameLst>
                                      </p:cBhvr>
                                      <p:to>
                                        <p:strVal val="visible"/>
                                      </p:to>
                                    </p:set>
                                    <p:animEffect transition="in" filter="fade">
                                      <p:cBhvr>
                                        <p:cTn id="61" dur="500"/>
                                        <p:tgtEl>
                                          <p:spTgt spid="29"/>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8"/>
                                        </p:tgtEl>
                                        <p:attrNameLst>
                                          <p:attrName>style.visibility</p:attrName>
                                        </p:attrNameLst>
                                      </p:cBhvr>
                                      <p:to>
                                        <p:strVal val="visible"/>
                                      </p:to>
                                    </p:set>
                                    <p:animEffect transition="in" filter="fade">
                                      <p:cBhvr>
                                        <p:cTn id="64" dur="500"/>
                                        <p:tgtEl>
                                          <p:spTgt spid="28"/>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10" presetClass="entr" presetSubtype="0" fill="hold" grpId="0" nodeType="clickEffect">
                                  <p:stCondLst>
                                    <p:cond delay="0"/>
                                  </p:stCondLst>
                                  <p:childTnLst>
                                    <p:set>
                                      <p:cBhvr>
                                        <p:cTn id="68" dur="1" fill="hold">
                                          <p:stCondLst>
                                            <p:cond delay="0"/>
                                          </p:stCondLst>
                                        </p:cTn>
                                        <p:tgtEl>
                                          <p:spTgt spid="23"/>
                                        </p:tgtEl>
                                        <p:attrNameLst>
                                          <p:attrName>style.visibility</p:attrName>
                                        </p:attrNameLst>
                                      </p:cBhvr>
                                      <p:to>
                                        <p:strVal val="visible"/>
                                      </p:to>
                                    </p:set>
                                    <p:animEffect transition="in" filter="fade">
                                      <p:cBhvr>
                                        <p:cTn id="69" dur="500"/>
                                        <p:tgtEl>
                                          <p:spTgt spid="23"/>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10" presetClass="entr" presetSubtype="0" fill="hold" nodeType="clickEffect">
                                  <p:stCondLst>
                                    <p:cond delay="0"/>
                                  </p:stCondLst>
                                  <p:childTnLst>
                                    <p:set>
                                      <p:cBhvr>
                                        <p:cTn id="73" dur="1" fill="hold">
                                          <p:stCondLst>
                                            <p:cond delay="0"/>
                                          </p:stCondLst>
                                        </p:cTn>
                                        <p:tgtEl>
                                          <p:spTgt spid="26"/>
                                        </p:tgtEl>
                                        <p:attrNameLst>
                                          <p:attrName>style.visibility</p:attrName>
                                        </p:attrNameLst>
                                      </p:cBhvr>
                                      <p:to>
                                        <p:strVal val="visible"/>
                                      </p:to>
                                    </p:set>
                                    <p:animEffect transition="in" filter="fade">
                                      <p:cBhvr>
                                        <p:cTn id="74" dur="500"/>
                                        <p:tgtEl>
                                          <p:spTgt spid="26"/>
                                        </p:tgtEl>
                                      </p:cBhvr>
                                    </p:animEffect>
                                  </p:childTnLst>
                                </p:cTn>
                              </p:par>
                            </p:childTnLst>
                          </p:cTn>
                        </p:par>
                      </p:childTnLst>
                    </p:cTn>
                  </p:par>
                  <p:par>
                    <p:cTn id="75" fill="hold" nodeType="clickPar">
                      <p:stCondLst>
                        <p:cond delay="indefinite"/>
                      </p:stCondLst>
                      <p:childTnLst>
                        <p:par>
                          <p:cTn id="76" fill="hold" nodeType="withGroup">
                            <p:stCondLst>
                              <p:cond delay="0"/>
                            </p:stCondLst>
                            <p:childTnLst>
                              <p:par>
                                <p:cTn id="77" presetID="10" presetClass="entr" presetSubtype="0" fill="hold" grpId="0" nodeType="clickEffect">
                                  <p:stCondLst>
                                    <p:cond delay="0"/>
                                  </p:stCondLst>
                                  <p:childTnLst>
                                    <p:set>
                                      <p:cBhvr>
                                        <p:cTn id="78" dur="1" fill="hold">
                                          <p:stCondLst>
                                            <p:cond delay="0"/>
                                          </p:stCondLst>
                                        </p:cTn>
                                        <p:tgtEl>
                                          <p:spTgt spid="25"/>
                                        </p:tgtEl>
                                        <p:attrNameLst>
                                          <p:attrName>style.visibility</p:attrName>
                                        </p:attrNameLst>
                                      </p:cBhvr>
                                      <p:to>
                                        <p:strVal val="visible"/>
                                      </p:to>
                                    </p:set>
                                    <p:animEffect transition="in" filter="fade">
                                      <p:cBhvr>
                                        <p:cTn id="79" dur="500"/>
                                        <p:tgtEl>
                                          <p:spTgt spid="25"/>
                                        </p:tgtEl>
                                      </p:cBhvr>
                                    </p:animEffect>
                                  </p:childTnLst>
                                </p:cTn>
                              </p:par>
                            </p:childTnLst>
                          </p:cTn>
                        </p:par>
                      </p:childTnLst>
                    </p:cTn>
                  </p:par>
                  <p:par>
                    <p:cTn id="80" fill="hold" nodeType="clickPar">
                      <p:stCondLst>
                        <p:cond delay="indefinite"/>
                      </p:stCondLst>
                      <p:childTnLst>
                        <p:par>
                          <p:cTn id="81" fill="hold" nodeType="withGroup">
                            <p:stCondLst>
                              <p:cond delay="0"/>
                            </p:stCondLst>
                            <p:childTnLst>
                              <p:par>
                                <p:cTn id="82" presetID="10" presetClass="entr" presetSubtype="0" fill="hold" nodeType="clickEffect">
                                  <p:stCondLst>
                                    <p:cond delay="0"/>
                                  </p:stCondLst>
                                  <p:childTnLst>
                                    <p:set>
                                      <p:cBhvr>
                                        <p:cTn id="83" dur="1" fill="hold">
                                          <p:stCondLst>
                                            <p:cond delay="0"/>
                                          </p:stCondLst>
                                        </p:cTn>
                                        <p:tgtEl>
                                          <p:spTgt spid="27"/>
                                        </p:tgtEl>
                                        <p:attrNameLst>
                                          <p:attrName>style.visibility</p:attrName>
                                        </p:attrNameLst>
                                      </p:cBhvr>
                                      <p:to>
                                        <p:strVal val="visible"/>
                                      </p:to>
                                    </p:set>
                                    <p:animEffect transition="in" filter="fade">
                                      <p:cBhvr>
                                        <p:cTn id="84" dur="500"/>
                                        <p:tgtEl>
                                          <p:spTgt spid="27"/>
                                        </p:tgtEl>
                                      </p:cBhvr>
                                    </p:animEffect>
                                  </p:childTnLst>
                                </p:cTn>
                              </p:par>
                            </p:childTnLst>
                          </p:cTn>
                        </p:par>
                      </p:childTnLst>
                    </p:cTn>
                  </p:par>
                  <p:par>
                    <p:cTn id="85" fill="hold" nodeType="clickPar">
                      <p:stCondLst>
                        <p:cond delay="indefinite"/>
                      </p:stCondLst>
                      <p:childTnLst>
                        <p:par>
                          <p:cTn id="86" fill="hold" nodeType="withGroup">
                            <p:stCondLst>
                              <p:cond delay="0"/>
                            </p:stCondLst>
                            <p:childTnLst>
                              <p:par>
                                <p:cTn id="87" presetID="10" presetClass="entr" presetSubtype="0" fill="hold" grpId="0" nodeType="clickEffect">
                                  <p:stCondLst>
                                    <p:cond delay="0"/>
                                  </p:stCondLst>
                                  <p:childTnLst>
                                    <p:set>
                                      <p:cBhvr>
                                        <p:cTn id="88" dur="1" fill="hold">
                                          <p:stCondLst>
                                            <p:cond delay="0"/>
                                          </p:stCondLst>
                                        </p:cTn>
                                        <p:tgtEl>
                                          <p:spTgt spid="24"/>
                                        </p:tgtEl>
                                        <p:attrNameLst>
                                          <p:attrName>style.visibility</p:attrName>
                                        </p:attrNameLst>
                                      </p:cBhvr>
                                      <p:to>
                                        <p:strVal val="visible"/>
                                      </p:to>
                                    </p:set>
                                    <p:animEffect transition="in" filter="fade">
                                      <p:cBhvr>
                                        <p:cTn id="89"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7" grpId="0" animBg="1"/>
      <p:bldP spid="18" grpId="0" animBg="1"/>
      <p:bldP spid="19" grpId="0" animBg="1"/>
      <p:bldP spid="20" grpId="0" animBg="1"/>
      <p:bldP spid="21" grpId="0" animBg="1"/>
      <p:bldP spid="22" grpId="0" animBg="1"/>
      <p:bldP spid="23" grpId="0" animBg="1"/>
      <p:bldP spid="24" grpId="0" animBg="1"/>
      <p:bldP spid="25" grpId="0" animBg="1"/>
      <p:bldP spid="28"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1CA7372A-DAB5-48DB-9020-A1FEE447E88C}"/>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US" sz="3200" b="1">
                <a:latin typeface="Times New Roman" pitchFamily="18" charset="0"/>
                <a:cs typeface="Times New Roman" pitchFamily="18" charset="0"/>
              </a:rPr>
              <a:t>Multi-level Inheritance Program(CO2)</a:t>
            </a:r>
          </a:p>
        </p:txBody>
      </p:sp>
      <p:sp>
        <p:nvSpPr>
          <p:cNvPr id="2" name="Date Placeholder 1">
            <a:extLst>
              <a:ext uri="{FF2B5EF4-FFF2-40B4-BE49-F238E27FC236}">
                <a16:creationId xmlns:a16="http://schemas.microsoft.com/office/drawing/2014/main" id="{4323CCE5-1008-47E1-A071-CE384F674C34}"/>
              </a:ext>
            </a:extLst>
          </p:cNvPr>
          <p:cNvSpPr>
            <a:spLocks noGrp="1"/>
          </p:cNvSpPr>
          <p:nvPr>
            <p:ph type="dt" sz="quarter" idx="10"/>
          </p:nvPr>
        </p:nvSpPr>
        <p:spPr/>
        <p:txBody>
          <a:bodyPr/>
          <a:lstStyle/>
          <a:p>
            <a:pPr>
              <a:defRPr/>
            </a:pPr>
            <a:fld id="{D94A7890-19F2-442C-9A01-67E33AFDDAEB}" type="datetime1">
              <a:rPr lang="en-US" smtClean="0"/>
              <a:pPr>
                <a:defRPr/>
              </a:pPr>
              <a:t>5/17/2022</a:t>
            </a:fld>
            <a:endParaRPr lang="en-US"/>
          </a:p>
        </p:txBody>
      </p:sp>
      <p:sp>
        <p:nvSpPr>
          <p:cNvPr id="4" name="Footer Placeholder 3">
            <a:extLst>
              <a:ext uri="{FF2B5EF4-FFF2-40B4-BE49-F238E27FC236}">
                <a16:creationId xmlns:a16="http://schemas.microsoft.com/office/drawing/2014/main" id="{C7675FF5-3940-44C6-9A02-025EC1534F0B}"/>
              </a:ext>
            </a:extLst>
          </p:cNvPr>
          <p:cNvSpPr>
            <a:spLocks noGrp="1"/>
          </p:cNvSpPr>
          <p:nvPr>
            <p:ph type="ftr" sz="quarter" idx="11"/>
          </p:nvPr>
        </p:nvSpPr>
        <p:spPr>
          <a:xfrm>
            <a:off x="2895600" y="6356350"/>
            <a:ext cx="6781800" cy="365125"/>
          </a:xfrm>
        </p:spPr>
        <p:txBody>
          <a:bodyPr/>
          <a:lstStyle/>
          <a:p>
            <a:pPr>
              <a:defRPr/>
            </a:pPr>
            <a:r>
              <a:rPr lang="en-US"/>
              <a:t>(Programming in Advanced Python)                                 Unit No:2</a:t>
            </a:r>
          </a:p>
        </p:txBody>
      </p:sp>
      <p:sp>
        <p:nvSpPr>
          <p:cNvPr id="36870" name="Slide Number Placeholder 4">
            <a:extLst>
              <a:ext uri="{FF2B5EF4-FFF2-40B4-BE49-F238E27FC236}">
                <a16:creationId xmlns:a16="http://schemas.microsoft.com/office/drawing/2014/main" id="{B007934E-33A1-446E-BC05-6BA35CADA998}"/>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8E0AB2A5-BE66-4563-9C60-5DDDBB31637D}" type="slidenum">
              <a:rPr lang="en-US" altLang="en-US" sz="1200" dirty="0">
                <a:solidFill>
                  <a:srgbClr val="898989"/>
                </a:solidFill>
              </a:rPr>
              <a:pPr>
                <a:spcBef>
                  <a:spcPct val="0"/>
                </a:spcBef>
                <a:buFontTx/>
                <a:buNone/>
              </a:pPr>
              <a:t>34</a:t>
            </a:fld>
            <a:endParaRPr lang="en-US" altLang="en-US" sz="1200">
              <a:solidFill>
                <a:srgbClr val="898989"/>
              </a:solidFill>
            </a:endParaRPr>
          </a:p>
        </p:txBody>
      </p:sp>
      <p:pic>
        <p:nvPicPr>
          <p:cNvPr id="36871" name="Picture 5">
            <a:extLst>
              <a:ext uri="{FF2B5EF4-FFF2-40B4-BE49-F238E27FC236}">
                <a16:creationId xmlns:a16="http://schemas.microsoft.com/office/drawing/2014/main" id="{1952DA06-FFDB-41B1-9B42-3581DEF875B1}"/>
              </a:ext>
            </a:extLst>
          </p:cNvPr>
          <p:cNvPicPr>
            <a:picLocks noChangeAspect="1"/>
          </p:cNvPicPr>
          <p:nvPr/>
        </p:nvPicPr>
        <p:blipFill>
          <a:blip r:embed="rId2">
            <a:extLst>
              <a:ext uri="{28A0092B-C50C-407E-A947-70E740481C1C}">
                <a14:useLocalDpi xmlns:a14="http://schemas.microsoft.com/office/drawing/2010/main" val="0"/>
              </a:ext>
            </a:extLst>
          </a:blip>
          <a:srcRect t="2852"/>
          <a:stretch>
            <a:fillRect/>
          </a:stretch>
        </p:blipFill>
        <p:spPr bwMode="auto">
          <a:xfrm>
            <a:off x="1752600" y="838200"/>
            <a:ext cx="10058400" cy="5191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872" name="Rectangle 74">
            <a:extLst>
              <a:ext uri="{FF2B5EF4-FFF2-40B4-BE49-F238E27FC236}">
                <a16:creationId xmlns:a16="http://schemas.microsoft.com/office/drawing/2014/main" id="{53F29798-D584-4792-9B62-3F5F5C36D6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itle 1">
            <a:extLst>
              <a:ext uri="{FF2B5EF4-FFF2-40B4-BE49-F238E27FC236}">
                <a16:creationId xmlns:a16="http://schemas.microsoft.com/office/drawing/2014/main" id="{1CA7372A-DAB5-48DB-9020-A1FEE447E88C}"/>
              </a:ext>
            </a:extLst>
          </p:cNvPr>
          <p:cNvSpPr txBox="1">
            <a:spLocks/>
          </p:cNvSpPr>
          <p:nvPr/>
        </p:nvSpPr>
        <p:spPr>
          <a:xfrm>
            <a:off x="1470803" y="-2100"/>
            <a:ext cx="10644997" cy="729506"/>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4" eaLnBrk="1" fontAlgn="auto" hangingPunct="1">
              <a:lnSpc>
                <a:spcPct val="90000"/>
              </a:lnSpc>
              <a:spcAft>
                <a:spcPts val="600"/>
              </a:spcAft>
              <a:defRPr/>
            </a:pPr>
            <a:r>
              <a:rPr lang="en-US" sz="3200" b="1" kern="1200">
                <a:solidFill>
                  <a:schemeClr val="tx1"/>
                </a:solidFill>
                <a:latin typeface="+mj-lt"/>
                <a:ea typeface="+mj-ea"/>
                <a:cs typeface="+mj-cs"/>
              </a:rPr>
              <a:t>Multi-level Inheritance Program(CO2)</a:t>
            </a:r>
            <a:endParaRPr lang="en-US">
              <a:ea typeface="+mj-ea"/>
              <a:cs typeface="Calibri"/>
            </a:endParaRPr>
          </a:p>
        </p:txBody>
      </p:sp>
      <p:pic>
        <p:nvPicPr>
          <p:cNvPr id="3" name="Picture 4" descr="Text, letter&#10;&#10;Description automatically generated">
            <a:extLst>
              <a:ext uri="{FF2B5EF4-FFF2-40B4-BE49-F238E27FC236}">
                <a16:creationId xmlns:a16="http://schemas.microsoft.com/office/drawing/2014/main" id="{F659CD56-541A-41AC-8B96-B52CE9F39D94}"/>
              </a:ext>
            </a:extLst>
          </p:cNvPr>
          <p:cNvPicPr>
            <a:picLocks noChangeAspect="1"/>
          </p:cNvPicPr>
          <p:nvPr/>
        </p:nvPicPr>
        <p:blipFill rotWithShape="1">
          <a:blip r:embed="rId2"/>
          <a:srcRect t="4783" r="166" b="-435"/>
          <a:stretch/>
        </p:blipFill>
        <p:spPr>
          <a:xfrm>
            <a:off x="1980109" y="2664934"/>
            <a:ext cx="8645692" cy="3170386"/>
          </a:xfrm>
          <a:prstGeom prst="rect">
            <a:avLst/>
          </a:prstGeom>
        </p:spPr>
      </p:pic>
      <p:sp>
        <p:nvSpPr>
          <p:cNvPr id="2" name="Date Placeholder 1">
            <a:extLst>
              <a:ext uri="{FF2B5EF4-FFF2-40B4-BE49-F238E27FC236}">
                <a16:creationId xmlns:a16="http://schemas.microsoft.com/office/drawing/2014/main" id="{4323CCE5-1008-47E1-A071-CE384F674C34}"/>
              </a:ext>
            </a:extLst>
          </p:cNvPr>
          <p:cNvSpPr>
            <a:spLocks noGrp="1"/>
          </p:cNvSpPr>
          <p:nvPr>
            <p:ph type="dt" sz="quarter" idx="10"/>
          </p:nvPr>
        </p:nvSpPr>
        <p:spPr>
          <a:xfrm>
            <a:off x="838200" y="6356350"/>
            <a:ext cx="2743200" cy="365125"/>
          </a:xfrm>
        </p:spPr>
        <p:txBody>
          <a:bodyPr vert="horz" lIns="91440" tIns="45720" rIns="91440" bIns="45720" rtlCol="0" anchor="ctr">
            <a:normAutofit/>
          </a:bodyPr>
          <a:lstStyle/>
          <a:p>
            <a:pPr>
              <a:spcAft>
                <a:spcPts val="600"/>
              </a:spcAft>
              <a:defRPr/>
            </a:pPr>
            <a:fld id="{677005BA-0917-4EFD-87DC-129478851512}" type="datetime1">
              <a:rPr lang="en-US" smtClean="0"/>
              <a:pPr>
                <a:spcAft>
                  <a:spcPts val="600"/>
                </a:spcAft>
                <a:defRPr/>
              </a:pPr>
              <a:t>5/17/2022</a:t>
            </a:fld>
            <a:endParaRPr lang="en-US"/>
          </a:p>
        </p:txBody>
      </p:sp>
      <p:sp>
        <p:nvSpPr>
          <p:cNvPr id="4" name="Footer Placeholder 3">
            <a:extLst>
              <a:ext uri="{FF2B5EF4-FFF2-40B4-BE49-F238E27FC236}">
                <a16:creationId xmlns:a16="http://schemas.microsoft.com/office/drawing/2014/main" id="{C7675FF5-3940-44C6-9A02-025EC1534F0B}"/>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pPr>
              <a:lnSpc>
                <a:spcPct val="90000"/>
              </a:lnSpc>
              <a:spcAft>
                <a:spcPts val="600"/>
              </a:spcAft>
              <a:defRPr/>
            </a:pPr>
            <a:r>
              <a:rPr lang="en-US" sz="900" kern="1200">
                <a:solidFill>
                  <a:schemeClr val="tx1">
                    <a:tint val="75000"/>
                  </a:schemeClr>
                </a:solidFill>
                <a:latin typeface="+mn-lt"/>
                <a:ea typeface="+mn-ea"/>
                <a:cs typeface="+mn-cs"/>
              </a:rPr>
              <a:t>(Programming in Advanced Python)                                 Unit No:2</a:t>
            </a:r>
          </a:p>
        </p:txBody>
      </p:sp>
      <p:sp>
        <p:nvSpPr>
          <p:cNvPr id="36870" name="Slide Number Placeholder 4">
            <a:extLst>
              <a:ext uri="{FF2B5EF4-FFF2-40B4-BE49-F238E27FC236}">
                <a16:creationId xmlns:a16="http://schemas.microsoft.com/office/drawing/2014/main" id="{B007934E-33A1-446E-BC05-6BA35CADA998}"/>
              </a:ext>
            </a:extLst>
          </p:cNvPr>
          <p:cNvSpPr>
            <a:spLocks noGrp="1"/>
          </p:cNvSpPr>
          <p:nvPr>
            <p:ph type="sldNum" sz="quarter" idx="12"/>
          </p:nvPr>
        </p:nvSpPr>
        <p:spPr bwMode="auto">
          <a:xfrm>
            <a:off x="8610600" y="6356350"/>
            <a:ext cx="2743200"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spcAft>
                <a:spcPts val="600"/>
              </a:spcAft>
              <a:buFontTx/>
              <a:buNone/>
            </a:pPr>
            <a:fld id="{8E0AB2A5-BE66-4563-9C60-5DDDBB31637D}" type="slidenum">
              <a:rPr lang="en-US" altLang="en-US" sz="1200" dirty="0">
                <a:solidFill>
                  <a:schemeClr val="tx1">
                    <a:tint val="75000"/>
                  </a:schemeClr>
                </a:solidFill>
                <a:latin typeface="+mn-lt"/>
                <a:cs typeface="+mn-cs"/>
              </a:rPr>
              <a:pPr>
                <a:spcBef>
                  <a:spcPct val="0"/>
                </a:spcBef>
                <a:spcAft>
                  <a:spcPts val="600"/>
                </a:spcAft>
                <a:buFontTx/>
                <a:buNone/>
              </a:pPr>
              <a:t>35</a:t>
            </a:fld>
            <a:endParaRPr lang="en-US" altLang="en-US" sz="1200">
              <a:solidFill>
                <a:schemeClr val="tx1">
                  <a:tint val="75000"/>
                </a:schemeClr>
              </a:solidFill>
              <a:latin typeface="+mn-lt"/>
              <a:cs typeface="+mn-cs"/>
            </a:endParaRPr>
          </a:p>
        </p:txBody>
      </p:sp>
      <p:sp>
        <p:nvSpPr>
          <p:cNvPr id="6" name="Rectangle 5">
            <a:extLst>
              <a:ext uri="{FF2B5EF4-FFF2-40B4-BE49-F238E27FC236}">
                <a16:creationId xmlns:a16="http://schemas.microsoft.com/office/drawing/2014/main" id="{776852F6-7216-4CE2-924A-7D26C48BD9E9}"/>
              </a:ext>
            </a:extLst>
          </p:cNvPr>
          <p:cNvSpPr/>
          <p:nvPr/>
        </p:nvSpPr>
        <p:spPr>
          <a:xfrm>
            <a:off x="3869486" y="1964487"/>
            <a:ext cx="2027206" cy="704489"/>
          </a:xfrm>
          <a:prstGeom prst="rect">
            <a:avLst/>
          </a:prstGeom>
          <a:solidFill>
            <a:schemeClr val="bg1"/>
          </a:solidFill>
          <a:ln>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a:solidFill>
                  <a:srgbClr val="FF0000"/>
                </a:solidFill>
                <a:cs typeface="Calibri"/>
              </a:rPr>
              <a:t>OUTPUT</a:t>
            </a:r>
            <a:endParaRPr lang="en-US"/>
          </a:p>
        </p:txBody>
      </p:sp>
      <p:pic>
        <p:nvPicPr>
          <p:cNvPr id="9" name="Picture 8">
            <a:extLst>
              <a:ext uri="{FF2B5EF4-FFF2-40B4-BE49-F238E27FC236}">
                <a16:creationId xmlns:a16="http://schemas.microsoft.com/office/drawing/2014/main" id="{A7E506AD-9286-4830-92F5-F87F01AEB52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833" y="3631"/>
            <a:ext cx="1401117" cy="748430"/>
          </a:xfrm>
          <a:prstGeom prst="rect">
            <a:avLst/>
          </a:prstGeom>
        </p:spPr>
      </p:pic>
    </p:spTree>
    <p:extLst>
      <p:ext uri="{BB962C8B-B14F-4D97-AF65-F5344CB8AC3E}">
        <p14:creationId xmlns:p14="http://schemas.microsoft.com/office/powerpoint/2010/main" val="15405201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9" name="Rectangle 138">
            <a:extLst>
              <a:ext uri="{FF2B5EF4-FFF2-40B4-BE49-F238E27FC236}">
                <a16:creationId xmlns:a16="http://schemas.microsoft.com/office/drawing/2014/main" id="{1A95671B-3CC6-4792-9114-B74FAEA224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itle 1">
            <a:extLst>
              <a:ext uri="{FF2B5EF4-FFF2-40B4-BE49-F238E27FC236}">
                <a16:creationId xmlns:a16="http://schemas.microsoft.com/office/drawing/2014/main" id="{DF6BE5A1-AB5D-4314-A8BB-8A805B3F3D24}"/>
              </a:ext>
            </a:extLst>
          </p:cNvPr>
          <p:cNvSpPr txBox="1">
            <a:spLocks/>
          </p:cNvSpPr>
          <p:nvPr/>
        </p:nvSpPr>
        <p:spPr>
          <a:xfrm>
            <a:off x="1583279" y="1504"/>
            <a:ext cx="10606951" cy="896183"/>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algn="ctr" eaLnBrk="1" fontAlgn="auto" hangingPunct="1">
              <a:lnSpc>
                <a:spcPct val="90000"/>
              </a:lnSpc>
              <a:spcAft>
                <a:spcPts val="600"/>
              </a:spcAft>
              <a:defRPr/>
            </a:pPr>
            <a:r>
              <a:rPr lang="en-US" sz="4000" b="1">
                <a:solidFill>
                  <a:schemeClr val="tx1"/>
                </a:solidFill>
                <a:latin typeface="+mj-lt"/>
                <a:ea typeface="+mj-ea"/>
                <a:cs typeface="+mj-cs"/>
              </a:rPr>
              <a:t>Daily MCQs</a:t>
            </a:r>
            <a:endParaRPr lang="en-US" sz="4000" b="1" kern="1200">
              <a:solidFill>
                <a:schemeClr val="tx1"/>
              </a:solidFill>
              <a:latin typeface="+mj-lt"/>
              <a:ea typeface="+mj-ea"/>
              <a:cs typeface="Calibri"/>
            </a:endParaRPr>
          </a:p>
        </p:txBody>
      </p:sp>
      <p:sp>
        <p:nvSpPr>
          <p:cNvPr id="6" name="Date Placeholder 5">
            <a:extLst>
              <a:ext uri="{FF2B5EF4-FFF2-40B4-BE49-F238E27FC236}">
                <a16:creationId xmlns:a16="http://schemas.microsoft.com/office/drawing/2014/main" id="{9878DC06-F54F-45AA-8FFE-9279F0F176AA}"/>
              </a:ext>
            </a:extLst>
          </p:cNvPr>
          <p:cNvSpPr>
            <a:spLocks noGrp="1"/>
          </p:cNvSpPr>
          <p:nvPr>
            <p:ph type="dt" sz="quarter" idx="10"/>
          </p:nvPr>
        </p:nvSpPr>
        <p:spPr>
          <a:xfrm>
            <a:off x="838200" y="6356350"/>
            <a:ext cx="2743200" cy="365125"/>
          </a:xfrm>
        </p:spPr>
        <p:txBody>
          <a:bodyPr vert="horz" lIns="91440" tIns="45720" rIns="91440" bIns="45720" rtlCol="0" anchor="ctr">
            <a:normAutofit/>
          </a:bodyPr>
          <a:lstStyle/>
          <a:p>
            <a:pPr>
              <a:spcAft>
                <a:spcPts val="600"/>
              </a:spcAft>
              <a:defRPr/>
            </a:pPr>
            <a:fld id="{89E09326-D27C-4FC9-AACB-5EC377FF4787}" type="datetime1">
              <a:rPr lang="en-US" smtClean="0"/>
              <a:pPr>
                <a:spcAft>
                  <a:spcPts val="600"/>
                </a:spcAft>
                <a:defRPr/>
              </a:pPr>
              <a:t>5/17/2022</a:t>
            </a:fld>
            <a:endParaRPr lang="en-US"/>
          </a:p>
        </p:txBody>
      </p:sp>
      <p:sp>
        <p:nvSpPr>
          <p:cNvPr id="7" name="Footer Placeholder 6">
            <a:extLst>
              <a:ext uri="{FF2B5EF4-FFF2-40B4-BE49-F238E27FC236}">
                <a16:creationId xmlns:a16="http://schemas.microsoft.com/office/drawing/2014/main" id="{BED899E2-4D12-4657-BC22-09960DCE9E21}"/>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pPr>
              <a:lnSpc>
                <a:spcPct val="90000"/>
              </a:lnSpc>
              <a:spcAft>
                <a:spcPts val="600"/>
              </a:spcAft>
              <a:defRPr/>
            </a:pPr>
            <a:r>
              <a:rPr lang="en-US" sz="900" kern="1200">
                <a:solidFill>
                  <a:schemeClr val="tx1">
                    <a:tint val="75000"/>
                  </a:schemeClr>
                </a:solidFill>
                <a:latin typeface="+mn-lt"/>
                <a:ea typeface="+mn-ea"/>
                <a:cs typeface="+mn-cs"/>
              </a:rPr>
              <a:t>(Programming in Advanced Python)                                 Unit No:2</a:t>
            </a:r>
          </a:p>
        </p:txBody>
      </p:sp>
      <p:sp>
        <p:nvSpPr>
          <p:cNvPr id="25606" name="Slide Number Placeholder 7">
            <a:extLst>
              <a:ext uri="{FF2B5EF4-FFF2-40B4-BE49-F238E27FC236}">
                <a16:creationId xmlns:a16="http://schemas.microsoft.com/office/drawing/2014/main" id="{98057890-1B81-40DE-AAB2-BC51518B4201}"/>
              </a:ext>
            </a:extLst>
          </p:cNvPr>
          <p:cNvSpPr>
            <a:spLocks noGrp="1"/>
          </p:cNvSpPr>
          <p:nvPr>
            <p:ph type="sldNum" sz="quarter" idx="12"/>
          </p:nvPr>
        </p:nvSpPr>
        <p:spPr bwMode="auto">
          <a:xfrm>
            <a:off x="8610600" y="6356350"/>
            <a:ext cx="2743200"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spcAft>
                <a:spcPts val="600"/>
              </a:spcAft>
              <a:buFontTx/>
              <a:buNone/>
            </a:pPr>
            <a:fld id="{8BEEFF07-0951-4120-91EA-067A95A9482B}" type="slidenum">
              <a:rPr lang="en-US" altLang="en-US" sz="1200">
                <a:solidFill>
                  <a:schemeClr val="tx1">
                    <a:tint val="75000"/>
                  </a:schemeClr>
                </a:solidFill>
                <a:latin typeface="+mn-lt"/>
                <a:cs typeface="+mn-cs"/>
              </a:rPr>
              <a:pPr>
                <a:spcBef>
                  <a:spcPct val="0"/>
                </a:spcBef>
                <a:spcAft>
                  <a:spcPts val="600"/>
                </a:spcAft>
                <a:buFontTx/>
                <a:buNone/>
              </a:pPr>
              <a:t>36</a:t>
            </a:fld>
            <a:endParaRPr lang="en-US" altLang="en-US" sz="1200">
              <a:solidFill>
                <a:schemeClr val="tx1">
                  <a:tint val="75000"/>
                </a:schemeClr>
              </a:solidFill>
              <a:latin typeface="+mn-lt"/>
              <a:cs typeface="+mn-cs"/>
            </a:endParaRPr>
          </a:p>
        </p:txBody>
      </p:sp>
      <p:sp>
        <p:nvSpPr>
          <p:cNvPr id="3" name="Content Placeholder 2">
            <a:extLst>
              <a:ext uri="{FF2B5EF4-FFF2-40B4-BE49-F238E27FC236}">
                <a16:creationId xmlns:a16="http://schemas.microsoft.com/office/drawing/2014/main" id="{AECEC2EA-6861-4109-876A-5C7CA3DAAE1F}"/>
              </a:ext>
            </a:extLst>
          </p:cNvPr>
          <p:cNvSpPr>
            <a:spLocks noGrp="1"/>
          </p:cNvSpPr>
          <p:nvPr>
            <p:ph idx="1"/>
          </p:nvPr>
        </p:nvSpPr>
        <p:spPr>
          <a:xfrm>
            <a:off x="1558114" y="987725"/>
            <a:ext cx="10377577" cy="5541663"/>
          </a:xfrm>
        </p:spPr>
        <p:txBody>
          <a:bodyPr/>
          <a:lstStyle/>
          <a:p>
            <a:pPr>
              <a:buAutoNum type="arabicPeriod"/>
            </a:pPr>
            <a:r>
              <a:rPr lang="en-US" sz="1800" b="1">
                <a:ea typeface="+mn-lt"/>
                <a:cs typeface="+mn-lt"/>
              </a:rPr>
              <a:t>When two or more classes serve as base class for a derived class, the situation is known as __________.</a:t>
            </a:r>
          </a:p>
          <a:p>
            <a:pPr marL="514350" indent="-514350">
              <a:buAutoNum type="alphaUcPeriod"/>
            </a:pPr>
            <a:r>
              <a:rPr lang="en-US" sz="1800">
                <a:ea typeface="+mn-lt"/>
                <a:cs typeface="+mn-lt"/>
              </a:rPr>
              <a:t>multiple inheritance</a:t>
            </a:r>
            <a:endParaRPr lang="en-US" sz="1800">
              <a:cs typeface="Calibri"/>
            </a:endParaRPr>
          </a:p>
          <a:p>
            <a:pPr marL="514350" indent="-514350">
              <a:buAutoNum type="alphaUcPeriod"/>
            </a:pPr>
            <a:r>
              <a:rPr lang="en-US" sz="1800">
                <a:ea typeface="+mn-lt"/>
                <a:cs typeface="+mn-lt"/>
              </a:rPr>
              <a:t>polymorphism</a:t>
            </a:r>
            <a:endParaRPr lang="en-US" sz="1800">
              <a:cs typeface="Calibri"/>
            </a:endParaRPr>
          </a:p>
          <a:p>
            <a:pPr marL="514350" indent="-514350">
              <a:buAutoNum type="alphaUcPeriod"/>
            </a:pPr>
            <a:r>
              <a:rPr lang="en-US" sz="1800">
                <a:ea typeface="+mn-lt"/>
                <a:cs typeface="+mn-lt"/>
              </a:rPr>
              <a:t>encapsulation</a:t>
            </a:r>
            <a:endParaRPr lang="en-US" sz="1800">
              <a:cs typeface="Calibri"/>
            </a:endParaRPr>
          </a:p>
          <a:p>
            <a:pPr marL="514350" indent="-514350">
              <a:buAutoNum type="alphaUcPeriod"/>
            </a:pPr>
            <a:r>
              <a:rPr lang="en-US" sz="1800">
                <a:ea typeface="+mn-lt"/>
                <a:cs typeface="+mn-lt"/>
              </a:rPr>
              <a:t>hierarchical inheritance</a:t>
            </a:r>
            <a:endParaRPr lang="en-US" sz="1800">
              <a:cs typeface="Calibri"/>
            </a:endParaRPr>
          </a:p>
          <a:p>
            <a:pPr marL="514350" indent="-514350">
              <a:buAutoNum type="alphaUcPeriod"/>
            </a:pPr>
            <a:r>
              <a:rPr lang="en-US" sz="1800">
                <a:ea typeface="+mn-lt"/>
                <a:cs typeface="+mn-lt"/>
              </a:rPr>
              <a:t>none of these</a:t>
            </a:r>
            <a:endParaRPr lang="en-US" sz="1800">
              <a:cs typeface="Calibri"/>
            </a:endParaRPr>
          </a:p>
          <a:p>
            <a:pPr marL="0" indent="0">
              <a:buNone/>
            </a:pPr>
            <a:r>
              <a:rPr lang="en-US" sz="1800">
                <a:solidFill>
                  <a:schemeClr val="accent3"/>
                </a:solidFill>
              </a:rPr>
              <a:t>Answer: A</a:t>
            </a:r>
            <a:br>
              <a:rPr lang="en-US" sz="1800"/>
            </a:br>
            <a:endParaRPr lang="en-US" sz="1800">
              <a:solidFill>
                <a:schemeClr val="accent3"/>
              </a:solidFill>
              <a:cs typeface="Calibri"/>
            </a:endParaRPr>
          </a:p>
          <a:p>
            <a:pPr marL="0" indent="0">
              <a:buNone/>
            </a:pPr>
            <a:r>
              <a:rPr lang="en-US" sz="1800" b="1">
                <a:ea typeface="+mn-lt"/>
                <a:cs typeface="+mn-lt"/>
              </a:rPr>
              <a:t>2. Multiple inheritance leaves room for a derived class to have _______ members.</a:t>
            </a:r>
            <a:endParaRPr lang="en-US" sz="1800" b="1">
              <a:cs typeface="Calibri"/>
            </a:endParaRPr>
          </a:p>
          <a:p>
            <a:pPr>
              <a:buAutoNum type="alphaUcPeriod"/>
            </a:pPr>
            <a:r>
              <a:rPr lang="en-US" sz="1800">
                <a:ea typeface="+mn-lt"/>
                <a:cs typeface="+mn-lt"/>
              </a:rPr>
              <a:t>dynamic</a:t>
            </a:r>
            <a:endParaRPr lang="en-US" sz="1800">
              <a:cs typeface="Calibri"/>
            </a:endParaRPr>
          </a:p>
          <a:p>
            <a:pPr>
              <a:buAutoNum type="alphaUcPeriod"/>
            </a:pPr>
            <a:r>
              <a:rPr lang="en-US" sz="1800">
                <a:ea typeface="+mn-lt"/>
                <a:cs typeface="+mn-lt"/>
              </a:rPr>
              <a:t>private</a:t>
            </a:r>
            <a:endParaRPr lang="en-US" sz="1800">
              <a:cs typeface="Calibri"/>
            </a:endParaRPr>
          </a:p>
          <a:p>
            <a:pPr>
              <a:buAutoNum type="alphaUcPeriod"/>
            </a:pPr>
            <a:r>
              <a:rPr lang="en-US" sz="1800">
                <a:ea typeface="+mn-lt"/>
                <a:cs typeface="+mn-lt"/>
              </a:rPr>
              <a:t>public</a:t>
            </a:r>
            <a:endParaRPr lang="en-US" sz="1800">
              <a:cs typeface="Calibri"/>
            </a:endParaRPr>
          </a:p>
          <a:p>
            <a:pPr>
              <a:buAutoNum type="alphaUcPeriod"/>
            </a:pPr>
            <a:r>
              <a:rPr lang="en-US" sz="1800">
                <a:ea typeface="+mn-lt"/>
                <a:cs typeface="+mn-lt"/>
              </a:rPr>
              <a:t>ambiguous</a:t>
            </a:r>
            <a:endParaRPr lang="en-US" sz="1800">
              <a:cs typeface="Calibri"/>
            </a:endParaRPr>
          </a:p>
          <a:p>
            <a:pPr>
              <a:buAutoNum type="alphaUcPeriod"/>
            </a:pPr>
            <a:r>
              <a:rPr lang="en-US" sz="1800">
                <a:ea typeface="+mn-lt"/>
                <a:cs typeface="+mn-lt"/>
              </a:rPr>
              <a:t>none of these</a:t>
            </a:r>
            <a:endParaRPr lang="en-US" sz="1800">
              <a:cs typeface="Calibri"/>
            </a:endParaRPr>
          </a:p>
          <a:p>
            <a:pPr marL="0" indent="0">
              <a:buNone/>
            </a:pPr>
            <a:r>
              <a:rPr lang="en-US" sz="1800">
                <a:solidFill>
                  <a:schemeClr val="accent3"/>
                </a:solidFill>
                <a:latin typeface="Calibri"/>
                <a:cs typeface="Calibri"/>
              </a:rPr>
              <a:t>Answer: d</a:t>
            </a:r>
          </a:p>
          <a:p>
            <a:pPr marL="0" indent="0">
              <a:buNone/>
            </a:pPr>
            <a:endParaRPr lang="en-US" sz="1500">
              <a:solidFill>
                <a:schemeClr val="accent3"/>
              </a:solidFill>
              <a:latin typeface="Calibri"/>
              <a:cs typeface="Calibri"/>
            </a:endParaRPr>
          </a:p>
          <a:p>
            <a:pPr marL="457200" indent="-457200">
              <a:buAutoNum type="arabicPeriod"/>
            </a:pPr>
            <a:endParaRPr lang="en-US" sz="1500">
              <a:solidFill>
                <a:srgbClr val="000000"/>
              </a:solidFill>
              <a:latin typeface="Calibri"/>
              <a:cs typeface="Calibri"/>
            </a:endParaRPr>
          </a:p>
          <a:p>
            <a:pPr marL="0" indent="0">
              <a:buNone/>
            </a:pPr>
            <a:endParaRPr lang="en-US" sz="1500">
              <a:solidFill>
                <a:srgbClr val="9BBB59"/>
              </a:solidFill>
              <a:latin typeface="Calibri"/>
              <a:cs typeface="Calibri"/>
            </a:endParaRPr>
          </a:p>
          <a:p>
            <a:pPr marL="0" indent="0">
              <a:buNone/>
            </a:pPr>
            <a:endParaRPr lang="en-US" sz="1500">
              <a:solidFill>
                <a:srgbClr val="9BBB59"/>
              </a:solidFill>
              <a:latin typeface="Calibri"/>
              <a:cs typeface="Calibri"/>
            </a:endParaRPr>
          </a:p>
          <a:p>
            <a:pPr marL="0" indent="0">
              <a:buNone/>
            </a:pPr>
            <a:endParaRPr lang="en-US" sz="1500">
              <a:latin typeface="Calibri"/>
              <a:cs typeface="Calibri"/>
            </a:endParaRPr>
          </a:p>
          <a:p>
            <a:pPr marL="457200" indent="-457200">
              <a:buAutoNum type="alphaUcPeriod"/>
            </a:pPr>
            <a:endParaRPr lang="en-US" sz="2500" b="1">
              <a:latin typeface="Calibri"/>
              <a:cs typeface="Calibri"/>
            </a:endParaRPr>
          </a:p>
          <a:p>
            <a:pPr algn="just">
              <a:lnSpc>
                <a:spcPct val="150000"/>
              </a:lnSpc>
            </a:pPr>
            <a:endParaRPr lang="en-US" altLang="en-US" sz="2400">
              <a:latin typeface="Times New Roman" panose="02020603050405020304" pitchFamily="18" charset="0"/>
              <a:cs typeface="Times New Roman" panose="02020603050405020304" pitchFamily="18" charset="0"/>
            </a:endParaRPr>
          </a:p>
          <a:p>
            <a:pPr>
              <a:buNone/>
            </a:pPr>
            <a:endParaRPr lang="en-US" altLang="en-US">
              <a:latin typeface="Calibri"/>
              <a:cs typeface="Calibri"/>
            </a:endParaRPr>
          </a:p>
        </p:txBody>
      </p:sp>
      <p:pic>
        <p:nvPicPr>
          <p:cNvPr id="8" name="Picture 7">
            <a:extLst>
              <a:ext uri="{FF2B5EF4-FFF2-40B4-BE49-F238E27FC236}">
                <a16:creationId xmlns:a16="http://schemas.microsoft.com/office/drawing/2014/main" id="{7D148FF3-E4B7-4268-AED1-3BAD26548EC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833" y="3631"/>
            <a:ext cx="1401117" cy="748430"/>
          </a:xfrm>
          <a:prstGeom prst="rect">
            <a:avLst/>
          </a:prstGeom>
        </p:spPr>
      </p:pic>
    </p:spTree>
    <p:extLst>
      <p:ext uri="{BB962C8B-B14F-4D97-AF65-F5344CB8AC3E}">
        <p14:creationId xmlns:p14="http://schemas.microsoft.com/office/powerpoint/2010/main" val="363025870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None/>
            </a:pPr>
            <a:r>
              <a:rPr lang="en-US" sz="2400" dirty="0">
                <a:latin typeface="Times New Roman" pitchFamily="18" charset="0"/>
                <a:cs typeface="Times New Roman" pitchFamily="18" charset="0"/>
              </a:rPr>
              <a:t>3. If there are 5 classes, E is derived from D, D from C, C from B and B from A. Which class constructor will be called first if the object of E or D is created?</a:t>
            </a:r>
          </a:p>
          <a:p>
            <a:pPr>
              <a:buNone/>
            </a:pPr>
            <a:r>
              <a:rPr lang="en-US" sz="2400" dirty="0">
                <a:latin typeface="Times New Roman" pitchFamily="18" charset="0"/>
                <a:cs typeface="Times New Roman" pitchFamily="18" charset="0"/>
              </a:rPr>
              <a:t>	a) A</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b) B</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c) C</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d) A and B                                                                        	         </a:t>
            </a:r>
            <a:r>
              <a:rPr lang="en-US" sz="2400" dirty="0">
                <a:solidFill>
                  <a:schemeClr val="accent3">
                    <a:lumMod val="75000"/>
                  </a:schemeClr>
                </a:solidFill>
                <a:latin typeface="Times New Roman" pitchFamily="18" charset="0"/>
                <a:cs typeface="Times New Roman" pitchFamily="18" charset="0"/>
              </a:rPr>
              <a:t>Answer-A</a:t>
            </a:r>
          </a:p>
          <a:p>
            <a:pPr>
              <a:buNone/>
            </a:pPr>
            <a:r>
              <a:rPr lang="en-US" sz="2400" dirty="0">
                <a:solidFill>
                  <a:schemeClr val="tx1">
                    <a:lumMod val="85000"/>
                    <a:lumOff val="15000"/>
                  </a:schemeClr>
                </a:solidFill>
                <a:latin typeface="Times New Roman" pitchFamily="18" charset="0"/>
                <a:cs typeface="Times New Roman" pitchFamily="18" charset="0"/>
              </a:rPr>
              <a:t>4.</a:t>
            </a:r>
            <a:r>
              <a:rPr lang="en-US" sz="2400" dirty="0">
                <a:latin typeface="Times New Roman" pitchFamily="18" charset="0"/>
                <a:cs typeface="Times New Roman" pitchFamily="18" charset="0"/>
              </a:rPr>
              <a:t>  Multilevel inheritance allows _________________ in the program.</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a) Only 7 levels of inheritance</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b) At least 7 levels of inheritance</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c) At most 16 levels of inheritance</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d) As many levels of inheritance as required                                  </a:t>
            </a:r>
            <a:r>
              <a:rPr lang="en-US" sz="2400" dirty="0">
                <a:solidFill>
                  <a:schemeClr val="accent3">
                    <a:lumMod val="75000"/>
                  </a:schemeClr>
                </a:solidFill>
                <a:latin typeface="Times New Roman" pitchFamily="18" charset="0"/>
                <a:cs typeface="Times New Roman" pitchFamily="18" charset="0"/>
              </a:rPr>
              <a:t>Answer-D</a:t>
            </a:r>
          </a:p>
        </p:txBody>
      </p:sp>
      <p:sp>
        <p:nvSpPr>
          <p:cNvPr id="4" name="Date Placeholder 3"/>
          <p:cNvSpPr>
            <a:spLocks noGrp="1"/>
          </p:cNvSpPr>
          <p:nvPr>
            <p:ph type="dt" sz="half" idx="10"/>
          </p:nvPr>
        </p:nvSpPr>
        <p:spPr/>
        <p:txBody>
          <a:bodyPr/>
          <a:lstStyle/>
          <a:p>
            <a:pPr>
              <a:defRPr/>
            </a:pPr>
            <a:fld id="{DDAADE14-7B7F-4773-9C0F-018B4D4CD0EA}" type="datetime1">
              <a:rPr lang="en-US" smtClean="0"/>
              <a:pPr>
                <a:defRPr/>
              </a:pPr>
              <a:t>5/17/2022</a:t>
            </a:fld>
            <a:endParaRPr lang="en-US"/>
          </a:p>
        </p:txBody>
      </p:sp>
      <p:sp>
        <p:nvSpPr>
          <p:cNvPr id="5" name="Footer Placeholder 4"/>
          <p:cNvSpPr>
            <a:spLocks noGrp="1"/>
          </p:cNvSpPr>
          <p:nvPr>
            <p:ph type="ftr" sz="quarter" idx="11"/>
          </p:nvPr>
        </p:nvSpPr>
        <p:spPr/>
        <p:txBody>
          <a:bodyPr/>
          <a:lstStyle/>
          <a:p>
            <a:pPr>
              <a:defRPr/>
            </a:pPr>
            <a:r>
              <a:rPr lang="en-US"/>
              <a:t>(Programming in Advanced Python)                                 Unit No:2</a:t>
            </a:r>
          </a:p>
        </p:txBody>
      </p:sp>
      <p:sp>
        <p:nvSpPr>
          <p:cNvPr id="6" name="Slide Number Placeholder 5"/>
          <p:cNvSpPr>
            <a:spLocks noGrp="1"/>
          </p:cNvSpPr>
          <p:nvPr>
            <p:ph type="sldNum" sz="quarter" idx="12"/>
          </p:nvPr>
        </p:nvSpPr>
        <p:spPr/>
        <p:txBody>
          <a:bodyPr/>
          <a:lstStyle/>
          <a:p>
            <a:fld id="{C77C10F3-51E8-47AA-8570-6B63F9EF7985}" type="slidenum">
              <a:rPr lang="en-US" altLang="en-US" smtClean="0"/>
              <a:pPr/>
              <a:t>37</a:t>
            </a:fld>
            <a:endParaRPr lang="en-US" altLang="en-US"/>
          </a:p>
        </p:txBody>
      </p:sp>
      <p:sp>
        <p:nvSpPr>
          <p:cNvPr id="7" name="Title 1">
            <a:extLst>
              <a:ext uri="{FF2B5EF4-FFF2-40B4-BE49-F238E27FC236}">
                <a16:creationId xmlns:a16="http://schemas.microsoft.com/office/drawing/2014/main" id="{DF6BE5A1-AB5D-4314-A8BB-8A805B3F3D24}"/>
              </a:ext>
            </a:extLst>
          </p:cNvPr>
          <p:cNvSpPr txBox="1">
            <a:spLocks noGrp="1"/>
          </p:cNvSpPr>
          <p:nvPr>
            <p:ph type="title"/>
          </p:nvPr>
        </p:nvSpPr>
        <p:spPr>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algn="ctr" eaLnBrk="1" fontAlgn="auto" hangingPunct="1">
              <a:lnSpc>
                <a:spcPct val="90000"/>
              </a:lnSpc>
              <a:spcAft>
                <a:spcPts val="600"/>
              </a:spcAft>
              <a:defRPr/>
            </a:pPr>
            <a:r>
              <a:rPr lang="en-US" sz="4000" b="1">
                <a:solidFill>
                  <a:schemeClr val="tx1"/>
                </a:solidFill>
                <a:latin typeface="+mj-lt"/>
                <a:ea typeface="+mj-ea"/>
                <a:cs typeface="+mj-cs"/>
              </a:rPr>
              <a:t>Daily MCQs</a:t>
            </a:r>
            <a:endParaRPr lang="en-US" sz="4000" b="1" kern="1200">
              <a:solidFill>
                <a:schemeClr val="tx1"/>
              </a:solidFill>
              <a:latin typeface="+mj-lt"/>
              <a:ea typeface="+mj-ea"/>
              <a:cs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585F9FA-F067-43E4-914D-B39A0E5CB092}"/>
              </a:ext>
            </a:extLst>
          </p:cNvPr>
          <p:cNvSpPr/>
          <p:nvPr/>
        </p:nvSpPr>
        <p:spPr>
          <a:xfrm>
            <a:off x="4741863" y="2690813"/>
            <a:ext cx="1981200" cy="433387"/>
          </a:xfrm>
          <a:prstGeom prst="rect">
            <a:avLst/>
          </a:prstGeom>
        </p:spPr>
        <p:style>
          <a:lnRef idx="1">
            <a:schemeClr val="accent3"/>
          </a:lnRef>
          <a:fillRef idx="2">
            <a:schemeClr val="accent3"/>
          </a:fillRef>
          <a:effectRef idx="1">
            <a:schemeClr val="accent3"/>
          </a:effectRef>
          <a:fontRef idx="minor">
            <a:schemeClr val="dk1"/>
          </a:fontRef>
        </p:style>
        <p:txBody>
          <a:bodyPr anchor="ctr"/>
          <a:lstStyle/>
          <a:p>
            <a:pPr algn="ctr">
              <a:defRPr/>
            </a:pPr>
            <a:r>
              <a:rPr lang="en-US" sz="2400" b="1">
                <a:latin typeface="Times New Roman" pitchFamily="18" charset="0"/>
                <a:cs typeface="Times New Roman" pitchFamily="18" charset="0"/>
              </a:rPr>
              <a:t>Father</a:t>
            </a:r>
            <a:endParaRPr lang="en-US" sz="1100" b="1">
              <a:latin typeface="Times New Roman" pitchFamily="18" charset="0"/>
              <a:cs typeface="Times New Roman" pitchFamily="18" charset="0"/>
            </a:endParaRPr>
          </a:p>
        </p:txBody>
      </p:sp>
      <p:sp>
        <p:nvSpPr>
          <p:cNvPr id="5" name="Rectangle 4">
            <a:extLst>
              <a:ext uri="{FF2B5EF4-FFF2-40B4-BE49-F238E27FC236}">
                <a16:creationId xmlns:a16="http://schemas.microsoft.com/office/drawing/2014/main" id="{D7717F4A-9984-47C7-BFE1-8E1CC6A84BB5}"/>
              </a:ext>
            </a:extLst>
          </p:cNvPr>
          <p:cNvSpPr/>
          <p:nvPr/>
        </p:nvSpPr>
        <p:spPr>
          <a:xfrm>
            <a:off x="2819400" y="3829050"/>
            <a:ext cx="1295400" cy="393700"/>
          </a:xfrm>
          <a:prstGeom prst="rect">
            <a:avLst/>
          </a:prstGeom>
        </p:spPr>
        <p:style>
          <a:lnRef idx="1">
            <a:schemeClr val="accent4"/>
          </a:lnRef>
          <a:fillRef idx="2">
            <a:schemeClr val="accent4"/>
          </a:fillRef>
          <a:effectRef idx="1">
            <a:schemeClr val="accent4"/>
          </a:effectRef>
          <a:fontRef idx="minor">
            <a:schemeClr val="dk1"/>
          </a:fontRef>
        </p:style>
        <p:txBody>
          <a:bodyPr anchor="ctr"/>
          <a:lstStyle/>
          <a:p>
            <a:pPr algn="ctr">
              <a:defRPr/>
            </a:pPr>
            <a:r>
              <a:rPr lang="en-US" sz="2000" b="1">
                <a:latin typeface="Times New Roman" pitchFamily="18" charset="0"/>
                <a:cs typeface="Times New Roman" pitchFamily="18" charset="0"/>
              </a:rPr>
              <a:t>Son</a:t>
            </a:r>
            <a:endParaRPr lang="en-US" sz="1200" b="1">
              <a:latin typeface="Times New Roman" pitchFamily="18" charset="0"/>
              <a:cs typeface="Times New Roman" pitchFamily="18" charset="0"/>
            </a:endParaRPr>
          </a:p>
        </p:txBody>
      </p:sp>
      <p:sp>
        <p:nvSpPr>
          <p:cNvPr id="6" name="Rectangle 5">
            <a:extLst>
              <a:ext uri="{FF2B5EF4-FFF2-40B4-BE49-F238E27FC236}">
                <a16:creationId xmlns:a16="http://schemas.microsoft.com/office/drawing/2014/main" id="{81969283-BC8C-4A5C-85B2-A3466EEDDAF4}"/>
              </a:ext>
            </a:extLst>
          </p:cNvPr>
          <p:cNvSpPr/>
          <p:nvPr/>
        </p:nvSpPr>
        <p:spPr>
          <a:xfrm>
            <a:off x="4741863" y="3829050"/>
            <a:ext cx="1887537" cy="393700"/>
          </a:xfrm>
          <a:prstGeom prst="rect">
            <a:avLst/>
          </a:prstGeom>
        </p:spPr>
        <p:style>
          <a:lnRef idx="1">
            <a:schemeClr val="accent4"/>
          </a:lnRef>
          <a:fillRef idx="2">
            <a:schemeClr val="accent4"/>
          </a:fillRef>
          <a:effectRef idx="1">
            <a:schemeClr val="accent4"/>
          </a:effectRef>
          <a:fontRef idx="minor">
            <a:schemeClr val="dk1"/>
          </a:fontRef>
        </p:style>
        <p:txBody>
          <a:bodyPr anchor="ctr"/>
          <a:lstStyle/>
          <a:p>
            <a:pPr algn="ctr">
              <a:defRPr/>
            </a:pPr>
            <a:r>
              <a:rPr lang="en-US" sz="2000" b="1">
                <a:latin typeface="Times New Roman" pitchFamily="18" charset="0"/>
                <a:cs typeface="Times New Roman" pitchFamily="18" charset="0"/>
              </a:rPr>
              <a:t>Daughter</a:t>
            </a:r>
            <a:endParaRPr lang="en-US" sz="1200" b="1">
              <a:latin typeface="Times New Roman" pitchFamily="18" charset="0"/>
              <a:cs typeface="Times New Roman" pitchFamily="18" charset="0"/>
            </a:endParaRPr>
          </a:p>
        </p:txBody>
      </p:sp>
      <p:sp>
        <p:nvSpPr>
          <p:cNvPr id="7" name="Rectangle 6">
            <a:extLst>
              <a:ext uri="{FF2B5EF4-FFF2-40B4-BE49-F238E27FC236}">
                <a16:creationId xmlns:a16="http://schemas.microsoft.com/office/drawing/2014/main" id="{E8A34882-E01D-41F8-8015-5D4DA2E64F4C}"/>
              </a:ext>
            </a:extLst>
          </p:cNvPr>
          <p:cNvSpPr/>
          <p:nvPr/>
        </p:nvSpPr>
        <p:spPr>
          <a:xfrm>
            <a:off x="7315200" y="3829050"/>
            <a:ext cx="1295400" cy="393700"/>
          </a:xfrm>
          <a:prstGeom prst="rect">
            <a:avLst/>
          </a:prstGeom>
        </p:spPr>
        <p:style>
          <a:lnRef idx="1">
            <a:schemeClr val="accent4"/>
          </a:lnRef>
          <a:fillRef idx="2">
            <a:schemeClr val="accent4"/>
          </a:fillRef>
          <a:effectRef idx="1">
            <a:schemeClr val="accent4"/>
          </a:effectRef>
          <a:fontRef idx="minor">
            <a:schemeClr val="dk1"/>
          </a:fontRef>
        </p:style>
        <p:txBody>
          <a:bodyPr anchor="ctr"/>
          <a:lstStyle/>
          <a:p>
            <a:pPr algn="ctr">
              <a:defRPr/>
            </a:pPr>
            <a:r>
              <a:rPr lang="en-US" sz="2000" b="1">
                <a:latin typeface="Times New Roman" pitchFamily="18" charset="0"/>
                <a:cs typeface="Times New Roman" pitchFamily="18" charset="0"/>
              </a:rPr>
              <a:t>Son</a:t>
            </a:r>
            <a:endParaRPr lang="en-US" b="1">
              <a:latin typeface="Times New Roman" pitchFamily="18" charset="0"/>
              <a:cs typeface="Times New Roman" pitchFamily="18" charset="0"/>
            </a:endParaRPr>
          </a:p>
        </p:txBody>
      </p:sp>
      <p:cxnSp>
        <p:nvCxnSpPr>
          <p:cNvPr id="14" name="Straight Arrow Connector 13">
            <a:extLst>
              <a:ext uri="{FF2B5EF4-FFF2-40B4-BE49-F238E27FC236}">
                <a16:creationId xmlns:a16="http://schemas.microsoft.com/office/drawing/2014/main" id="{3B8F9C46-4517-4090-AB15-1286EDCACCDF}"/>
              </a:ext>
            </a:extLst>
          </p:cNvPr>
          <p:cNvCxnSpPr>
            <a:stCxn id="4" idx="2"/>
          </p:cNvCxnSpPr>
          <p:nvPr/>
        </p:nvCxnSpPr>
        <p:spPr>
          <a:xfrm>
            <a:off x="5732463" y="3124200"/>
            <a:ext cx="0" cy="70485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nvGrpSpPr>
          <p:cNvPr id="24" name="Group 23">
            <a:extLst>
              <a:ext uri="{FF2B5EF4-FFF2-40B4-BE49-F238E27FC236}">
                <a16:creationId xmlns:a16="http://schemas.microsoft.com/office/drawing/2014/main" id="{C30E9D97-3BB7-4808-B84B-5664E0BEE198}"/>
              </a:ext>
            </a:extLst>
          </p:cNvPr>
          <p:cNvGrpSpPr>
            <a:grpSpLocks/>
          </p:cNvGrpSpPr>
          <p:nvPr/>
        </p:nvGrpSpPr>
        <p:grpSpPr bwMode="auto">
          <a:xfrm>
            <a:off x="3467100" y="3133725"/>
            <a:ext cx="1714500" cy="695325"/>
            <a:chOff x="1943100" y="2369127"/>
            <a:chExt cx="1714500" cy="1593271"/>
          </a:xfrm>
        </p:grpSpPr>
        <p:cxnSp>
          <p:nvCxnSpPr>
            <p:cNvPr id="9" name="Straight Connector 8">
              <a:extLst>
                <a:ext uri="{FF2B5EF4-FFF2-40B4-BE49-F238E27FC236}">
                  <a16:creationId xmlns:a16="http://schemas.microsoft.com/office/drawing/2014/main" id="{574AD9C1-50CB-448C-9CF9-FD57A3520C51}"/>
                </a:ext>
              </a:extLst>
            </p:cNvPr>
            <p:cNvCxnSpPr/>
            <p:nvPr/>
          </p:nvCxnSpPr>
          <p:spPr>
            <a:xfrm>
              <a:off x="3657600" y="2369127"/>
              <a:ext cx="0" cy="451063"/>
            </a:xfrm>
            <a:prstGeom prst="line">
              <a:avLst/>
            </a:prstGeom>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6B2ADEB6-E011-4818-ADC1-54FE315B41E7}"/>
                </a:ext>
              </a:extLst>
            </p:cNvPr>
            <p:cNvCxnSpPr/>
            <p:nvPr/>
          </p:nvCxnSpPr>
          <p:spPr>
            <a:xfrm flipH="1">
              <a:off x="1943100" y="2820190"/>
              <a:ext cx="17145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ED95C1AC-5F47-4B56-BB4E-2222768EEAEA}"/>
                </a:ext>
              </a:extLst>
            </p:cNvPr>
            <p:cNvCxnSpPr>
              <a:endCxn id="5" idx="0"/>
            </p:cNvCxnSpPr>
            <p:nvPr/>
          </p:nvCxnSpPr>
          <p:spPr>
            <a:xfrm>
              <a:off x="1943100" y="2820190"/>
              <a:ext cx="0" cy="114220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grpSp>
        <p:nvGrpSpPr>
          <p:cNvPr id="23" name="Group 22">
            <a:extLst>
              <a:ext uri="{FF2B5EF4-FFF2-40B4-BE49-F238E27FC236}">
                <a16:creationId xmlns:a16="http://schemas.microsoft.com/office/drawing/2014/main" id="{2B612BB2-4D58-4DE5-A705-9844E71493F6}"/>
              </a:ext>
            </a:extLst>
          </p:cNvPr>
          <p:cNvGrpSpPr>
            <a:grpSpLocks/>
          </p:cNvGrpSpPr>
          <p:nvPr/>
        </p:nvGrpSpPr>
        <p:grpSpPr bwMode="auto">
          <a:xfrm>
            <a:off x="6248400" y="3130550"/>
            <a:ext cx="1714500" cy="698500"/>
            <a:chOff x="4724400" y="2362200"/>
            <a:chExt cx="1714500" cy="1600202"/>
          </a:xfrm>
        </p:grpSpPr>
        <p:cxnSp>
          <p:nvCxnSpPr>
            <p:cNvPr id="10" name="Straight Connector 9">
              <a:extLst>
                <a:ext uri="{FF2B5EF4-FFF2-40B4-BE49-F238E27FC236}">
                  <a16:creationId xmlns:a16="http://schemas.microsoft.com/office/drawing/2014/main" id="{D70BB578-6C01-49F7-97B9-A36BCACD9593}"/>
                </a:ext>
              </a:extLst>
            </p:cNvPr>
            <p:cNvCxnSpPr/>
            <p:nvPr/>
          </p:nvCxnSpPr>
          <p:spPr>
            <a:xfrm>
              <a:off x="4724400" y="2362200"/>
              <a:ext cx="0" cy="450966"/>
            </a:xfrm>
            <a:prstGeom prst="line">
              <a:avLst/>
            </a:prstGeom>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ADC31982-1614-4DD2-9381-2A3133538F73}"/>
                </a:ext>
              </a:extLst>
            </p:cNvPr>
            <p:cNvCxnSpPr/>
            <p:nvPr/>
          </p:nvCxnSpPr>
          <p:spPr>
            <a:xfrm>
              <a:off x="4724400" y="2813166"/>
              <a:ext cx="17145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70082324-CB60-4875-AFC8-851CC158FBD4}"/>
                </a:ext>
              </a:extLst>
            </p:cNvPr>
            <p:cNvCxnSpPr>
              <a:endCxn id="7" idx="0"/>
            </p:cNvCxnSpPr>
            <p:nvPr/>
          </p:nvCxnSpPr>
          <p:spPr>
            <a:xfrm>
              <a:off x="6438900" y="2820440"/>
              <a:ext cx="0" cy="1141962"/>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sp>
        <p:nvSpPr>
          <p:cNvPr id="26" name="TextBox 25">
            <a:extLst>
              <a:ext uri="{FF2B5EF4-FFF2-40B4-BE49-F238E27FC236}">
                <a16:creationId xmlns:a16="http://schemas.microsoft.com/office/drawing/2014/main" id="{F9E5D5E9-9AF1-4CA5-9AD5-F8F19A6BD479}"/>
              </a:ext>
            </a:extLst>
          </p:cNvPr>
          <p:cNvSpPr txBox="1"/>
          <p:nvPr/>
        </p:nvSpPr>
        <p:spPr>
          <a:xfrm>
            <a:off x="8534400" y="2690813"/>
            <a:ext cx="1457325" cy="400050"/>
          </a:xfrm>
          <a:prstGeom prst="rect">
            <a:avLst/>
          </a:prstGeom>
        </p:spPr>
        <p:style>
          <a:lnRef idx="2">
            <a:schemeClr val="accent5"/>
          </a:lnRef>
          <a:fillRef idx="1">
            <a:schemeClr val="lt1"/>
          </a:fillRef>
          <a:effectRef idx="0">
            <a:schemeClr val="accent5"/>
          </a:effectRef>
          <a:fontRef idx="minor">
            <a:schemeClr val="dk1"/>
          </a:fontRef>
        </p:style>
        <p:txBody>
          <a:bodyPr wrap="none">
            <a:spAutoFit/>
          </a:bodyPr>
          <a:lstStyle/>
          <a:p>
            <a:pPr>
              <a:defRPr/>
            </a:pPr>
            <a:r>
              <a:rPr lang="en-US" sz="2000">
                <a:latin typeface="Times New Roman" pitchFamily="18" charset="0"/>
                <a:cs typeface="Times New Roman" pitchFamily="18" charset="0"/>
              </a:rPr>
              <a:t>Parent Class</a:t>
            </a:r>
          </a:p>
        </p:txBody>
      </p:sp>
      <p:cxnSp>
        <p:nvCxnSpPr>
          <p:cNvPr id="27" name="Straight Arrow Connector 26">
            <a:extLst>
              <a:ext uri="{FF2B5EF4-FFF2-40B4-BE49-F238E27FC236}">
                <a16:creationId xmlns:a16="http://schemas.microsoft.com/office/drawing/2014/main" id="{2096E881-5823-42A2-AB12-4BAC097A8899}"/>
              </a:ext>
            </a:extLst>
          </p:cNvPr>
          <p:cNvCxnSpPr>
            <a:stCxn id="26" idx="1"/>
          </p:cNvCxnSpPr>
          <p:nvPr/>
        </p:nvCxnSpPr>
        <p:spPr>
          <a:xfrm flipH="1">
            <a:off x="7088188" y="2890838"/>
            <a:ext cx="1446212"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nvGrpSpPr>
          <p:cNvPr id="37" name="Group 36">
            <a:extLst>
              <a:ext uri="{FF2B5EF4-FFF2-40B4-BE49-F238E27FC236}">
                <a16:creationId xmlns:a16="http://schemas.microsoft.com/office/drawing/2014/main" id="{F678538F-F4BD-40E7-8D3C-9FEE63666BDB}"/>
              </a:ext>
            </a:extLst>
          </p:cNvPr>
          <p:cNvGrpSpPr>
            <a:grpSpLocks/>
          </p:cNvGrpSpPr>
          <p:nvPr/>
        </p:nvGrpSpPr>
        <p:grpSpPr bwMode="auto">
          <a:xfrm>
            <a:off x="3733800" y="4400550"/>
            <a:ext cx="3903663" cy="1330325"/>
            <a:chOff x="2209804" y="4724401"/>
            <a:chExt cx="3903514" cy="1774606"/>
          </a:xfrm>
        </p:grpSpPr>
        <p:sp>
          <p:nvSpPr>
            <p:cNvPr id="29" name="TextBox 28">
              <a:extLst>
                <a:ext uri="{FF2B5EF4-FFF2-40B4-BE49-F238E27FC236}">
                  <a16:creationId xmlns:a16="http://schemas.microsoft.com/office/drawing/2014/main" id="{2ADE7C42-AD77-4265-ABE5-8A6B97166C47}"/>
                </a:ext>
              </a:extLst>
            </p:cNvPr>
            <p:cNvSpPr txBox="1"/>
            <p:nvPr/>
          </p:nvSpPr>
          <p:spPr>
            <a:xfrm>
              <a:off x="3124169" y="5802295"/>
              <a:ext cx="1847779" cy="696712"/>
            </a:xfrm>
            <a:prstGeom prst="rect">
              <a:avLst/>
            </a:prstGeom>
          </p:spPr>
          <p:style>
            <a:lnRef idx="2">
              <a:schemeClr val="accent5"/>
            </a:lnRef>
            <a:fillRef idx="1">
              <a:schemeClr val="lt1"/>
            </a:fillRef>
            <a:effectRef idx="0">
              <a:schemeClr val="accent5"/>
            </a:effectRef>
            <a:fontRef idx="minor">
              <a:schemeClr val="dk1"/>
            </a:fontRef>
          </p:style>
          <p:txBody>
            <a:bodyPr wrap="none">
              <a:spAutoFit/>
            </a:bodyPr>
            <a:lstStyle/>
            <a:p>
              <a:pPr>
                <a:defRPr/>
              </a:pPr>
              <a:r>
                <a:rPr lang="en-US" sz="2800">
                  <a:latin typeface="Times New Roman" pitchFamily="18" charset="0"/>
                  <a:cs typeface="Times New Roman" pitchFamily="18" charset="0"/>
                </a:rPr>
                <a:t>Child Class</a:t>
              </a:r>
            </a:p>
          </p:txBody>
        </p:sp>
        <p:cxnSp>
          <p:nvCxnSpPr>
            <p:cNvPr id="32" name="Straight Arrow Connector 31">
              <a:extLst>
                <a:ext uri="{FF2B5EF4-FFF2-40B4-BE49-F238E27FC236}">
                  <a16:creationId xmlns:a16="http://schemas.microsoft.com/office/drawing/2014/main" id="{E970E5E2-83A8-4902-B240-B05914A7560C}"/>
                </a:ext>
              </a:extLst>
            </p:cNvPr>
            <p:cNvCxnSpPr>
              <a:stCxn id="29" idx="0"/>
            </p:cNvCxnSpPr>
            <p:nvPr/>
          </p:nvCxnSpPr>
          <p:spPr>
            <a:xfrm flipH="1" flipV="1">
              <a:off x="2209804" y="4724401"/>
              <a:ext cx="1838255" cy="10778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9D2340ED-245F-4F15-A19B-85BAF366D82E}"/>
                </a:ext>
              </a:extLst>
            </p:cNvPr>
            <p:cNvCxnSpPr>
              <a:stCxn id="29" idx="0"/>
            </p:cNvCxnSpPr>
            <p:nvPr/>
          </p:nvCxnSpPr>
          <p:spPr>
            <a:xfrm flipV="1">
              <a:off x="4048059" y="4724401"/>
              <a:ext cx="2065259" cy="10778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E0CA252B-59CA-4D91-8546-A867E9569F81}"/>
                </a:ext>
              </a:extLst>
            </p:cNvPr>
            <p:cNvCxnSpPr>
              <a:stCxn id="29" idx="0"/>
            </p:cNvCxnSpPr>
            <p:nvPr/>
          </p:nvCxnSpPr>
          <p:spPr>
            <a:xfrm flipV="1">
              <a:off x="4048059" y="4724401"/>
              <a:ext cx="207955" cy="10778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sp>
        <p:nvSpPr>
          <p:cNvPr id="35" name="Rectangle 34">
            <a:extLst>
              <a:ext uri="{FF2B5EF4-FFF2-40B4-BE49-F238E27FC236}">
                <a16:creationId xmlns:a16="http://schemas.microsoft.com/office/drawing/2014/main" id="{26829B50-4068-4672-9178-E0D5A136DF7E}"/>
              </a:ext>
            </a:extLst>
          </p:cNvPr>
          <p:cNvSpPr/>
          <p:nvPr/>
        </p:nvSpPr>
        <p:spPr>
          <a:xfrm>
            <a:off x="4800600" y="1752600"/>
            <a:ext cx="1828800" cy="438150"/>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r>
              <a:rPr lang="en-US" sz="2000" b="1">
                <a:latin typeface="Times New Roman" pitchFamily="18" charset="0"/>
                <a:cs typeface="Times New Roman" pitchFamily="18" charset="0"/>
              </a:rPr>
              <a:t>object</a:t>
            </a:r>
            <a:endParaRPr lang="en-US" sz="900" b="1">
              <a:latin typeface="Times New Roman" pitchFamily="18" charset="0"/>
              <a:cs typeface="Times New Roman" pitchFamily="18" charset="0"/>
            </a:endParaRPr>
          </a:p>
        </p:txBody>
      </p:sp>
      <p:cxnSp>
        <p:nvCxnSpPr>
          <p:cNvPr id="38" name="Straight Arrow Connector 37">
            <a:extLst>
              <a:ext uri="{FF2B5EF4-FFF2-40B4-BE49-F238E27FC236}">
                <a16:creationId xmlns:a16="http://schemas.microsoft.com/office/drawing/2014/main" id="{06EE0A3A-2D55-43C8-9653-F435A5D06730}"/>
              </a:ext>
            </a:extLst>
          </p:cNvPr>
          <p:cNvCxnSpPr>
            <a:stCxn id="35" idx="2"/>
          </p:cNvCxnSpPr>
          <p:nvPr/>
        </p:nvCxnSpPr>
        <p:spPr>
          <a:xfrm flipH="1">
            <a:off x="5715000" y="2190750"/>
            <a:ext cx="0" cy="476250"/>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sp>
        <p:nvSpPr>
          <p:cNvPr id="25" name="Title 1">
            <a:extLst>
              <a:ext uri="{FF2B5EF4-FFF2-40B4-BE49-F238E27FC236}">
                <a16:creationId xmlns:a16="http://schemas.microsoft.com/office/drawing/2014/main" id="{5C97BE9A-9164-4C45-AA45-BFA4EA6BD34F}"/>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US" sz="3200" b="1">
                <a:latin typeface="Times New Roman" panose="02020603050405020304" pitchFamily="18" charset="0"/>
                <a:cs typeface="Times New Roman" pitchFamily="18" charset="0"/>
              </a:rPr>
              <a:t>Hierarchical Inheritance(CO2)</a:t>
            </a:r>
          </a:p>
        </p:txBody>
      </p:sp>
      <p:sp>
        <p:nvSpPr>
          <p:cNvPr id="3" name="Date Placeholder 2">
            <a:extLst>
              <a:ext uri="{FF2B5EF4-FFF2-40B4-BE49-F238E27FC236}">
                <a16:creationId xmlns:a16="http://schemas.microsoft.com/office/drawing/2014/main" id="{DF52FAB1-C832-4B8B-AC20-6871E87F9D7D}"/>
              </a:ext>
            </a:extLst>
          </p:cNvPr>
          <p:cNvSpPr>
            <a:spLocks noGrp="1"/>
          </p:cNvSpPr>
          <p:nvPr>
            <p:ph type="dt" sz="quarter" idx="10"/>
          </p:nvPr>
        </p:nvSpPr>
        <p:spPr/>
        <p:txBody>
          <a:bodyPr/>
          <a:lstStyle/>
          <a:p>
            <a:pPr>
              <a:defRPr/>
            </a:pPr>
            <a:fld id="{2C88317B-7260-48AC-98D3-7B86810F20B6}" type="datetime1">
              <a:rPr lang="en-US" smtClean="0"/>
              <a:pPr>
                <a:defRPr/>
              </a:pPr>
              <a:t>5/17/2022</a:t>
            </a:fld>
            <a:endParaRPr lang="en-US"/>
          </a:p>
        </p:txBody>
      </p:sp>
      <p:sp>
        <p:nvSpPr>
          <p:cNvPr id="8" name="Footer Placeholder 7">
            <a:extLst>
              <a:ext uri="{FF2B5EF4-FFF2-40B4-BE49-F238E27FC236}">
                <a16:creationId xmlns:a16="http://schemas.microsoft.com/office/drawing/2014/main" id="{5792CF1E-6EE7-44F0-970F-A614F45F3CE1}"/>
              </a:ext>
            </a:extLst>
          </p:cNvPr>
          <p:cNvSpPr>
            <a:spLocks noGrp="1"/>
          </p:cNvSpPr>
          <p:nvPr>
            <p:ph type="ftr" sz="quarter" idx="11"/>
          </p:nvPr>
        </p:nvSpPr>
        <p:spPr>
          <a:xfrm>
            <a:off x="2971800" y="6356350"/>
            <a:ext cx="6781800" cy="365125"/>
          </a:xfrm>
        </p:spPr>
        <p:txBody>
          <a:bodyPr/>
          <a:lstStyle/>
          <a:p>
            <a:pPr>
              <a:defRPr/>
            </a:pPr>
            <a:r>
              <a:rPr lang="en-US"/>
              <a:t>(Programming in Advanced Python)                                 Unit No:2</a:t>
            </a:r>
          </a:p>
        </p:txBody>
      </p:sp>
      <p:sp>
        <p:nvSpPr>
          <p:cNvPr id="37906" name="Slide Number Placeholder 10">
            <a:extLst>
              <a:ext uri="{FF2B5EF4-FFF2-40B4-BE49-F238E27FC236}">
                <a16:creationId xmlns:a16="http://schemas.microsoft.com/office/drawing/2014/main" id="{A0AF2E06-6D8F-4F25-B76A-8A4601A5C64D}"/>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729ABCBF-FBFC-4E02-B83F-17A13DDCB19A}" type="slidenum">
              <a:rPr lang="en-US" altLang="en-US" sz="1200">
                <a:solidFill>
                  <a:srgbClr val="898989"/>
                </a:solidFill>
              </a:rPr>
              <a:pPr>
                <a:spcBef>
                  <a:spcPct val="0"/>
                </a:spcBef>
                <a:buFontTx/>
                <a:buNone/>
              </a:pPr>
              <a:t>38</a:t>
            </a:fld>
            <a:endParaRPr lang="en-US" altLang="en-US" sz="1200">
              <a:solidFill>
                <a:srgbClr val="898989"/>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fade">
                                      <p:cBhvr>
                                        <p:cTn id="12" dur="500"/>
                                        <p:tgtEl>
                                          <p:spTgt spid="27"/>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fade">
                                      <p:cBhvr>
                                        <p:cTn id="15" dur="500"/>
                                        <p:tgtEl>
                                          <p:spTgt spid="26"/>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18" presetClass="entr" presetSubtype="12" fill="hold" nodeType="clickEffect">
                                  <p:stCondLst>
                                    <p:cond delay="0"/>
                                  </p:stCondLst>
                                  <p:childTnLst>
                                    <p:set>
                                      <p:cBhvr>
                                        <p:cTn id="19" dur="1" fill="hold">
                                          <p:stCondLst>
                                            <p:cond delay="0"/>
                                          </p:stCondLst>
                                        </p:cTn>
                                        <p:tgtEl>
                                          <p:spTgt spid="24"/>
                                        </p:tgtEl>
                                        <p:attrNameLst>
                                          <p:attrName>style.visibility</p:attrName>
                                        </p:attrNameLst>
                                      </p:cBhvr>
                                      <p:to>
                                        <p:strVal val="visible"/>
                                      </p:to>
                                    </p:set>
                                    <p:animEffect transition="in" filter="strips(downLeft)">
                                      <p:cBhvr>
                                        <p:cTn id="20" dur="500"/>
                                        <p:tgtEl>
                                          <p:spTgt spid="24"/>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500"/>
                                        <p:tgtEl>
                                          <p:spTgt spid="5"/>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18" presetClass="entr" presetSubtype="12" fill="hold"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strips(downLeft)">
                                      <p:cBhvr>
                                        <p:cTn id="30" dur="500"/>
                                        <p:tgtEl>
                                          <p:spTgt spid="14"/>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animEffect transition="in" filter="fade">
                                      <p:cBhvr>
                                        <p:cTn id="35" dur="500"/>
                                        <p:tgtEl>
                                          <p:spTgt spid="6"/>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18" presetClass="entr" presetSubtype="12" fill="hold" nodeType="clickEffect">
                                  <p:stCondLst>
                                    <p:cond delay="0"/>
                                  </p:stCondLst>
                                  <p:childTnLst>
                                    <p:set>
                                      <p:cBhvr>
                                        <p:cTn id="39" dur="1" fill="hold">
                                          <p:stCondLst>
                                            <p:cond delay="0"/>
                                          </p:stCondLst>
                                        </p:cTn>
                                        <p:tgtEl>
                                          <p:spTgt spid="23"/>
                                        </p:tgtEl>
                                        <p:attrNameLst>
                                          <p:attrName>style.visibility</p:attrName>
                                        </p:attrNameLst>
                                      </p:cBhvr>
                                      <p:to>
                                        <p:strVal val="visible"/>
                                      </p:to>
                                    </p:set>
                                    <p:animEffect transition="in" filter="strips(downLeft)">
                                      <p:cBhvr>
                                        <p:cTn id="40" dur="500"/>
                                        <p:tgtEl>
                                          <p:spTgt spid="23"/>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7"/>
                                        </p:tgtEl>
                                        <p:attrNameLst>
                                          <p:attrName>style.visibility</p:attrName>
                                        </p:attrNameLst>
                                      </p:cBhvr>
                                      <p:to>
                                        <p:strVal val="visible"/>
                                      </p:to>
                                    </p:set>
                                    <p:animEffect transition="in" filter="fade">
                                      <p:cBhvr>
                                        <p:cTn id="45" dur="500"/>
                                        <p:tgtEl>
                                          <p:spTgt spid="7"/>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10" presetClass="entr" presetSubtype="0" fill="hold" nodeType="clickEffect">
                                  <p:stCondLst>
                                    <p:cond delay="0"/>
                                  </p:stCondLst>
                                  <p:childTnLst>
                                    <p:set>
                                      <p:cBhvr>
                                        <p:cTn id="49" dur="1" fill="hold">
                                          <p:stCondLst>
                                            <p:cond delay="0"/>
                                          </p:stCondLst>
                                        </p:cTn>
                                        <p:tgtEl>
                                          <p:spTgt spid="37"/>
                                        </p:tgtEl>
                                        <p:attrNameLst>
                                          <p:attrName>style.visibility</p:attrName>
                                        </p:attrNameLst>
                                      </p:cBhvr>
                                      <p:to>
                                        <p:strVal val="visible"/>
                                      </p:to>
                                    </p:set>
                                    <p:animEffect transition="in" filter="fade">
                                      <p:cBhvr>
                                        <p:cTn id="50" dur="500"/>
                                        <p:tgtEl>
                                          <p:spTgt spid="37"/>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10" presetClass="entr" presetSubtype="0" fill="hold" nodeType="clickEffect">
                                  <p:stCondLst>
                                    <p:cond delay="0"/>
                                  </p:stCondLst>
                                  <p:childTnLst>
                                    <p:set>
                                      <p:cBhvr>
                                        <p:cTn id="54" dur="1" fill="hold">
                                          <p:stCondLst>
                                            <p:cond delay="0"/>
                                          </p:stCondLst>
                                        </p:cTn>
                                        <p:tgtEl>
                                          <p:spTgt spid="38"/>
                                        </p:tgtEl>
                                        <p:attrNameLst>
                                          <p:attrName>style.visibility</p:attrName>
                                        </p:attrNameLst>
                                      </p:cBhvr>
                                      <p:to>
                                        <p:strVal val="visible"/>
                                      </p:to>
                                    </p:set>
                                    <p:animEffect transition="in" filter="fade">
                                      <p:cBhvr>
                                        <p:cTn id="55" dur="500"/>
                                        <p:tgtEl>
                                          <p:spTgt spid="38"/>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5"/>
                                        </p:tgtEl>
                                        <p:attrNameLst>
                                          <p:attrName>style.visibility</p:attrName>
                                        </p:attrNameLst>
                                      </p:cBhvr>
                                      <p:to>
                                        <p:strVal val="visible"/>
                                      </p:to>
                                    </p:set>
                                    <p:animEffect transition="in" filter="fade">
                                      <p:cBhvr>
                                        <p:cTn id="58"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26" grpId="0" animBg="1"/>
      <p:bldP spid="35"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3CD5D60-F864-422F-8127-DD50EFF478E4}"/>
              </a:ext>
            </a:extLst>
          </p:cNvPr>
          <p:cNvSpPr>
            <a:spLocks noGrp="1"/>
          </p:cNvSpPr>
          <p:nvPr>
            <p:ph idx="1"/>
          </p:nvPr>
        </p:nvSpPr>
        <p:spPr>
          <a:xfrm>
            <a:off x="1607389" y="1276350"/>
            <a:ext cx="8143337" cy="4133850"/>
          </a:xfrm>
        </p:spPr>
        <p:txBody>
          <a:bodyPr/>
          <a:lstStyle/>
          <a:p>
            <a:pPr marL="0" indent="0">
              <a:buFont typeface="Arial" panose="020B0604020202020204" pitchFamily="34" charset="0"/>
              <a:buNone/>
            </a:pPr>
            <a:r>
              <a:rPr lang="en-US" altLang="en-US" sz="2400" b="1">
                <a:latin typeface="Times New Roman" panose="02020603050405020304" pitchFamily="18" charset="0"/>
                <a:cs typeface="Times New Roman" panose="02020603050405020304" pitchFamily="18" charset="0"/>
              </a:rPr>
              <a:t>Syntax:-</a:t>
            </a:r>
          </a:p>
          <a:p>
            <a:pPr marL="0" indent="0">
              <a:buFont typeface="Arial" panose="020B0604020202020204" pitchFamily="34" charset="0"/>
              <a:buNone/>
            </a:pPr>
            <a:r>
              <a:rPr lang="en-US" altLang="en-US" sz="2400">
                <a:latin typeface="Times New Roman" panose="02020603050405020304" pitchFamily="18" charset="0"/>
                <a:cs typeface="Times New Roman" panose="02020603050405020304" pitchFamily="18" charset="0"/>
              </a:rPr>
              <a:t>class ParentClassName(object): </a:t>
            </a:r>
          </a:p>
          <a:p>
            <a:pPr marL="0" indent="0">
              <a:buFont typeface="Arial" panose="020B0604020202020204" pitchFamily="34" charset="0"/>
              <a:buNone/>
            </a:pPr>
            <a:r>
              <a:rPr lang="en-US" altLang="en-US" sz="2400">
                <a:latin typeface="Times New Roman" panose="02020603050405020304" pitchFamily="18" charset="0"/>
                <a:cs typeface="Times New Roman" panose="02020603050405020304" pitchFamily="18" charset="0"/>
              </a:rPr>
              <a:t>         members of Parent Class </a:t>
            </a:r>
          </a:p>
          <a:p>
            <a:pPr marL="0" indent="0">
              <a:buFont typeface="Arial" panose="020B0604020202020204" pitchFamily="34" charset="0"/>
              <a:buNone/>
            </a:pPr>
            <a:endParaRPr lang="en-US" altLang="en-US" sz="240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en-US" sz="2400">
                <a:latin typeface="Times New Roman" panose="02020603050405020304" pitchFamily="18" charset="0"/>
                <a:cs typeface="Times New Roman" panose="02020603050405020304" pitchFamily="18" charset="0"/>
              </a:rPr>
              <a:t>class ChildClassName1(ParentClassName):</a:t>
            </a:r>
          </a:p>
          <a:p>
            <a:pPr marL="0" indent="0">
              <a:buFont typeface="Arial" panose="020B0604020202020204" pitchFamily="34" charset="0"/>
              <a:buNone/>
            </a:pPr>
            <a:r>
              <a:rPr lang="en-US" altLang="en-US" sz="2400">
                <a:latin typeface="Times New Roman" panose="02020603050405020304" pitchFamily="18" charset="0"/>
                <a:cs typeface="Times New Roman" panose="02020603050405020304" pitchFamily="18" charset="0"/>
              </a:rPr>
              <a:t>         members of Child Class 2</a:t>
            </a:r>
          </a:p>
          <a:p>
            <a:pPr marL="0" indent="0">
              <a:buFont typeface="Arial" panose="020B0604020202020204" pitchFamily="34" charset="0"/>
              <a:buNone/>
            </a:pPr>
            <a:endParaRPr lang="en-US" altLang="en-US" sz="240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en-US" sz="2400">
                <a:latin typeface="Times New Roman" panose="02020603050405020304" pitchFamily="18" charset="0"/>
                <a:cs typeface="Times New Roman" panose="02020603050405020304" pitchFamily="18" charset="0"/>
              </a:rPr>
              <a:t>class ChildClassName2(ParentClassName):</a:t>
            </a:r>
          </a:p>
          <a:p>
            <a:pPr marL="0" indent="0">
              <a:buFont typeface="Arial" panose="020B0604020202020204" pitchFamily="34" charset="0"/>
              <a:buNone/>
            </a:pPr>
            <a:r>
              <a:rPr lang="en-US" altLang="en-US" sz="2400">
                <a:latin typeface="Times New Roman" panose="02020603050405020304" pitchFamily="18" charset="0"/>
                <a:cs typeface="Times New Roman" panose="02020603050405020304" pitchFamily="18" charset="0"/>
              </a:rPr>
              <a:t>         members of Child Class 2</a:t>
            </a:r>
          </a:p>
          <a:p>
            <a:pPr marL="0" indent="0">
              <a:buFont typeface="Arial" panose="020B0604020202020204" pitchFamily="34" charset="0"/>
              <a:buNone/>
            </a:pPr>
            <a:endParaRPr lang="en-US" altLang="en-US" sz="1800">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D34781D0-94DD-4A7B-A06C-5A82582FB101}"/>
              </a:ext>
            </a:extLst>
          </p:cNvPr>
          <p:cNvSpPr/>
          <p:nvPr/>
        </p:nvSpPr>
        <p:spPr>
          <a:xfrm>
            <a:off x="7750175" y="2349500"/>
            <a:ext cx="1828800" cy="438150"/>
          </a:xfrm>
          <a:prstGeom prst="rect">
            <a:avLst/>
          </a:prstGeom>
        </p:spPr>
        <p:style>
          <a:lnRef idx="1">
            <a:schemeClr val="accent3"/>
          </a:lnRef>
          <a:fillRef idx="2">
            <a:schemeClr val="accent3"/>
          </a:fillRef>
          <a:effectRef idx="1">
            <a:schemeClr val="accent3"/>
          </a:effectRef>
          <a:fontRef idx="minor">
            <a:schemeClr val="dk1"/>
          </a:fontRef>
        </p:style>
        <p:txBody>
          <a:bodyPr anchor="ctr"/>
          <a:lstStyle/>
          <a:p>
            <a:pPr algn="ctr">
              <a:defRPr/>
            </a:pPr>
            <a:r>
              <a:rPr lang="en-US" sz="2000" b="1">
                <a:latin typeface="Times New Roman" pitchFamily="18" charset="0"/>
                <a:cs typeface="Times New Roman" pitchFamily="18" charset="0"/>
              </a:rPr>
              <a:t>Parent Class</a:t>
            </a:r>
            <a:endParaRPr lang="en-US" sz="900" b="1">
              <a:latin typeface="Times New Roman" pitchFamily="18" charset="0"/>
              <a:cs typeface="Times New Roman" pitchFamily="18" charset="0"/>
            </a:endParaRPr>
          </a:p>
        </p:txBody>
      </p:sp>
      <p:sp>
        <p:nvSpPr>
          <p:cNvPr id="5" name="Rectangle 4">
            <a:extLst>
              <a:ext uri="{FF2B5EF4-FFF2-40B4-BE49-F238E27FC236}">
                <a16:creationId xmlns:a16="http://schemas.microsoft.com/office/drawing/2014/main" id="{46DAB32A-9089-4B28-B43D-EC1645972C8B}"/>
              </a:ext>
            </a:extLst>
          </p:cNvPr>
          <p:cNvSpPr/>
          <p:nvPr/>
        </p:nvSpPr>
        <p:spPr>
          <a:xfrm>
            <a:off x="6880225" y="3524250"/>
            <a:ext cx="1730375" cy="438150"/>
          </a:xfrm>
          <a:prstGeom prst="rect">
            <a:avLst/>
          </a:prstGeom>
        </p:spPr>
        <p:style>
          <a:lnRef idx="1">
            <a:schemeClr val="accent4"/>
          </a:lnRef>
          <a:fillRef idx="2">
            <a:schemeClr val="accent4"/>
          </a:fillRef>
          <a:effectRef idx="1">
            <a:schemeClr val="accent4"/>
          </a:effectRef>
          <a:fontRef idx="minor">
            <a:schemeClr val="dk1"/>
          </a:fontRef>
        </p:style>
        <p:txBody>
          <a:bodyPr anchor="ctr"/>
          <a:lstStyle/>
          <a:p>
            <a:pPr algn="ctr">
              <a:defRPr/>
            </a:pPr>
            <a:r>
              <a:rPr lang="en-US" sz="2000" b="1">
                <a:latin typeface="Times New Roman" pitchFamily="18" charset="0"/>
                <a:cs typeface="Times New Roman" pitchFamily="18" charset="0"/>
              </a:rPr>
              <a:t>Child Class 1</a:t>
            </a:r>
            <a:endParaRPr lang="en-US" sz="1200" b="1">
              <a:latin typeface="Times New Roman" pitchFamily="18" charset="0"/>
              <a:cs typeface="Times New Roman" pitchFamily="18" charset="0"/>
            </a:endParaRPr>
          </a:p>
        </p:txBody>
      </p:sp>
      <p:sp>
        <p:nvSpPr>
          <p:cNvPr id="6" name="Rectangle 5">
            <a:extLst>
              <a:ext uri="{FF2B5EF4-FFF2-40B4-BE49-F238E27FC236}">
                <a16:creationId xmlns:a16="http://schemas.microsoft.com/office/drawing/2014/main" id="{6AE93AB4-4C9B-4D68-9587-36FC72628D4D}"/>
              </a:ext>
            </a:extLst>
          </p:cNvPr>
          <p:cNvSpPr/>
          <p:nvPr/>
        </p:nvSpPr>
        <p:spPr>
          <a:xfrm>
            <a:off x="7750175" y="1447800"/>
            <a:ext cx="1828800" cy="438150"/>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r>
              <a:rPr lang="en-US" sz="2000" b="1">
                <a:latin typeface="Times New Roman" pitchFamily="18" charset="0"/>
                <a:cs typeface="Times New Roman" pitchFamily="18" charset="0"/>
              </a:rPr>
              <a:t>object</a:t>
            </a:r>
            <a:endParaRPr lang="en-US" sz="900" b="1">
              <a:latin typeface="Times New Roman" pitchFamily="18" charset="0"/>
              <a:cs typeface="Times New Roman" pitchFamily="18" charset="0"/>
            </a:endParaRPr>
          </a:p>
        </p:txBody>
      </p:sp>
      <p:cxnSp>
        <p:nvCxnSpPr>
          <p:cNvPr id="7" name="Straight Arrow Connector 6">
            <a:extLst>
              <a:ext uri="{FF2B5EF4-FFF2-40B4-BE49-F238E27FC236}">
                <a16:creationId xmlns:a16="http://schemas.microsoft.com/office/drawing/2014/main" id="{753C1486-CA37-432F-9DF3-80AC0C385341}"/>
              </a:ext>
            </a:extLst>
          </p:cNvPr>
          <p:cNvCxnSpPr>
            <a:stCxn id="6" idx="2"/>
          </p:cNvCxnSpPr>
          <p:nvPr/>
        </p:nvCxnSpPr>
        <p:spPr>
          <a:xfrm flipH="1">
            <a:off x="8664575" y="1885950"/>
            <a:ext cx="0" cy="476250"/>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grpSp>
        <p:nvGrpSpPr>
          <p:cNvPr id="8" name="Group 7">
            <a:extLst>
              <a:ext uri="{FF2B5EF4-FFF2-40B4-BE49-F238E27FC236}">
                <a16:creationId xmlns:a16="http://schemas.microsoft.com/office/drawing/2014/main" id="{D7138385-35E8-4A01-AAF6-46F08DAACFE9}"/>
              </a:ext>
            </a:extLst>
          </p:cNvPr>
          <p:cNvGrpSpPr>
            <a:grpSpLocks/>
          </p:cNvGrpSpPr>
          <p:nvPr/>
        </p:nvGrpSpPr>
        <p:grpSpPr bwMode="auto">
          <a:xfrm>
            <a:off x="7807325" y="2805113"/>
            <a:ext cx="857250" cy="695325"/>
            <a:chOff x="1943100" y="2369127"/>
            <a:chExt cx="1714500" cy="1593271"/>
          </a:xfrm>
        </p:grpSpPr>
        <p:cxnSp>
          <p:nvCxnSpPr>
            <p:cNvPr id="9" name="Straight Connector 8">
              <a:extLst>
                <a:ext uri="{FF2B5EF4-FFF2-40B4-BE49-F238E27FC236}">
                  <a16:creationId xmlns:a16="http://schemas.microsoft.com/office/drawing/2014/main" id="{6187E4DB-BCA8-4431-AF6B-67C3FC722BD0}"/>
                </a:ext>
              </a:extLst>
            </p:cNvPr>
            <p:cNvCxnSpPr/>
            <p:nvPr/>
          </p:nvCxnSpPr>
          <p:spPr>
            <a:xfrm>
              <a:off x="3657600" y="2369127"/>
              <a:ext cx="0" cy="451063"/>
            </a:xfrm>
            <a:prstGeom prst="line">
              <a:avLst/>
            </a:prstGeom>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4E5ED9E6-40E1-4E47-A961-88AECDDD929A}"/>
                </a:ext>
              </a:extLst>
            </p:cNvPr>
            <p:cNvCxnSpPr/>
            <p:nvPr/>
          </p:nvCxnSpPr>
          <p:spPr>
            <a:xfrm flipH="1">
              <a:off x="1943100" y="2820190"/>
              <a:ext cx="17145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EC639A47-2B23-48C4-93BC-6C6D9B06BDFE}"/>
                </a:ext>
              </a:extLst>
            </p:cNvPr>
            <p:cNvCxnSpPr/>
            <p:nvPr/>
          </p:nvCxnSpPr>
          <p:spPr>
            <a:xfrm>
              <a:off x="1943100" y="2820190"/>
              <a:ext cx="0" cy="114220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sp>
        <p:nvSpPr>
          <p:cNvPr id="12" name="Rectangle 11">
            <a:extLst>
              <a:ext uri="{FF2B5EF4-FFF2-40B4-BE49-F238E27FC236}">
                <a16:creationId xmlns:a16="http://schemas.microsoft.com/office/drawing/2014/main" id="{3CF327EF-3422-4A6D-85F0-AE67567C98EF}"/>
              </a:ext>
            </a:extLst>
          </p:cNvPr>
          <p:cNvSpPr/>
          <p:nvPr/>
        </p:nvSpPr>
        <p:spPr>
          <a:xfrm>
            <a:off x="8763000" y="3500438"/>
            <a:ext cx="1676400" cy="438150"/>
          </a:xfrm>
          <a:prstGeom prst="rect">
            <a:avLst/>
          </a:prstGeom>
        </p:spPr>
        <p:style>
          <a:lnRef idx="1">
            <a:schemeClr val="accent4"/>
          </a:lnRef>
          <a:fillRef idx="2">
            <a:schemeClr val="accent4"/>
          </a:fillRef>
          <a:effectRef idx="1">
            <a:schemeClr val="accent4"/>
          </a:effectRef>
          <a:fontRef idx="minor">
            <a:schemeClr val="dk1"/>
          </a:fontRef>
        </p:style>
        <p:txBody>
          <a:bodyPr anchor="ctr"/>
          <a:lstStyle/>
          <a:p>
            <a:pPr algn="ctr">
              <a:defRPr/>
            </a:pPr>
            <a:r>
              <a:rPr lang="en-US" sz="2000" b="1">
                <a:latin typeface="Times New Roman" pitchFamily="18" charset="0"/>
                <a:cs typeface="Times New Roman" pitchFamily="18" charset="0"/>
              </a:rPr>
              <a:t>Child Class 2</a:t>
            </a:r>
            <a:endParaRPr lang="en-US" b="1">
              <a:latin typeface="Times New Roman" pitchFamily="18" charset="0"/>
              <a:cs typeface="Times New Roman" pitchFamily="18" charset="0"/>
            </a:endParaRPr>
          </a:p>
        </p:txBody>
      </p:sp>
      <p:grpSp>
        <p:nvGrpSpPr>
          <p:cNvPr id="2" name="Group 1">
            <a:extLst>
              <a:ext uri="{FF2B5EF4-FFF2-40B4-BE49-F238E27FC236}">
                <a16:creationId xmlns:a16="http://schemas.microsoft.com/office/drawing/2014/main" id="{1B8B5614-D177-4AB3-B3D9-C39697FD8ED3}"/>
              </a:ext>
            </a:extLst>
          </p:cNvPr>
          <p:cNvGrpSpPr>
            <a:grpSpLocks/>
          </p:cNvGrpSpPr>
          <p:nvPr/>
        </p:nvGrpSpPr>
        <p:grpSpPr bwMode="auto">
          <a:xfrm>
            <a:off x="8664575" y="3001963"/>
            <a:ext cx="914400" cy="498475"/>
            <a:chOff x="7139932" y="2143961"/>
            <a:chExt cx="914400" cy="498787"/>
          </a:xfrm>
        </p:grpSpPr>
        <p:cxnSp>
          <p:nvCxnSpPr>
            <p:cNvPr id="13" name="Straight Connector 12">
              <a:extLst>
                <a:ext uri="{FF2B5EF4-FFF2-40B4-BE49-F238E27FC236}">
                  <a16:creationId xmlns:a16="http://schemas.microsoft.com/office/drawing/2014/main" id="{97AEE467-05D4-4D1A-9395-46491D262867}"/>
                </a:ext>
              </a:extLst>
            </p:cNvPr>
            <p:cNvCxnSpPr/>
            <p:nvPr/>
          </p:nvCxnSpPr>
          <p:spPr>
            <a:xfrm flipV="1">
              <a:off x="7139932" y="2143961"/>
              <a:ext cx="914400" cy="4765"/>
            </a:xfrm>
            <a:prstGeom prst="line">
              <a:avLst/>
            </a:prstGeom>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E47F228E-74A7-43AE-8CCD-8DDE8D2EB5FD}"/>
                </a:ext>
              </a:extLst>
            </p:cNvPr>
            <p:cNvCxnSpPr/>
            <p:nvPr/>
          </p:nvCxnSpPr>
          <p:spPr>
            <a:xfrm>
              <a:off x="8054332" y="2143961"/>
              <a:ext cx="0" cy="498787"/>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sp>
        <p:nvSpPr>
          <p:cNvPr id="15" name="Title 1">
            <a:extLst>
              <a:ext uri="{FF2B5EF4-FFF2-40B4-BE49-F238E27FC236}">
                <a16:creationId xmlns:a16="http://schemas.microsoft.com/office/drawing/2014/main" id="{67633A43-BD8C-4CCD-8109-56E1815337EF}"/>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US" sz="3200" b="1">
                <a:latin typeface="Times New Roman" pitchFamily="18" charset="0"/>
                <a:cs typeface="Times New Roman" pitchFamily="18" charset="0"/>
              </a:rPr>
              <a:t>Hierarchical Inheritance Syntax(CO2)</a:t>
            </a:r>
          </a:p>
        </p:txBody>
      </p:sp>
      <p:sp>
        <p:nvSpPr>
          <p:cNvPr id="17" name="Date Placeholder 16">
            <a:extLst>
              <a:ext uri="{FF2B5EF4-FFF2-40B4-BE49-F238E27FC236}">
                <a16:creationId xmlns:a16="http://schemas.microsoft.com/office/drawing/2014/main" id="{0010AC51-32F0-4559-AD54-8CD57A444836}"/>
              </a:ext>
            </a:extLst>
          </p:cNvPr>
          <p:cNvSpPr>
            <a:spLocks noGrp="1"/>
          </p:cNvSpPr>
          <p:nvPr>
            <p:ph type="dt" sz="quarter" idx="10"/>
          </p:nvPr>
        </p:nvSpPr>
        <p:spPr/>
        <p:txBody>
          <a:bodyPr/>
          <a:lstStyle/>
          <a:p>
            <a:pPr>
              <a:defRPr/>
            </a:pPr>
            <a:fld id="{59ED2BEF-AD7F-45B1-BBA8-B5DBE03719DE}" type="datetime1">
              <a:rPr lang="en-US" smtClean="0"/>
              <a:pPr>
                <a:defRPr/>
              </a:pPr>
              <a:t>5/17/2022</a:t>
            </a:fld>
            <a:endParaRPr lang="en-US"/>
          </a:p>
        </p:txBody>
      </p:sp>
      <p:sp>
        <p:nvSpPr>
          <p:cNvPr id="18" name="Footer Placeholder 17">
            <a:extLst>
              <a:ext uri="{FF2B5EF4-FFF2-40B4-BE49-F238E27FC236}">
                <a16:creationId xmlns:a16="http://schemas.microsoft.com/office/drawing/2014/main" id="{FE16031D-CE3A-4027-9519-4880682A294E}"/>
              </a:ext>
            </a:extLst>
          </p:cNvPr>
          <p:cNvSpPr>
            <a:spLocks noGrp="1"/>
          </p:cNvSpPr>
          <p:nvPr>
            <p:ph type="ftr" sz="quarter" idx="11"/>
          </p:nvPr>
        </p:nvSpPr>
        <p:spPr>
          <a:xfrm>
            <a:off x="2895600" y="6356350"/>
            <a:ext cx="6934200" cy="365125"/>
          </a:xfrm>
        </p:spPr>
        <p:txBody>
          <a:bodyPr/>
          <a:lstStyle/>
          <a:p>
            <a:pPr>
              <a:defRPr/>
            </a:pPr>
            <a:r>
              <a:rPr lang="en-US"/>
              <a:t>(Programming in Advanced Python)                                 Unit No:2</a:t>
            </a:r>
          </a:p>
        </p:txBody>
      </p:sp>
      <p:sp>
        <p:nvSpPr>
          <p:cNvPr id="38926" name="Slide Number Placeholder 18">
            <a:extLst>
              <a:ext uri="{FF2B5EF4-FFF2-40B4-BE49-F238E27FC236}">
                <a16:creationId xmlns:a16="http://schemas.microsoft.com/office/drawing/2014/main" id="{5E387647-F8ED-4360-B213-75A750D8655F}"/>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5D9E297D-BF63-4911-B856-7CF14B64788D}" type="slidenum">
              <a:rPr lang="en-US" altLang="en-US" sz="1200" dirty="0">
                <a:solidFill>
                  <a:srgbClr val="898989"/>
                </a:solidFill>
              </a:rPr>
              <a:pPr>
                <a:spcBef>
                  <a:spcPct val="0"/>
                </a:spcBef>
                <a:buFontTx/>
                <a:buNone/>
              </a:pPr>
              <a:t>39</a:t>
            </a:fld>
            <a:endParaRPr lang="en-US" altLang="en-US" sz="1200">
              <a:solidFill>
                <a:srgbClr val="898989"/>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500"/>
                                        <p:tgtEl>
                                          <p:spTgt spid="6"/>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4"/>
                                        </p:tgtEl>
                                        <p:attrNameLst>
                                          <p:attrName>style.visibility</p:attrName>
                                        </p:attrNameLst>
                                      </p:cBhvr>
                                      <p:to>
                                        <p:strVal val="visible"/>
                                      </p:to>
                                    </p:set>
                                    <p:animEffect transition="in" filter="fade">
                                      <p:cBhvr>
                                        <p:cTn id="30" dur="500"/>
                                        <p:tgtEl>
                                          <p:spTgt spid="4"/>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10"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500"/>
                                        <p:tgtEl>
                                          <p:spTgt spid="3">
                                            <p:txEl>
                                              <p:pRg st="4" end="4"/>
                                            </p:txEl>
                                          </p:spTgt>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10" presetClass="entr" presetSubtype="0" fill="hold" nodeType="clickEffect">
                                  <p:stCondLst>
                                    <p:cond delay="0"/>
                                  </p:stCondLst>
                                  <p:childTnLst>
                                    <p:set>
                                      <p:cBhvr>
                                        <p:cTn id="39" dur="1" fill="hold">
                                          <p:stCondLst>
                                            <p:cond delay="0"/>
                                          </p:stCondLst>
                                        </p:cTn>
                                        <p:tgtEl>
                                          <p:spTgt spid="3">
                                            <p:txEl>
                                              <p:pRg st="5" end="5"/>
                                            </p:txEl>
                                          </p:spTgt>
                                        </p:tgtEl>
                                        <p:attrNameLst>
                                          <p:attrName>style.visibility</p:attrName>
                                        </p:attrNameLst>
                                      </p:cBhvr>
                                      <p:to>
                                        <p:strVal val="visible"/>
                                      </p:to>
                                    </p:set>
                                    <p:animEffect transition="in" filter="fade">
                                      <p:cBhvr>
                                        <p:cTn id="40" dur="500"/>
                                        <p:tgtEl>
                                          <p:spTgt spid="3">
                                            <p:txEl>
                                              <p:pRg st="5" end="5"/>
                                            </p:txEl>
                                          </p:spTgt>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4" fill="hold" nodeType="clickEffect">
                                  <p:stCondLst>
                                    <p:cond delay="0"/>
                                  </p:stCondLst>
                                  <p:childTnLst>
                                    <p:set>
                                      <p:cBhvr>
                                        <p:cTn id="44" dur="1" fill="hold">
                                          <p:stCondLst>
                                            <p:cond delay="0"/>
                                          </p:stCondLst>
                                        </p:cTn>
                                        <p:tgtEl>
                                          <p:spTgt spid="8"/>
                                        </p:tgtEl>
                                        <p:attrNameLst>
                                          <p:attrName>style.visibility</p:attrName>
                                        </p:attrNameLst>
                                      </p:cBhvr>
                                      <p:to>
                                        <p:strVal val="visible"/>
                                      </p:to>
                                    </p:set>
                                    <p:animEffect transition="in" filter="wipe(down)">
                                      <p:cBhvr>
                                        <p:cTn id="45" dur="500"/>
                                        <p:tgtEl>
                                          <p:spTgt spid="8"/>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5"/>
                                        </p:tgtEl>
                                        <p:attrNameLst>
                                          <p:attrName>style.visibility</p:attrName>
                                        </p:attrNameLst>
                                      </p:cBhvr>
                                      <p:to>
                                        <p:strVal val="visible"/>
                                      </p:to>
                                    </p:set>
                                    <p:animEffect transition="in" filter="fade">
                                      <p:cBhvr>
                                        <p:cTn id="50" dur="500"/>
                                        <p:tgtEl>
                                          <p:spTgt spid="5"/>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10" presetClass="entr" presetSubtype="0" fill="hold" nodeType="clickEffect">
                                  <p:stCondLst>
                                    <p:cond delay="0"/>
                                  </p:stCondLst>
                                  <p:childTnLst>
                                    <p:set>
                                      <p:cBhvr>
                                        <p:cTn id="54" dur="1" fill="hold">
                                          <p:stCondLst>
                                            <p:cond delay="0"/>
                                          </p:stCondLst>
                                        </p:cTn>
                                        <p:tgtEl>
                                          <p:spTgt spid="3">
                                            <p:txEl>
                                              <p:pRg st="7" end="7"/>
                                            </p:txEl>
                                          </p:spTgt>
                                        </p:tgtEl>
                                        <p:attrNameLst>
                                          <p:attrName>style.visibility</p:attrName>
                                        </p:attrNameLst>
                                      </p:cBhvr>
                                      <p:to>
                                        <p:strVal val="visible"/>
                                      </p:to>
                                    </p:set>
                                    <p:animEffect transition="in" filter="fade">
                                      <p:cBhvr>
                                        <p:cTn id="55" dur="500"/>
                                        <p:tgtEl>
                                          <p:spTgt spid="3">
                                            <p:txEl>
                                              <p:pRg st="7" end="7"/>
                                            </p:txEl>
                                          </p:spTgt>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10" presetClass="entr" presetSubtype="0" fill="hold" nodeType="clickEffect">
                                  <p:stCondLst>
                                    <p:cond delay="0"/>
                                  </p:stCondLst>
                                  <p:childTnLst>
                                    <p:set>
                                      <p:cBhvr>
                                        <p:cTn id="59" dur="1" fill="hold">
                                          <p:stCondLst>
                                            <p:cond delay="0"/>
                                          </p:stCondLst>
                                        </p:cTn>
                                        <p:tgtEl>
                                          <p:spTgt spid="3">
                                            <p:txEl>
                                              <p:pRg st="8" end="8"/>
                                            </p:txEl>
                                          </p:spTgt>
                                        </p:tgtEl>
                                        <p:attrNameLst>
                                          <p:attrName>style.visibility</p:attrName>
                                        </p:attrNameLst>
                                      </p:cBhvr>
                                      <p:to>
                                        <p:strVal val="visible"/>
                                      </p:to>
                                    </p:set>
                                    <p:animEffect transition="in" filter="fade">
                                      <p:cBhvr>
                                        <p:cTn id="60" dur="500"/>
                                        <p:tgtEl>
                                          <p:spTgt spid="3">
                                            <p:txEl>
                                              <p:pRg st="8" end="8"/>
                                            </p:txEl>
                                          </p:spTgt>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22" presetClass="entr" presetSubtype="4" fill="hold" nodeType="clickEffect">
                                  <p:stCondLst>
                                    <p:cond delay="0"/>
                                  </p:stCondLst>
                                  <p:childTnLst>
                                    <p:set>
                                      <p:cBhvr>
                                        <p:cTn id="64" dur="1" fill="hold">
                                          <p:stCondLst>
                                            <p:cond delay="0"/>
                                          </p:stCondLst>
                                        </p:cTn>
                                        <p:tgtEl>
                                          <p:spTgt spid="2"/>
                                        </p:tgtEl>
                                        <p:attrNameLst>
                                          <p:attrName>style.visibility</p:attrName>
                                        </p:attrNameLst>
                                      </p:cBhvr>
                                      <p:to>
                                        <p:strVal val="visible"/>
                                      </p:to>
                                    </p:set>
                                    <p:animEffect transition="in" filter="wipe(down)">
                                      <p:cBhvr>
                                        <p:cTn id="65" dur="500"/>
                                        <p:tgtEl>
                                          <p:spTgt spid="2"/>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10" presetClass="entr" presetSubtype="0" fill="hold" grpId="0" nodeType="clickEffect">
                                  <p:stCondLst>
                                    <p:cond delay="0"/>
                                  </p:stCondLst>
                                  <p:childTnLst>
                                    <p:set>
                                      <p:cBhvr>
                                        <p:cTn id="69" dur="1" fill="hold">
                                          <p:stCondLst>
                                            <p:cond delay="0"/>
                                          </p:stCondLst>
                                        </p:cTn>
                                        <p:tgtEl>
                                          <p:spTgt spid="12"/>
                                        </p:tgtEl>
                                        <p:attrNameLst>
                                          <p:attrName>style.visibility</p:attrName>
                                        </p:attrNameLst>
                                      </p:cBhvr>
                                      <p:to>
                                        <p:strVal val="visible"/>
                                      </p:to>
                                    </p:set>
                                    <p:animEffect transition="in" filter="fade">
                                      <p:cBhvr>
                                        <p:cTn id="70"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12"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DC91E4D-C266-4EBB-8AEC-C2DE84A72F12}"/>
              </a:ext>
            </a:extLst>
          </p:cNvPr>
          <p:cNvSpPr>
            <a:spLocks noGrp="1"/>
          </p:cNvSpPr>
          <p:nvPr>
            <p:ph idx="1"/>
          </p:nvPr>
        </p:nvSpPr>
        <p:spPr>
          <a:xfrm>
            <a:off x="1421921" y="1456427"/>
            <a:ext cx="4471058" cy="3877573"/>
          </a:xfrm>
        </p:spPr>
        <p:txBody>
          <a:bodyPr/>
          <a:lstStyle/>
          <a:p>
            <a:pPr marL="0" indent="0">
              <a:buFont typeface="Arial" panose="020B0604020202020204" pitchFamily="34" charset="0"/>
              <a:buNone/>
            </a:pPr>
            <a:r>
              <a:rPr lang="en-US" altLang="en-US" sz="2400">
                <a:latin typeface="Times New Roman" panose="02020603050405020304" pitchFamily="18" charset="0"/>
                <a:cs typeface="Times New Roman" panose="02020603050405020304" pitchFamily="18" charset="0"/>
              </a:rPr>
              <a:t>class Father (object): </a:t>
            </a:r>
          </a:p>
          <a:p>
            <a:pPr marL="0" indent="0">
              <a:buFont typeface="Arial" panose="020B0604020202020204" pitchFamily="34" charset="0"/>
              <a:buNone/>
            </a:pPr>
            <a:r>
              <a:rPr lang="en-US" altLang="en-US" sz="2400">
                <a:latin typeface="Times New Roman" panose="02020603050405020304" pitchFamily="18" charset="0"/>
                <a:cs typeface="Times New Roman" panose="02020603050405020304" pitchFamily="18" charset="0"/>
              </a:rPr>
              <a:t>     members of class Father </a:t>
            </a:r>
          </a:p>
          <a:p>
            <a:pPr marL="0" indent="0">
              <a:buFont typeface="Arial" panose="020B0604020202020204" pitchFamily="34" charset="0"/>
              <a:buNone/>
            </a:pPr>
            <a:endParaRPr lang="en-US" altLang="en-US" sz="240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en-US" sz="2400">
                <a:latin typeface="Times New Roman" panose="02020603050405020304" pitchFamily="18" charset="0"/>
                <a:cs typeface="Times New Roman" panose="02020603050405020304" pitchFamily="18" charset="0"/>
              </a:rPr>
              <a:t>class Son (Father):</a:t>
            </a:r>
          </a:p>
          <a:p>
            <a:pPr marL="0" indent="0">
              <a:buFont typeface="Arial" panose="020B0604020202020204" pitchFamily="34" charset="0"/>
              <a:buNone/>
            </a:pPr>
            <a:r>
              <a:rPr lang="en-US" altLang="en-US" sz="2400">
                <a:latin typeface="Times New Roman" panose="02020603050405020304" pitchFamily="18" charset="0"/>
                <a:cs typeface="Times New Roman" panose="02020603050405020304" pitchFamily="18" charset="0"/>
              </a:rPr>
              <a:t>     members of class Son </a:t>
            </a:r>
          </a:p>
          <a:p>
            <a:pPr marL="0" indent="0">
              <a:buFont typeface="Arial" panose="020B0604020202020204" pitchFamily="34" charset="0"/>
              <a:buNone/>
            </a:pPr>
            <a:endParaRPr lang="en-US" altLang="en-US" sz="240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en-US" sz="2400">
                <a:latin typeface="Times New Roman" panose="02020603050405020304" pitchFamily="18" charset="0"/>
                <a:cs typeface="Times New Roman" panose="02020603050405020304" pitchFamily="18" charset="0"/>
              </a:rPr>
              <a:t>class Daughter (Father):</a:t>
            </a:r>
          </a:p>
          <a:p>
            <a:pPr marL="0" indent="0">
              <a:buFont typeface="Arial" panose="020B0604020202020204" pitchFamily="34" charset="0"/>
              <a:buNone/>
            </a:pPr>
            <a:r>
              <a:rPr lang="en-US" altLang="en-US" sz="2400">
                <a:latin typeface="Times New Roman" panose="02020603050405020304" pitchFamily="18" charset="0"/>
                <a:cs typeface="Times New Roman" panose="02020603050405020304" pitchFamily="18" charset="0"/>
              </a:rPr>
              <a:t>    members of class Daughter </a:t>
            </a:r>
          </a:p>
        </p:txBody>
      </p:sp>
      <p:sp>
        <p:nvSpPr>
          <p:cNvPr id="17" name="Right Brace 16">
            <a:extLst>
              <a:ext uri="{FF2B5EF4-FFF2-40B4-BE49-F238E27FC236}">
                <a16:creationId xmlns:a16="http://schemas.microsoft.com/office/drawing/2014/main" id="{1E9EFC89-2292-488F-996A-ACFA91B0696E}"/>
              </a:ext>
            </a:extLst>
          </p:cNvPr>
          <p:cNvSpPr/>
          <p:nvPr/>
        </p:nvSpPr>
        <p:spPr>
          <a:xfrm>
            <a:off x="5207000" y="1855788"/>
            <a:ext cx="381000" cy="536575"/>
          </a:xfrm>
          <a:prstGeom prst="rightBrace">
            <a:avLst/>
          </a:prstGeom>
        </p:spPr>
        <p:style>
          <a:lnRef idx="2">
            <a:schemeClr val="accent3"/>
          </a:lnRef>
          <a:fillRef idx="0">
            <a:schemeClr val="accent3"/>
          </a:fillRef>
          <a:effectRef idx="1">
            <a:schemeClr val="accent3"/>
          </a:effectRef>
          <a:fontRef idx="minor">
            <a:schemeClr val="tx1"/>
          </a:fontRef>
        </p:style>
        <p:txBody>
          <a:bodyPr anchor="ctr"/>
          <a:lstStyle/>
          <a:p>
            <a:pPr algn="ctr">
              <a:defRPr/>
            </a:pPr>
            <a:endParaRPr lang="en-US"/>
          </a:p>
        </p:txBody>
      </p:sp>
      <p:sp>
        <p:nvSpPr>
          <p:cNvPr id="18" name="Rectangle 17">
            <a:extLst>
              <a:ext uri="{FF2B5EF4-FFF2-40B4-BE49-F238E27FC236}">
                <a16:creationId xmlns:a16="http://schemas.microsoft.com/office/drawing/2014/main" id="{00943A86-A628-476A-908C-AB3C748F8660}"/>
              </a:ext>
            </a:extLst>
          </p:cNvPr>
          <p:cNvSpPr/>
          <p:nvPr/>
        </p:nvSpPr>
        <p:spPr>
          <a:xfrm>
            <a:off x="5588000" y="1828800"/>
            <a:ext cx="1574800" cy="457200"/>
          </a:xfrm>
          <a:prstGeom prst="rect">
            <a:avLst/>
          </a:prstGeom>
        </p:spPr>
        <p:style>
          <a:lnRef idx="1">
            <a:schemeClr val="accent3"/>
          </a:lnRef>
          <a:fillRef idx="2">
            <a:schemeClr val="accent3"/>
          </a:fillRef>
          <a:effectRef idx="1">
            <a:schemeClr val="accent3"/>
          </a:effectRef>
          <a:fontRef idx="minor">
            <a:schemeClr val="dk1"/>
          </a:fontRef>
        </p:style>
        <p:txBody>
          <a:bodyPr anchor="ctr"/>
          <a:lstStyle/>
          <a:p>
            <a:pPr algn="ctr">
              <a:defRPr/>
            </a:pPr>
            <a:r>
              <a:rPr lang="en-US" sz="2000">
                <a:latin typeface="Times New Roman" pitchFamily="18" charset="0"/>
                <a:cs typeface="Times New Roman" pitchFamily="18" charset="0"/>
              </a:rPr>
              <a:t>Parent Class</a:t>
            </a:r>
          </a:p>
        </p:txBody>
      </p:sp>
      <p:sp>
        <p:nvSpPr>
          <p:cNvPr id="19" name="Right Brace 18">
            <a:extLst>
              <a:ext uri="{FF2B5EF4-FFF2-40B4-BE49-F238E27FC236}">
                <a16:creationId xmlns:a16="http://schemas.microsoft.com/office/drawing/2014/main" id="{20B7F999-36D8-48AC-9CFF-AA19B84D0888}"/>
              </a:ext>
            </a:extLst>
          </p:cNvPr>
          <p:cNvSpPr/>
          <p:nvPr/>
        </p:nvSpPr>
        <p:spPr>
          <a:xfrm>
            <a:off x="5043488" y="3306763"/>
            <a:ext cx="381000" cy="485775"/>
          </a:xfrm>
          <a:prstGeom prst="rightBrace">
            <a:avLst/>
          </a:prstGeom>
        </p:spPr>
        <p:style>
          <a:lnRef idx="2">
            <a:schemeClr val="accent4"/>
          </a:lnRef>
          <a:fillRef idx="0">
            <a:schemeClr val="accent4"/>
          </a:fillRef>
          <a:effectRef idx="1">
            <a:schemeClr val="accent4"/>
          </a:effectRef>
          <a:fontRef idx="minor">
            <a:schemeClr val="tx1"/>
          </a:fontRef>
        </p:style>
        <p:txBody>
          <a:bodyPr anchor="ctr"/>
          <a:lstStyle/>
          <a:p>
            <a:pPr algn="ctr">
              <a:defRPr/>
            </a:pPr>
            <a:endParaRPr lang="en-US"/>
          </a:p>
        </p:txBody>
      </p:sp>
      <p:sp>
        <p:nvSpPr>
          <p:cNvPr id="20" name="Rectangle 19">
            <a:extLst>
              <a:ext uri="{FF2B5EF4-FFF2-40B4-BE49-F238E27FC236}">
                <a16:creationId xmlns:a16="http://schemas.microsoft.com/office/drawing/2014/main" id="{CBBA7973-1DF6-4A26-8DAD-71962F2E65D1}"/>
              </a:ext>
            </a:extLst>
          </p:cNvPr>
          <p:cNvSpPr/>
          <p:nvPr/>
        </p:nvSpPr>
        <p:spPr>
          <a:xfrm>
            <a:off x="5424488" y="3306763"/>
            <a:ext cx="1589087" cy="485775"/>
          </a:xfrm>
          <a:prstGeom prst="rect">
            <a:avLst/>
          </a:prstGeom>
        </p:spPr>
        <p:style>
          <a:lnRef idx="1">
            <a:schemeClr val="accent4"/>
          </a:lnRef>
          <a:fillRef idx="2">
            <a:schemeClr val="accent4"/>
          </a:fillRef>
          <a:effectRef idx="1">
            <a:schemeClr val="accent4"/>
          </a:effectRef>
          <a:fontRef idx="minor">
            <a:schemeClr val="dk1"/>
          </a:fontRef>
        </p:style>
        <p:txBody>
          <a:bodyPr anchor="ctr"/>
          <a:lstStyle/>
          <a:p>
            <a:pPr algn="ctr">
              <a:defRPr/>
            </a:pPr>
            <a:r>
              <a:rPr lang="en-US" sz="2000">
                <a:latin typeface="Times New Roman" pitchFamily="18" charset="0"/>
                <a:cs typeface="Times New Roman" pitchFamily="18" charset="0"/>
              </a:rPr>
              <a:t>Child Class</a:t>
            </a:r>
          </a:p>
        </p:txBody>
      </p:sp>
      <p:sp>
        <p:nvSpPr>
          <p:cNvPr id="23" name="Rectangle 22">
            <a:extLst>
              <a:ext uri="{FF2B5EF4-FFF2-40B4-BE49-F238E27FC236}">
                <a16:creationId xmlns:a16="http://schemas.microsoft.com/office/drawing/2014/main" id="{CBFE26C2-2202-4D24-9CF7-5B6A4389984C}"/>
              </a:ext>
            </a:extLst>
          </p:cNvPr>
          <p:cNvSpPr/>
          <p:nvPr/>
        </p:nvSpPr>
        <p:spPr>
          <a:xfrm>
            <a:off x="7772400" y="2349500"/>
            <a:ext cx="1828800" cy="438150"/>
          </a:xfrm>
          <a:prstGeom prst="rect">
            <a:avLst/>
          </a:prstGeom>
        </p:spPr>
        <p:style>
          <a:lnRef idx="1">
            <a:schemeClr val="accent3"/>
          </a:lnRef>
          <a:fillRef idx="2">
            <a:schemeClr val="accent3"/>
          </a:fillRef>
          <a:effectRef idx="1">
            <a:schemeClr val="accent3"/>
          </a:effectRef>
          <a:fontRef idx="minor">
            <a:schemeClr val="dk1"/>
          </a:fontRef>
        </p:style>
        <p:txBody>
          <a:bodyPr anchor="ctr"/>
          <a:lstStyle/>
          <a:p>
            <a:pPr algn="ctr">
              <a:defRPr/>
            </a:pPr>
            <a:r>
              <a:rPr lang="en-US" sz="2000" b="1">
                <a:latin typeface="Times New Roman" pitchFamily="18" charset="0"/>
                <a:cs typeface="Times New Roman" pitchFamily="18" charset="0"/>
              </a:rPr>
              <a:t>Father</a:t>
            </a:r>
            <a:endParaRPr lang="en-US" sz="900" b="1">
              <a:latin typeface="Times New Roman" pitchFamily="18" charset="0"/>
              <a:cs typeface="Times New Roman" pitchFamily="18" charset="0"/>
            </a:endParaRPr>
          </a:p>
        </p:txBody>
      </p:sp>
      <p:sp>
        <p:nvSpPr>
          <p:cNvPr id="25" name="Rectangle 24">
            <a:extLst>
              <a:ext uri="{FF2B5EF4-FFF2-40B4-BE49-F238E27FC236}">
                <a16:creationId xmlns:a16="http://schemas.microsoft.com/office/drawing/2014/main" id="{8BC91C26-E407-4E1F-ADBF-BEE020BA4FB4}"/>
              </a:ext>
            </a:extLst>
          </p:cNvPr>
          <p:cNvSpPr/>
          <p:nvPr/>
        </p:nvSpPr>
        <p:spPr>
          <a:xfrm>
            <a:off x="7413625" y="3524250"/>
            <a:ext cx="892175" cy="438150"/>
          </a:xfrm>
          <a:prstGeom prst="rect">
            <a:avLst/>
          </a:prstGeom>
        </p:spPr>
        <p:style>
          <a:lnRef idx="1">
            <a:schemeClr val="accent4"/>
          </a:lnRef>
          <a:fillRef idx="2">
            <a:schemeClr val="accent4"/>
          </a:fillRef>
          <a:effectRef idx="1">
            <a:schemeClr val="accent4"/>
          </a:effectRef>
          <a:fontRef idx="minor">
            <a:schemeClr val="dk1"/>
          </a:fontRef>
        </p:style>
        <p:txBody>
          <a:bodyPr anchor="ctr"/>
          <a:lstStyle/>
          <a:p>
            <a:pPr algn="ctr">
              <a:defRPr/>
            </a:pPr>
            <a:r>
              <a:rPr lang="en-US" sz="2000" b="1">
                <a:latin typeface="Times New Roman" pitchFamily="18" charset="0"/>
                <a:cs typeface="Times New Roman" pitchFamily="18" charset="0"/>
              </a:rPr>
              <a:t>Son</a:t>
            </a:r>
            <a:endParaRPr lang="en-US" sz="1200" b="1">
              <a:latin typeface="Times New Roman" pitchFamily="18" charset="0"/>
              <a:cs typeface="Times New Roman" pitchFamily="18" charset="0"/>
            </a:endParaRPr>
          </a:p>
        </p:txBody>
      </p:sp>
      <p:sp>
        <p:nvSpPr>
          <p:cNvPr id="28" name="Rectangle 27">
            <a:extLst>
              <a:ext uri="{FF2B5EF4-FFF2-40B4-BE49-F238E27FC236}">
                <a16:creationId xmlns:a16="http://schemas.microsoft.com/office/drawing/2014/main" id="{33EE5565-5478-4541-877D-5C0986899C02}"/>
              </a:ext>
            </a:extLst>
          </p:cNvPr>
          <p:cNvSpPr/>
          <p:nvPr/>
        </p:nvSpPr>
        <p:spPr>
          <a:xfrm>
            <a:off x="7772400" y="1447800"/>
            <a:ext cx="1828800" cy="438150"/>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r>
              <a:rPr lang="en-US" sz="2000" b="1">
                <a:latin typeface="Times New Roman" pitchFamily="18" charset="0"/>
                <a:cs typeface="Times New Roman" pitchFamily="18" charset="0"/>
              </a:rPr>
              <a:t>object</a:t>
            </a:r>
            <a:endParaRPr lang="en-US" sz="900" b="1">
              <a:latin typeface="Times New Roman" pitchFamily="18" charset="0"/>
              <a:cs typeface="Times New Roman" pitchFamily="18" charset="0"/>
            </a:endParaRPr>
          </a:p>
        </p:txBody>
      </p:sp>
      <p:cxnSp>
        <p:nvCxnSpPr>
          <p:cNvPr id="29" name="Straight Arrow Connector 28">
            <a:extLst>
              <a:ext uri="{FF2B5EF4-FFF2-40B4-BE49-F238E27FC236}">
                <a16:creationId xmlns:a16="http://schemas.microsoft.com/office/drawing/2014/main" id="{36AE8EA8-9991-4ED1-86FE-0E1A985782F1}"/>
              </a:ext>
            </a:extLst>
          </p:cNvPr>
          <p:cNvCxnSpPr>
            <a:stCxn id="28" idx="2"/>
          </p:cNvCxnSpPr>
          <p:nvPr/>
        </p:nvCxnSpPr>
        <p:spPr>
          <a:xfrm flipH="1">
            <a:off x="8686800" y="1885950"/>
            <a:ext cx="0" cy="476250"/>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sp>
        <p:nvSpPr>
          <p:cNvPr id="16" name="Right Brace 15">
            <a:extLst>
              <a:ext uri="{FF2B5EF4-FFF2-40B4-BE49-F238E27FC236}">
                <a16:creationId xmlns:a16="http://schemas.microsoft.com/office/drawing/2014/main" id="{FBAE490D-244B-46C6-A8CF-55F2A1A5EF70}"/>
              </a:ext>
            </a:extLst>
          </p:cNvPr>
          <p:cNvSpPr/>
          <p:nvPr/>
        </p:nvSpPr>
        <p:spPr>
          <a:xfrm>
            <a:off x="5508625" y="4595813"/>
            <a:ext cx="381000" cy="485775"/>
          </a:xfrm>
          <a:prstGeom prst="rightBrace">
            <a:avLst/>
          </a:prstGeom>
        </p:spPr>
        <p:style>
          <a:lnRef idx="2">
            <a:schemeClr val="accent4"/>
          </a:lnRef>
          <a:fillRef idx="0">
            <a:schemeClr val="accent4"/>
          </a:fillRef>
          <a:effectRef idx="1">
            <a:schemeClr val="accent4"/>
          </a:effectRef>
          <a:fontRef idx="minor">
            <a:schemeClr val="tx1"/>
          </a:fontRef>
        </p:style>
        <p:txBody>
          <a:bodyPr anchor="ctr"/>
          <a:lstStyle/>
          <a:p>
            <a:pPr algn="ctr">
              <a:defRPr/>
            </a:pPr>
            <a:endParaRPr lang="en-US"/>
          </a:p>
        </p:txBody>
      </p:sp>
      <p:sp>
        <p:nvSpPr>
          <p:cNvPr id="30" name="Rectangle 29">
            <a:extLst>
              <a:ext uri="{FF2B5EF4-FFF2-40B4-BE49-F238E27FC236}">
                <a16:creationId xmlns:a16="http://schemas.microsoft.com/office/drawing/2014/main" id="{271539DF-96E4-4375-970C-F636C2D1B4F6}"/>
              </a:ext>
            </a:extLst>
          </p:cNvPr>
          <p:cNvSpPr/>
          <p:nvPr/>
        </p:nvSpPr>
        <p:spPr>
          <a:xfrm>
            <a:off x="5889625" y="4595813"/>
            <a:ext cx="1524000" cy="485775"/>
          </a:xfrm>
          <a:prstGeom prst="rect">
            <a:avLst/>
          </a:prstGeom>
        </p:spPr>
        <p:style>
          <a:lnRef idx="1">
            <a:schemeClr val="accent4"/>
          </a:lnRef>
          <a:fillRef idx="2">
            <a:schemeClr val="accent4"/>
          </a:fillRef>
          <a:effectRef idx="1">
            <a:schemeClr val="accent4"/>
          </a:effectRef>
          <a:fontRef idx="minor">
            <a:schemeClr val="dk1"/>
          </a:fontRef>
        </p:style>
        <p:txBody>
          <a:bodyPr anchor="ctr"/>
          <a:lstStyle/>
          <a:p>
            <a:pPr algn="ctr">
              <a:defRPr/>
            </a:pPr>
            <a:r>
              <a:rPr lang="en-US" sz="2000">
                <a:latin typeface="Times New Roman" pitchFamily="18" charset="0"/>
                <a:cs typeface="Times New Roman" pitchFamily="18" charset="0"/>
              </a:rPr>
              <a:t>Child Class</a:t>
            </a:r>
          </a:p>
        </p:txBody>
      </p:sp>
      <p:grpSp>
        <p:nvGrpSpPr>
          <p:cNvPr id="31" name="Group 30">
            <a:extLst>
              <a:ext uri="{FF2B5EF4-FFF2-40B4-BE49-F238E27FC236}">
                <a16:creationId xmlns:a16="http://schemas.microsoft.com/office/drawing/2014/main" id="{86789028-0366-44F8-AB98-C2B0EA79C7F1}"/>
              </a:ext>
            </a:extLst>
          </p:cNvPr>
          <p:cNvGrpSpPr>
            <a:grpSpLocks/>
          </p:cNvGrpSpPr>
          <p:nvPr/>
        </p:nvGrpSpPr>
        <p:grpSpPr bwMode="auto">
          <a:xfrm>
            <a:off x="7829550" y="2805113"/>
            <a:ext cx="857250" cy="695325"/>
            <a:chOff x="1943100" y="2369127"/>
            <a:chExt cx="1714500" cy="1593271"/>
          </a:xfrm>
        </p:grpSpPr>
        <p:cxnSp>
          <p:nvCxnSpPr>
            <p:cNvPr id="32" name="Straight Connector 31">
              <a:extLst>
                <a:ext uri="{FF2B5EF4-FFF2-40B4-BE49-F238E27FC236}">
                  <a16:creationId xmlns:a16="http://schemas.microsoft.com/office/drawing/2014/main" id="{77C1C095-D6D3-4ABA-8B1B-4609076E07A7}"/>
                </a:ext>
              </a:extLst>
            </p:cNvPr>
            <p:cNvCxnSpPr/>
            <p:nvPr/>
          </p:nvCxnSpPr>
          <p:spPr>
            <a:xfrm>
              <a:off x="3657600" y="2369127"/>
              <a:ext cx="0" cy="451063"/>
            </a:xfrm>
            <a:prstGeom prst="line">
              <a:avLst/>
            </a:prstGeom>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614FF114-2057-4493-A5F7-9DB3DD8FC1BB}"/>
                </a:ext>
              </a:extLst>
            </p:cNvPr>
            <p:cNvCxnSpPr/>
            <p:nvPr/>
          </p:nvCxnSpPr>
          <p:spPr>
            <a:xfrm flipH="1">
              <a:off x="1943100" y="2820190"/>
              <a:ext cx="17145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4" name="Straight Arrow Connector 33">
              <a:extLst>
                <a:ext uri="{FF2B5EF4-FFF2-40B4-BE49-F238E27FC236}">
                  <a16:creationId xmlns:a16="http://schemas.microsoft.com/office/drawing/2014/main" id="{CEE2F318-C809-4857-A9D8-1222D15F36CC}"/>
                </a:ext>
              </a:extLst>
            </p:cNvPr>
            <p:cNvCxnSpPr/>
            <p:nvPr/>
          </p:nvCxnSpPr>
          <p:spPr>
            <a:xfrm>
              <a:off x="1943100" y="2820190"/>
              <a:ext cx="0" cy="114220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sp>
        <p:nvSpPr>
          <p:cNvPr id="35" name="Rectangle 34">
            <a:extLst>
              <a:ext uri="{FF2B5EF4-FFF2-40B4-BE49-F238E27FC236}">
                <a16:creationId xmlns:a16="http://schemas.microsoft.com/office/drawing/2014/main" id="{F1064FEE-5C50-4C06-9603-39CBCBDFB907}"/>
              </a:ext>
            </a:extLst>
          </p:cNvPr>
          <p:cNvSpPr/>
          <p:nvPr/>
        </p:nvSpPr>
        <p:spPr>
          <a:xfrm>
            <a:off x="8991600" y="3500438"/>
            <a:ext cx="1295400" cy="438150"/>
          </a:xfrm>
          <a:prstGeom prst="rect">
            <a:avLst/>
          </a:prstGeom>
        </p:spPr>
        <p:style>
          <a:lnRef idx="1">
            <a:schemeClr val="accent4"/>
          </a:lnRef>
          <a:fillRef idx="2">
            <a:schemeClr val="accent4"/>
          </a:fillRef>
          <a:effectRef idx="1">
            <a:schemeClr val="accent4"/>
          </a:effectRef>
          <a:fontRef idx="minor">
            <a:schemeClr val="dk1"/>
          </a:fontRef>
        </p:style>
        <p:txBody>
          <a:bodyPr anchor="ctr"/>
          <a:lstStyle/>
          <a:p>
            <a:pPr algn="ctr">
              <a:defRPr/>
            </a:pPr>
            <a:r>
              <a:rPr lang="en-US" sz="2000" b="1">
                <a:latin typeface="Times New Roman" pitchFamily="18" charset="0"/>
                <a:cs typeface="Times New Roman" pitchFamily="18" charset="0"/>
              </a:rPr>
              <a:t>Daughter</a:t>
            </a:r>
            <a:endParaRPr lang="en-US" b="1">
              <a:latin typeface="Times New Roman" pitchFamily="18" charset="0"/>
              <a:cs typeface="Times New Roman" pitchFamily="18" charset="0"/>
            </a:endParaRPr>
          </a:p>
        </p:txBody>
      </p:sp>
      <p:grpSp>
        <p:nvGrpSpPr>
          <p:cNvPr id="2" name="Group 1">
            <a:extLst>
              <a:ext uri="{FF2B5EF4-FFF2-40B4-BE49-F238E27FC236}">
                <a16:creationId xmlns:a16="http://schemas.microsoft.com/office/drawing/2014/main" id="{A6FA02E3-8BAF-4F2D-8B21-256B9D7D8E6C}"/>
              </a:ext>
            </a:extLst>
          </p:cNvPr>
          <p:cNvGrpSpPr>
            <a:grpSpLocks/>
          </p:cNvGrpSpPr>
          <p:nvPr/>
        </p:nvGrpSpPr>
        <p:grpSpPr bwMode="auto">
          <a:xfrm>
            <a:off x="8686800" y="3001963"/>
            <a:ext cx="914400" cy="498475"/>
            <a:chOff x="7162800" y="2143961"/>
            <a:chExt cx="914400" cy="498787"/>
          </a:xfrm>
        </p:grpSpPr>
        <p:cxnSp>
          <p:nvCxnSpPr>
            <p:cNvPr id="38" name="Straight Connector 37">
              <a:extLst>
                <a:ext uri="{FF2B5EF4-FFF2-40B4-BE49-F238E27FC236}">
                  <a16:creationId xmlns:a16="http://schemas.microsoft.com/office/drawing/2014/main" id="{DC97146B-97CD-48B5-8EA0-93C9DE007E60}"/>
                </a:ext>
              </a:extLst>
            </p:cNvPr>
            <p:cNvCxnSpPr/>
            <p:nvPr/>
          </p:nvCxnSpPr>
          <p:spPr>
            <a:xfrm flipV="1">
              <a:off x="7162800" y="2143961"/>
              <a:ext cx="914400" cy="4765"/>
            </a:xfrm>
            <a:prstGeom prst="line">
              <a:avLst/>
            </a:prstGeom>
          </p:spPr>
          <p:style>
            <a:lnRef idx="2">
              <a:schemeClr val="accent1"/>
            </a:lnRef>
            <a:fillRef idx="0">
              <a:schemeClr val="accent1"/>
            </a:fillRef>
            <a:effectRef idx="1">
              <a:schemeClr val="accent1"/>
            </a:effectRef>
            <a:fontRef idx="minor">
              <a:schemeClr val="tx1"/>
            </a:fontRef>
          </p:style>
        </p:cxnSp>
        <p:cxnSp>
          <p:nvCxnSpPr>
            <p:cNvPr id="39" name="Straight Arrow Connector 38">
              <a:extLst>
                <a:ext uri="{FF2B5EF4-FFF2-40B4-BE49-F238E27FC236}">
                  <a16:creationId xmlns:a16="http://schemas.microsoft.com/office/drawing/2014/main" id="{ED18791B-D032-4364-AF73-BB91E1629ADB}"/>
                </a:ext>
              </a:extLst>
            </p:cNvPr>
            <p:cNvCxnSpPr/>
            <p:nvPr/>
          </p:nvCxnSpPr>
          <p:spPr>
            <a:xfrm>
              <a:off x="8077200" y="2143961"/>
              <a:ext cx="0" cy="498787"/>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sp>
        <p:nvSpPr>
          <p:cNvPr id="21" name="Title 1">
            <a:extLst>
              <a:ext uri="{FF2B5EF4-FFF2-40B4-BE49-F238E27FC236}">
                <a16:creationId xmlns:a16="http://schemas.microsoft.com/office/drawing/2014/main" id="{2F70B9FE-FB4A-412E-9E69-007A2593A7B9}"/>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US" sz="3200" b="1">
                <a:latin typeface="Times New Roman" pitchFamily="18" charset="0"/>
                <a:cs typeface="Times New Roman" pitchFamily="18" charset="0"/>
              </a:rPr>
              <a:t>Hierarchical Inheritance(CO2)</a:t>
            </a:r>
          </a:p>
        </p:txBody>
      </p:sp>
      <p:sp>
        <p:nvSpPr>
          <p:cNvPr id="4" name="Date Placeholder 3">
            <a:extLst>
              <a:ext uri="{FF2B5EF4-FFF2-40B4-BE49-F238E27FC236}">
                <a16:creationId xmlns:a16="http://schemas.microsoft.com/office/drawing/2014/main" id="{011AB837-85D3-40DA-BBAA-38AF1A1A29AB}"/>
              </a:ext>
            </a:extLst>
          </p:cNvPr>
          <p:cNvSpPr>
            <a:spLocks noGrp="1"/>
          </p:cNvSpPr>
          <p:nvPr>
            <p:ph type="dt" sz="quarter" idx="10"/>
          </p:nvPr>
        </p:nvSpPr>
        <p:spPr/>
        <p:txBody>
          <a:bodyPr/>
          <a:lstStyle/>
          <a:p>
            <a:pPr>
              <a:defRPr/>
            </a:pPr>
            <a:fld id="{08AE6977-4BC1-479F-A4D8-F5D1A08F41FB}" type="datetime1">
              <a:rPr lang="en-US" smtClean="0"/>
              <a:pPr>
                <a:defRPr/>
              </a:pPr>
              <a:t>5/17/2022</a:t>
            </a:fld>
            <a:endParaRPr lang="en-US"/>
          </a:p>
        </p:txBody>
      </p:sp>
      <p:sp>
        <p:nvSpPr>
          <p:cNvPr id="5" name="Footer Placeholder 4">
            <a:extLst>
              <a:ext uri="{FF2B5EF4-FFF2-40B4-BE49-F238E27FC236}">
                <a16:creationId xmlns:a16="http://schemas.microsoft.com/office/drawing/2014/main" id="{E6157FCF-04C7-4D53-A75B-F0CDF3FFCE06}"/>
              </a:ext>
            </a:extLst>
          </p:cNvPr>
          <p:cNvSpPr>
            <a:spLocks noGrp="1"/>
          </p:cNvSpPr>
          <p:nvPr>
            <p:ph type="ftr" sz="quarter" idx="11"/>
          </p:nvPr>
        </p:nvSpPr>
        <p:spPr>
          <a:xfrm>
            <a:off x="2971800" y="6356350"/>
            <a:ext cx="6781800" cy="365125"/>
          </a:xfrm>
        </p:spPr>
        <p:txBody>
          <a:bodyPr/>
          <a:lstStyle/>
          <a:p>
            <a:pPr>
              <a:defRPr/>
            </a:pPr>
            <a:r>
              <a:rPr lang="en-US"/>
              <a:t>(Programming in Advanced Python)                                 Unit No:2</a:t>
            </a:r>
          </a:p>
        </p:txBody>
      </p:sp>
      <p:sp>
        <p:nvSpPr>
          <p:cNvPr id="39956" name="Slide Number Placeholder 5">
            <a:extLst>
              <a:ext uri="{FF2B5EF4-FFF2-40B4-BE49-F238E27FC236}">
                <a16:creationId xmlns:a16="http://schemas.microsoft.com/office/drawing/2014/main" id="{46874D29-4963-4F5F-B040-50665E8029D2}"/>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F3B5875A-8011-4A9E-B194-4AD4EA3E9C62}" type="slidenum">
              <a:rPr lang="en-US" altLang="en-US" sz="1200">
                <a:solidFill>
                  <a:srgbClr val="898989"/>
                </a:solidFill>
              </a:rPr>
              <a:pPr>
                <a:spcBef>
                  <a:spcPct val="0"/>
                </a:spcBef>
                <a:buFontTx/>
                <a:buNone/>
              </a:pPr>
              <a:t>40</a:t>
            </a:fld>
            <a:endParaRPr lang="en-US" altLang="en-US" sz="1200">
              <a:solidFill>
                <a:srgbClr val="898989"/>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500"/>
                                        <p:tgtEl>
                                          <p:spTgt spid="3">
                                            <p:txEl>
                                              <p:pRg st="7" end="7"/>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fade">
                                      <p:cBhvr>
                                        <p:cTn id="37" dur="500"/>
                                        <p:tgtEl>
                                          <p:spTgt spid="1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8"/>
                                        </p:tgtEl>
                                        <p:attrNameLst>
                                          <p:attrName>style.visibility</p:attrName>
                                        </p:attrNameLst>
                                      </p:cBhvr>
                                      <p:to>
                                        <p:strVal val="visible"/>
                                      </p:to>
                                    </p:set>
                                    <p:animEffect transition="in" filter="fade">
                                      <p:cBhvr>
                                        <p:cTn id="40" dur="500"/>
                                        <p:tgtEl>
                                          <p:spTgt spid="18"/>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19"/>
                                        </p:tgtEl>
                                        <p:attrNameLst>
                                          <p:attrName>style.visibility</p:attrName>
                                        </p:attrNameLst>
                                      </p:cBhvr>
                                      <p:to>
                                        <p:strVal val="visible"/>
                                      </p:to>
                                    </p:set>
                                    <p:animEffect transition="in" filter="fade">
                                      <p:cBhvr>
                                        <p:cTn id="45" dur="500"/>
                                        <p:tgtEl>
                                          <p:spTgt spid="19"/>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0"/>
                                        </p:tgtEl>
                                        <p:attrNameLst>
                                          <p:attrName>style.visibility</p:attrName>
                                        </p:attrNameLst>
                                      </p:cBhvr>
                                      <p:to>
                                        <p:strVal val="visible"/>
                                      </p:to>
                                    </p:set>
                                    <p:animEffect transition="in" filter="fade">
                                      <p:cBhvr>
                                        <p:cTn id="48" dur="500"/>
                                        <p:tgtEl>
                                          <p:spTgt spid="20"/>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16"/>
                                        </p:tgtEl>
                                        <p:attrNameLst>
                                          <p:attrName>style.visibility</p:attrName>
                                        </p:attrNameLst>
                                      </p:cBhvr>
                                      <p:to>
                                        <p:strVal val="visible"/>
                                      </p:to>
                                    </p:set>
                                    <p:animEffect transition="in" filter="fade">
                                      <p:cBhvr>
                                        <p:cTn id="53" dur="500"/>
                                        <p:tgtEl>
                                          <p:spTgt spid="16"/>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30"/>
                                        </p:tgtEl>
                                        <p:attrNameLst>
                                          <p:attrName>style.visibility</p:attrName>
                                        </p:attrNameLst>
                                      </p:cBhvr>
                                      <p:to>
                                        <p:strVal val="visible"/>
                                      </p:to>
                                    </p:set>
                                    <p:animEffect transition="in" filter="fade">
                                      <p:cBhvr>
                                        <p:cTn id="56" dur="500"/>
                                        <p:tgtEl>
                                          <p:spTgt spid="30"/>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10" presetClass="entr" presetSubtype="0" fill="hold" nodeType="clickEffect">
                                  <p:stCondLst>
                                    <p:cond delay="0"/>
                                  </p:stCondLst>
                                  <p:childTnLst>
                                    <p:set>
                                      <p:cBhvr>
                                        <p:cTn id="60" dur="1" fill="hold">
                                          <p:stCondLst>
                                            <p:cond delay="0"/>
                                          </p:stCondLst>
                                        </p:cTn>
                                        <p:tgtEl>
                                          <p:spTgt spid="29"/>
                                        </p:tgtEl>
                                        <p:attrNameLst>
                                          <p:attrName>style.visibility</p:attrName>
                                        </p:attrNameLst>
                                      </p:cBhvr>
                                      <p:to>
                                        <p:strVal val="visible"/>
                                      </p:to>
                                    </p:set>
                                    <p:animEffect transition="in" filter="fade">
                                      <p:cBhvr>
                                        <p:cTn id="61" dur="500"/>
                                        <p:tgtEl>
                                          <p:spTgt spid="29"/>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8"/>
                                        </p:tgtEl>
                                        <p:attrNameLst>
                                          <p:attrName>style.visibility</p:attrName>
                                        </p:attrNameLst>
                                      </p:cBhvr>
                                      <p:to>
                                        <p:strVal val="visible"/>
                                      </p:to>
                                    </p:set>
                                    <p:animEffect transition="in" filter="fade">
                                      <p:cBhvr>
                                        <p:cTn id="64" dur="500"/>
                                        <p:tgtEl>
                                          <p:spTgt spid="28"/>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10" presetClass="entr" presetSubtype="0" fill="hold" grpId="0" nodeType="clickEffect">
                                  <p:stCondLst>
                                    <p:cond delay="0"/>
                                  </p:stCondLst>
                                  <p:childTnLst>
                                    <p:set>
                                      <p:cBhvr>
                                        <p:cTn id="68" dur="1" fill="hold">
                                          <p:stCondLst>
                                            <p:cond delay="0"/>
                                          </p:stCondLst>
                                        </p:cTn>
                                        <p:tgtEl>
                                          <p:spTgt spid="23"/>
                                        </p:tgtEl>
                                        <p:attrNameLst>
                                          <p:attrName>style.visibility</p:attrName>
                                        </p:attrNameLst>
                                      </p:cBhvr>
                                      <p:to>
                                        <p:strVal val="visible"/>
                                      </p:to>
                                    </p:set>
                                    <p:animEffect transition="in" filter="fade">
                                      <p:cBhvr>
                                        <p:cTn id="69" dur="500"/>
                                        <p:tgtEl>
                                          <p:spTgt spid="23"/>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22" presetClass="entr" presetSubtype="4" fill="hold" nodeType="clickEffect">
                                  <p:stCondLst>
                                    <p:cond delay="0"/>
                                  </p:stCondLst>
                                  <p:childTnLst>
                                    <p:set>
                                      <p:cBhvr>
                                        <p:cTn id="73" dur="1" fill="hold">
                                          <p:stCondLst>
                                            <p:cond delay="0"/>
                                          </p:stCondLst>
                                        </p:cTn>
                                        <p:tgtEl>
                                          <p:spTgt spid="31"/>
                                        </p:tgtEl>
                                        <p:attrNameLst>
                                          <p:attrName>style.visibility</p:attrName>
                                        </p:attrNameLst>
                                      </p:cBhvr>
                                      <p:to>
                                        <p:strVal val="visible"/>
                                      </p:to>
                                    </p:set>
                                    <p:animEffect transition="in" filter="wipe(down)">
                                      <p:cBhvr>
                                        <p:cTn id="74" dur="500"/>
                                        <p:tgtEl>
                                          <p:spTgt spid="31"/>
                                        </p:tgtEl>
                                      </p:cBhvr>
                                    </p:animEffect>
                                  </p:childTnLst>
                                </p:cTn>
                              </p:par>
                            </p:childTnLst>
                          </p:cTn>
                        </p:par>
                      </p:childTnLst>
                    </p:cTn>
                  </p:par>
                  <p:par>
                    <p:cTn id="75" fill="hold" nodeType="clickPar">
                      <p:stCondLst>
                        <p:cond delay="indefinite"/>
                      </p:stCondLst>
                      <p:childTnLst>
                        <p:par>
                          <p:cTn id="76" fill="hold" nodeType="withGroup">
                            <p:stCondLst>
                              <p:cond delay="0"/>
                            </p:stCondLst>
                            <p:childTnLst>
                              <p:par>
                                <p:cTn id="77" presetID="10" presetClass="entr" presetSubtype="0" fill="hold" grpId="0" nodeType="clickEffect">
                                  <p:stCondLst>
                                    <p:cond delay="0"/>
                                  </p:stCondLst>
                                  <p:childTnLst>
                                    <p:set>
                                      <p:cBhvr>
                                        <p:cTn id="78" dur="1" fill="hold">
                                          <p:stCondLst>
                                            <p:cond delay="0"/>
                                          </p:stCondLst>
                                        </p:cTn>
                                        <p:tgtEl>
                                          <p:spTgt spid="25"/>
                                        </p:tgtEl>
                                        <p:attrNameLst>
                                          <p:attrName>style.visibility</p:attrName>
                                        </p:attrNameLst>
                                      </p:cBhvr>
                                      <p:to>
                                        <p:strVal val="visible"/>
                                      </p:to>
                                    </p:set>
                                    <p:animEffect transition="in" filter="fade">
                                      <p:cBhvr>
                                        <p:cTn id="79" dur="500"/>
                                        <p:tgtEl>
                                          <p:spTgt spid="25"/>
                                        </p:tgtEl>
                                      </p:cBhvr>
                                    </p:animEffect>
                                  </p:childTnLst>
                                </p:cTn>
                              </p:par>
                            </p:childTnLst>
                          </p:cTn>
                        </p:par>
                      </p:childTnLst>
                    </p:cTn>
                  </p:par>
                  <p:par>
                    <p:cTn id="80" fill="hold" nodeType="clickPar">
                      <p:stCondLst>
                        <p:cond delay="indefinite"/>
                      </p:stCondLst>
                      <p:childTnLst>
                        <p:par>
                          <p:cTn id="81" fill="hold" nodeType="withGroup">
                            <p:stCondLst>
                              <p:cond delay="0"/>
                            </p:stCondLst>
                            <p:childTnLst>
                              <p:par>
                                <p:cTn id="82" presetID="22" presetClass="entr" presetSubtype="4" fill="hold" nodeType="clickEffect">
                                  <p:stCondLst>
                                    <p:cond delay="0"/>
                                  </p:stCondLst>
                                  <p:childTnLst>
                                    <p:set>
                                      <p:cBhvr>
                                        <p:cTn id="83" dur="1" fill="hold">
                                          <p:stCondLst>
                                            <p:cond delay="0"/>
                                          </p:stCondLst>
                                        </p:cTn>
                                        <p:tgtEl>
                                          <p:spTgt spid="2"/>
                                        </p:tgtEl>
                                        <p:attrNameLst>
                                          <p:attrName>style.visibility</p:attrName>
                                        </p:attrNameLst>
                                      </p:cBhvr>
                                      <p:to>
                                        <p:strVal val="visible"/>
                                      </p:to>
                                    </p:set>
                                    <p:animEffect transition="in" filter="wipe(down)">
                                      <p:cBhvr>
                                        <p:cTn id="84" dur="500"/>
                                        <p:tgtEl>
                                          <p:spTgt spid="2"/>
                                        </p:tgtEl>
                                      </p:cBhvr>
                                    </p:animEffect>
                                  </p:childTnLst>
                                </p:cTn>
                              </p:par>
                            </p:childTnLst>
                          </p:cTn>
                        </p:par>
                      </p:childTnLst>
                    </p:cTn>
                  </p:par>
                  <p:par>
                    <p:cTn id="85" fill="hold" nodeType="clickPar">
                      <p:stCondLst>
                        <p:cond delay="indefinite"/>
                      </p:stCondLst>
                      <p:childTnLst>
                        <p:par>
                          <p:cTn id="86" fill="hold" nodeType="withGroup">
                            <p:stCondLst>
                              <p:cond delay="0"/>
                            </p:stCondLst>
                            <p:childTnLst>
                              <p:par>
                                <p:cTn id="87" presetID="10" presetClass="entr" presetSubtype="0" fill="hold" grpId="0" nodeType="clickEffect">
                                  <p:stCondLst>
                                    <p:cond delay="0"/>
                                  </p:stCondLst>
                                  <p:childTnLst>
                                    <p:set>
                                      <p:cBhvr>
                                        <p:cTn id="88" dur="1" fill="hold">
                                          <p:stCondLst>
                                            <p:cond delay="0"/>
                                          </p:stCondLst>
                                        </p:cTn>
                                        <p:tgtEl>
                                          <p:spTgt spid="35"/>
                                        </p:tgtEl>
                                        <p:attrNameLst>
                                          <p:attrName>style.visibility</p:attrName>
                                        </p:attrNameLst>
                                      </p:cBhvr>
                                      <p:to>
                                        <p:strVal val="visible"/>
                                      </p:to>
                                    </p:set>
                                    <p:animEffect transition="in" filter="fade">
                                      <p:cBhvr>
                                        <p:cTn id="89"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7" grpId="0" animBg="1"/>
      <p:bldP spid="18" grpId="0" animBg="1"/>
      <p:bldP spid="19" grpId="0" animBg="1"/>
      <p:bldP spid="20" grpId="0" animBg="1"/>
      <p:bldP spid="23" grpId="0" animBg="1"/>
      <p:bldP spid="25" grpId="0" animBg="1"/>
      <p:bldP spid="28" grpId="0" animBg="1"/>
      <p:bldP spid="16" grpId="0" animBg="1"/>
      <p:bldP spid="30" grpId="0" animBg="1"/>
      <p:bldP spid="35"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itle 1">
            <a:extLst>
              <a:ext uri="{FF2B5EF4-FFF2-40B4-BE49-F238E27FC236}">
                <a16:creationId xmlns:a16="http://schemas.microsoft.com/office/drawing/2014/main" id="{F93C5F89-9B74-4EC9-8AAC-022E5097E4AE}"/>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US" sz="3200" b="1">
                <a:latin typeface="Times New Roman" panose="02020603050405020304" pitchFamily="18" charset="0"/>
                <a:cs typeface="Times New Roman" pitchFamily="18" charset="0"/>
              </a:rPr>
              <a:t>Hierarchical Inheritance Program(CO2)</a:t>
            </a:r>
          </a:p>
        </p:txBody>
      </p:sp>
      <p:sp>
        <p:nvSpPr>
          <p:cNvPr id="3" name="Date Placeholder 2">
            <a:extLst>
              <a:ext uri="{FF2B5EF4-FFF2-40B4-BE49-F238E27FC236}">
                <a16:creationId xmlns:a16="http://schemas.microsoft.com/office/drawing/2014/main" id="{4C5134A9-8147-4E34-8443-EAAAEE75C15A}"/>
              </a:ext>
            </a:extLst>
          </p:cNvPr>
          <p:cNvSpPr>
            <a:spLocks noGrp="1"/>
          </p:cNvSpPr>
          <p:nvPr>
            <p:ph type="dt" sz="quarter" idx="10"/>
          </p:nvPr>
        </p:nvSpPr>
        <p:spPr/>
        <p:txBody>
          <a:bodyPr/>
          <a:lstStyle/>
          <a:p>
            <a:pPr>
              <a:defRPr/>
            </a:pPr>
            <a:fld id="{7098AA99-C38D-4A4F-AA50-D5691D2C149C}" type="datetime1">
              <a:rPr lang="en-US" smtClean="0"/>
              <a:pPr>
                <a:defRPr/>
              </a:pPr>
              <a:t>5/17/2022</a:t>
            </a:fld>
            <a:endParaRPr lang="en-US"/>
          </a:p>
        </p:txBody>
      </p:sp>
      <p:sp>
        <p:nvSpPr>
          <p:cNvPr id="8" name="Footer Placeholder 7">
            <a:extLst>
              <a:ext uri="{FF2B5EF4-FFF2-40B4-BE49-F238E27FC236}">
                <a16:creationId xmlns:a16="http://schemas.microsoft.com/office/drawing/2014/main" id="{9A684D72-77C7-4856-A07D-25F40E8E2533}"/>
              </a:ext>
            </a:extLst>
          </p:cNvPr>
          <p:cNvSpPr>
            <a:spLocks noGrp="1"/>
          </p:cNvSpPr>
          <p:nvPr>
            <p:ph type="ftr" sz="quarter" idx="11"/>
          </p:nvPr>
        </p:nvSpPr>
        <p:spPr>
          <a:xfrm>
            <a:off x="2971800" y="6356350"/>
            <a:ext cx="6781800" cy="365125"/>
          </a:xfrm>
        </p:spPr>
        <p:txBody>
          <a:bodyPr/>
          <a:lstStyle/>
          <a:p>
            <a:pPr>
              <a:defRPr/>
            </a:pPr>
            <a:r>
              <a:rPr lang="en-US"/>
              <a:t>(Programming in Advanced Python)                                 Unit No:2</a:t>
            </a:r>
          </a:p>
        </p:txBody>
      </p:sp>
      <p:sp>
        <p:nvSpPr>
          <p:cNvPr id="40966" name="Slide Number Placeholder 10">
            <a:extLst>
              <a:ext uri="{FF2B5EF4-FFF2-40B4-BE49-F238E27FC236}">
                <a16:creationId xmlns:a16="http://schemas.microsoft.com/office/drawing/2014/main" id="{9713E9BC-BBF7-472D-8CE4-6E9A5DFDFFBC}"/>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F4BF8FA0-82A6-4F2A-850A-8FFAE8AD4298}" type="slidenum">
              <a:rPr lang="en-US" altLang="en-US" sz="1200">
                <a:solidFill>
                  <a:srgbClr val="898989"/>
                </a:solidFill>
              </a:rPr>
              <a:pPr>
                <a:spcBef>
                  <a:spcPct val="0"/>
                </a:spcBef>
                <a:buFontTx/>
                <a:buNone/>
              </a:pPr>
              <a:t>41</a:t>
            </a:fld>
            <a:endParaRPr lang="en-US" altLang="en-US" sz="1200">
              <a:solidFill>
                <a:srgbClr val="898989"/>
              </a:solidFill>
            </a:endParaRPr>
          </a:p>
        </p:txBody>
      </p:sp>
      <p:pic>
        <p:nvPicPr>
          <p:cNvPr id="40967" name="Picture 1">
            <a:extLst>
              <a:ext uri="{FF2B5EF4-FFF2-40B4-BE49-F238E27FC236}">
                <a16:creationId xmlns:a16="http://schemas.microsoft.com/office/drawing/2014/main" id="{4A535DD1-6182-480B-BE6E-951617D7079B}"/>
              </a:ext>
            </a:extLst>
          </p:cNvPr>
          <p:cNvPicPr>
            <a:picLocks noChangeAspect="1"/>
          </p:cNvPicPr>
          <p:nvPr/>
        </p:nvPicPr>
        <p:blipFill>
          <a:blip r:embed="rId2">
            <a:extLst>
              <a:ext uri="{28A0092B-C50C-407E-A947-70E740481C1C}">
                <a14:useLocalDpi xmlns:a14="http://schemas.microsoft.com/office/drawing/2010/main" val="0"/>
              </a:ext>
            </a:extLst>
          </a:blip>
          <a:srcRect t="2695"/>
          <a:stretch>
            <a:fillRect/>
          </a:stretch>
        </p:blipFill>
        <p:spPr bwMode="auto">
          <a:xfrm>
            <a:off x="1600200" y="838200"/>
            <a:ext cx="10363200" cy="5329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itle 1">
            <a:extLst>
              <a:ext uri="{FF2B5EF4-FFF2-40B4-BE49-F238E27FC236}">
                <a16:creationId xmlns:a16="http://schemas.microsoft.com/office/drawing/2014/main" id="{F93C5F89-9B74-4EC9-8AAC-022E5097E4AE}"/>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US" sz="3200" b="1">
                <a:latin typeface="Times New Roman" panose="02020603050405020304" pitchFamily="18" charset="0"/>
                <a:cs typeface="Times New Roman" pitchFamily="18" charset="0"/>
              </a:rPr>
              <a:t>Hierarchical Inheritance Program(CO2)</a:t>
            </a:r>
          </a:p>
        </p:txBody>
      </p:sp>
      <p:sp>
        <p:nvSpPr>
          <p:cNvPr id="3" name="Date Placeholder 2">
            <a:extLst>
              <a:ext uri="{FF2B5EF4-FFF2-40B4-BE49-F238E27FC236}">
                <a16:creationId xmlns:a16="http://schemas.microsoft.com/office/drawing/2014/main" id="{4C5134A9-8147-4E34-8443-EAAAEE75C15A}"/>
              </a:ext>
            </a:extLst>
          </p:cNvPr>
          <p:cNvSpPr>
            <a:spLocks noGrp="1"/>
          </p:cNvSpPr>
          <p:nvPr>
            <p:ph type="dt" sz="quarter" idx="10"/>
          </p:nvPr>
        </p:nvSpPr>
        <p:spPr/>
        <p:txBody>
          <a:bodyPr/>
          <a:lstStyle/>
          <a:p>
            <a:pPr>
              <a:defRPr/>
            </a:pPr>
            <a:fld id="{8A086A97-48C8-4AF4-8F5F-A1954A5812C3}" type="datetime1">
              <a:rPr lang="en-US" smtClean="0"/>
              <a:pPr>
                <a:defRPr/>
              </a:pPr>
              <a:t>5/17/2022</a:t>
            </a:fld>
            <a:endParaRPr lang="en-US"/>
          </a:p>
        </p:txBody>
      </p:sp>
      <p:sp>
        <p:nvSpPr>
          <p:cNvPr id="8" name="Footer Placeholder 7">
            <a:extLst>
              <a:ext uri="{FF2B5EF4-FFF2-40B4-BE49-F238E27FC236}">
                <a16:creationId xmlns:a16="http://schemas.microsoft.com/office/drawing/2014/main" id="{9A684D72-77C7-4856-A07D-25F40E8E2533}"/>
              </a:ext>
            </a:extLst>
          </p:cNvPr>
          <p:cNvSpPr>
            <a:spLocks noGrp="1"/>
          </p:cNvSpPr>
          <p:nvPr>
            <p:ph type="ftr" sz="quarter" idx="11"/>
          </p:nvPr>
        </p:nvSpPr>
        <p:spPr>
          <a:xfrm>
            <a:off x="2971800" y="6356350"/>
            <a:ext cx="6781800" cy="365125"/>
          </a:xfrm>
        </p:spPr>
        <p:txBody>
          <a:bodyPr/>
          <a:lstStyle/>
          <a:p>
            <a:pPr>
              <a:defRPr/>
            </a:pPr>
            <a:r>
              <a:rPr lang="en-US"/>
              <a:t>(Programming in Advanced Python)                                 Unit No:2</a:t>
            </a:r>
          </a:p>
        </p:txBody>
      </p:sp>
      <p:sp>
        <p:nvSpPr>
          <p:cNvPr id="40966" name="Slide Number Placeholder 10">
            <a:extLst>
              <a:ext uri="{FF2B5EF4-FFF2-40B4-BE49-F238E27FC236}">
                <a16:creationId xmlns:a16="http://schemas.microsoft.com/office/drawing/2014/main" id="{9713E9BC-BBF7-472D-8CE4-6E9A5DFDFFBC}"/>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F4BF8FA0-82A6-4F2A-850A-8FFAE8AD4298}" type="slidenum">
              <a:rPr lang="en-US" altLang="en-US" sz="1200">
                <a:solidFill>
                  <a:srgbClr val="898989"/>
                </a:solidFill>
              </a:rPr>
              <a:pPr>
                <a:spcBef>
                  <a:spcPct val="0"/>
                </a:spcBef>
                <a:buFontTx/>
                <a:buNone/>
              </a:pPr>
              <a:t>42</a:t>
            </a:fld>
            <a:endParaRPr lang="en-US" altLang="en-US" sz="1200">
              <a:solidFill>
                <a:srgbClr val="898989"/>
              </a:solidFill>
            </a:endParaRPr>
          </a:p>
        </p:txBody>
      </p:sp>
      <p:pic>
        <p:nvPicPr>
          <p:cNvPr id="2" name="Picture 3" descr="Text, letter&#10;&#10;Description automatically generated">
            <a:extLst>
              <a:ext uri="{FF2B5EF4-FFF2-40B4-BE49-F238E27FC236}">
                <a16:creationId xmlns:a16="http://schemas.microsoft.com/office/drawing/2014/main" id="{B2FCFCED-1DD6-4BC7-A452-F78BE8E31142}"/>
              </a:ext>
            </a:extLst>
          </p:cNvPr>
          <p:cNvPicPr>
            <a:picLocks noChangeAspect="1"/>
          </p:cNvPicPr>
          <p:nvPr/>
        </p:nvPicPr>
        <p:blipFill>
          <a:blip r:embed="rId2"/>
          <a:stretch>
            <a:fillRect/>
          </a:stretch>
        </p:blipFill>
        <p:spPr>
          <a:xfrm>
            <a:off x="2294627" y="2781464"/>
            <a:ext cx="6567576" cy="2272733"/>
          </a:xfrm>
          <a:prstGeom prst="rect">
            <a:avLst/>
          </a:prstGeom>
        </p:spPr>
      </p:pic>
      <p:sp>
        <p:nvSpPr>
          <p:cNvPr id="4" name="Rectangle 3">
            <a:extLst>
              <a:ext uri="{FF2B5EF4-FFF2-40B4-BE49-F238E27FC236}">
                <a16:creationId xmlns:a16="http://schemas.microsoft.com/office/drawing/2014/main" id="{0A03AFA5-6EDF-4245-990C-5CBF09F24E23}"/>
              </a:ext>
            </a:extLst>
          </p:cNvPr>
          <p:cNvSpPr/>
          <p:nvPr/>
        </p:nvSpPr>
        <p:spPr>
          <a:xfrm>
            <a:off x="3050876" y="1778480"/>
            <a:ext cx="3508074" cy="48882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rgbClr val="FF0000"/>
                </a:solidFill>
                <a:cs typeface="Calibri"/>
              </a:rPr>
              <a:t>OUTPUT</a:t>
            </a:r>
            <a:endParaRPr lang="en-US" sz="2400">
              <a:solidFill>
                <a:srgbClr val="FF0000"/>
              </a:solidFill>
            </a:endParaRPr>
          </a:p>
        </p:txBody>
      </p:sp>
    </p:spTree>
    <p:extLst>
      <p:ext uri="{BB962C8B-B14F-4D97-AF65-F5344CB8AC3E}">
        <p14:creationId xmlns:p14="http://schemas.microsoft.com/office/powerpoint/2010/main" val="30756753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8A2F9D8-C3DA-427A-A208-331EBE2F86DE}"/>
              </a:ext>
            </a:extLst>
          </p:cNvPr>
          <p:cNvSpPr>
            <a:spLocks noGrp="1"/>
          </p:cNvSpPr>
          <p:nvPr>
            <p:ph idx="1"/>
          </p:nvPr>
        </p:nvSpPr>
        <p:spPr>
          <a:xfrm>
            <a:off x="1801483" y="1079500"/>
            <a:ext cx="10085717" cy="1720850"/>
          </a:xfrm>
        </p:spPr>
        <p:txBody>
          <a:bodyPr/>
          <a:lstStyle/>
          <a:p>
            <a:pPr marL="0" indent="0">
              <a:buFont typeface="Arial" panose="020B0604020202020204" pitchFamily="34" charset="0"/>
              <a:buNone/>
            </a:pPr>
            <a:r>
              <a:rPr lang="en-US" altLang="en-US" sz="2800">
                <a:latin typeface="Times New Roman" panose="02020603050405020304" pitchFamily="18" charset="0"/>
                <a:cs typeface="Times New Roman" panose="02020603050405020304" pitchFamily="18" charset="0"/>
              </a:rPr>
              <a:t>If a class is derived from more than one parent class, then it is called multiple inheritance.</a:t>
            </a:r>
          </a:p>
        </p:txBody>
      </p:sp>
      <p:cxnSp>
        <p:nvCxnSpPr>
          <p:cNvPr id="17" name="Straight Arrow Connector 16">
            <a:extLst>
              <a:ext uri="{FF2B5EF4-FFF2-40B4-BE49-F238E27FC236}">
                <a16:creationId xmlns:a16="http://schemas.microsoft.com/office/drawing/2014/main" id="{2777B01A-61B4-47A6-976B-1585A6988138}"/>
              </a:ext>
            </a:extLst>
          </p:cNvPr>
          <p:cNvCxnSpPr/>
          <p:nvPr/>
        </p:nvCxnSpPr>
        <p:spPr>
          <a:xfrm flipH="1">
            <a:off x="6972300" y="3724275"/>
            <a:ext cx="571500" cy="0"/>
          </a:xfrm>
          <a:prstGeom prst="straightConnector1">
            <a:avLst/>
          </a:prstGeom>
          <a:ln>
            <a:tailEnd type="arrow"/>
          </a:ln>
        </p:spPr>
        <p:style>
          <a:lnRef idx="1">
            <a:schemeClr val="accent5"/>
          </a:lnRef>
          <a:fillRef idx="0">
            <a:schemeClr val="accent5"/>
          </a:fillRef>
          <a:effectRef idx="0">
            <a:schemeClr val="accent5"/>
          </a:effectRef>
          <a:fontRef idx="minor">
            <a:schemeClr val="tx1"/>
          </a:fontRef>
        </p:style>
      </p:cxnSp>
      <p:sp>
        <p:nvSpPr>
          <p:cNvPr id="11" name="Rectangle 10">
            <a:extLst>
              <a:ext uri="{FF2B5EF4-FFF2-40B4-BE49-F238E27FC236}">
                <a16:creationId xmlns:a16="http://schemas.microsoft.com/office/drawing/2014/main" id="{CC17BD3B-9F9C-47F8-B846-55792555A910}"/>
              </a:ext>
            </a:extLst>
          </p:cNvPr>
          <p:cNvSpPr/>
          <p:nvPr/>
        </p:nvSpPr>
        <p:spPr>
          <a:xfrm>
            <a:off x="7543800" y="3458533"/>
            <a:ext cx="2296063" cy="515428"/>
          </a:xfrm>
          <a:prstGeom prst="rect">
            <a:avLst/>
          </a:prstGeom>
        </p:spPr>
        <p:style>
          <a:lnRef idx="2">
            <a:schemeClr val="accent5"/>
          </a:lnRef>
          <a:fillRef idx="1">
            <a:schemeClr val="lt1"/>
          </a:fillRef>
          <a:effectRef idx="0">
            <a:schemeClr val="accent5"/>
          </a:effectRef>
          <a:fontRef idx="minor">
            <a:schemeClr val="dk1"/>
          </a:fontRef>
        </p:style>
        <p:txBody>
          <a:bodyPr anchor="ctr"/>
          <a:lstStyle/>
          <a:p>
            <a:pPr algn="ctr">
              <a:defRPr/>
            </a:pPr>
            <a:r>
              <a:rPr lang="en-US">
                <a:latin typeface="Times New Roman" pitchFamily="18" charset="0"/>
                <a:cs typeface="Times New Roman" pitchFamily="18" charset="0"/>
              </a:rPr>
              <a:t>Parent Class</a:t>
            </a:r>
          </a:p>
        </p:txBody>
      </p:sp>
      <p:sp>
        <p:nvSpPr>
          <p:cNvPr id="21" name="Rectangle 20">
            <a:extLst>
              <a:ext uri="{FF2B5EF4-FFF2-40B4-BE49-F238E27FC236}">
                <a16:creationId xmlns:a16="http://schemas.microsoft.com/office/drawing/2014/main" id="{314771D1-331B-4328-BC09-CF3517351325}"/>
              </a:ext>
            </a:extLst>
          </p:cNvPr>
          <p:cNvSpPr/>
          <p:nvPr/>
        </p:nvSpPr>
        <p:spPr>
          <a:xfrm>
            <a:off x="7391400" y="4455754"/>
            <a:ext cx="2291750" cy="507310"/>
          </a:xfrm>
          <a:prstGeom prst="rect">
            <a:avLst/>
          </a:prstGeom>
        </p:spPr>
        <p:style>
          <a:lnRef idx="2">
            <a:schemeClr val="accent5"/>
          </a:lnRef>
          <a:fillRef idx="1">
            <a:schemeClr val="lt1"/>
          </a:fillRef>
          <a:effectRef idx="0">
            <a:schemeClr val="accent5"/>
          </a:effectRef>
          <a:fontRef idx="minor">
            <a:schemeClr val="dk1"/>
          </a:fontRef>
        </p:style>
        <p:txBody>
          <a:bodyPr anchor="ctr"/>
          <a:lstStyle/>
          <a:p>
            <a:pPr algn="ctr">
              <a:defRPr/>
            </a:pPr>
            <a:r>
              <a:rPr lang="en-US">
                <a:latin typeface="Times New Roman" pitchFamily="18" charset="0"/>
                <a:cs typeface="Times New Roman" pitchFamily="18" charset="0"/>
              </a:rPr>
              <a:t>Child Class</a:t>
            </a:r>
          </a:p>
        </p:txBody>
      </p:sp>
      <p:cxnSp>
        <p:nvCxnSpPr>
          <p:cNvPr id="26" name="Straight Arrow Connector 25">
            <a:extLst>
              <a:ext uri="{FF2B5EF4-FFF2-40B4-BE49-F238E27FC236}">
                <a16:creationId xmlns:a16="http://schemas.microsoft.com/office/drawing/2014/main" id="{1E7E2865-EBA0-4517-ACCA-21C1C026BBF5}"/>
              </a:ext>
            </a:extLst>
          </p:cNvPr>
          <p:cNvCxnSpPr>
            <a:stCxn id="21" idx="1"/>
          </p:cNvCxnSpPr>
          <p:nvPr/>
        </p:nvCxnSpPr>
        <p:spPr>
          <a:xfrm flipH="1" flipV="1">
            <a:off x="6538824" y="4698911"/>
            <a:ext cx="852576" cy="10498"/>
          </a:xfrm>
          <a:prstGeom prst="straightConnector1">
            <a:avLst/>
          </a:prstGeom>
          <a:ln>
            <a:tailEnd type="arrow"/>
          </a:ln>
        </p:spPr>
        <p:style>
          <a:lnRef idx="1">
            <a:schemeClr val="accent5"/>
          </a:lnRef>
          <a:fillRef idx="0">
            <a:schemeClr val="accent5"/>
          </a:fillRef>
          <a:effectRef idx="0">
            <a:schemeClr val="accent5"/>
          </a:effectRef>
          <a:fontRef idx="minor">
            <a:schemeClr val="tx1"/>
          </a:fontRef>
        </p:style>
      </p:cxnSp>
      <p:cxnSp>
        <p:nvCxnSpPr>
          <p:cNvPr id="37" name="Straight Arrow Connector 36">
            <a:extLst>
              <a:ext uri="{FF2B5EF4-FFF2-40B4-BE49-F238E27FC236}">
                <a16:creationId xmlns:a16="http://schemas.microsoft.com/office/drawing/2014/main" id="{E81108CD-F088-404E-A377-F0A146606E95}"/>
              </a:ext>
            </a:extLst>
          </p:cNvPr>
          <p:cNvCxnSpPr/>
          <p:nvPr/>
        </p:nvCxnSpPr>
        <p:spPr>
          <a:xfrm>
            <a:off x="3829050" y="3738563"/>
            <a:ext cx="590550" cy="0"/>
          </a:xfrm>
          <a:prstGeom prst="straightConnector1">
            <a:avLst/>
          </a:prstGeom>
          <a:ln>
            <a:tailEnd type="arrow"/>
          </a:ln>
        </p:spPr>
        <p:style>
          <a:lnRef idx="1">
            <a:schemeClr val="accent5"/>
          </a:lnRef>
          <a:fillRef idx="0">
            <a:schemeClr val="accent5"/>
          </a:fillRef>
          <a:effectRef idx="0">
            <a:schemeClr val="accent5"/>
          </a:effectRef>
          <a:fontRef idx="minor">
            <a:schemeClr val="tx1"/>
          </a:fontRef>
        </p:style>
      </p:cxnSp>
      <p:sp>
        <p:nvSpPr>
          <p:cNvPr id="38" name="Rectangle 37">
            <a:extLst>
              <a:ext uri="{FF2B5EF4-FFF2-40B4-BE49-F238E27FC236}">
                <a16:creationId xmlns:a16="http://schemas.microsoft.com/office/drawing/2014/main" id="{4520CD6D-EE5D-4306-9CA6-5302A7D4584D}"/>
              </a:ext>
            </a:extLst>
          </p:cNvPr>
          <p:cNvSpPr/>
          <p:nvPr/>
        </p:nvSpPr>
        <p:spPr>
          <a:xfrm>
            <a:off x="1805796" y="3423339"/>
            <a:ext cx="2027926" cy="601692"/>
          </a:xfrm>
          <a:prstGeom prst="rect">
            <a:avLst/>
          </a:prstGeom>
        </p:spPr>
        <p:style>
          <a:lnRef idx="2">
            <a:schemeClr val="accent5"/>
          </a:lnRef>
          <a:fillRef idx="1">
            <a:schemeClr val="lt1"/>
          </a:fillRef>
          <a:effectRef idx="0">
            <a:schemeClr val="accent5"/>
          </a:effectRef>
          <a:fontRef idx="minor">
            <a:schemeClr val="dk1"/>
          </a:fontRef>
        </p:style>
        <p:txBody>
          <a:bodyPr anchor="ctr"/>
          <a:lstStyle/>
          <a:p>
            <a:pPr algn="ctr">
              <a:defRPr/>
            </a:pPr>
            <a:r>
              <a:rPr lang="en-US">
                <a:latin typeface="Times New Roman" pitchFamily="18" charset="0"/>
                <a:cs typeface="Times New Roman" pitchFamily="18" charset="0"/>
              </a:rPr>
              <a:t>Parent Class</a:t>
            </a:r>
          </a:p>
        </p:txBody>
      </p:sp>
      <p:sp>
        <p:nvSpPr>
          <p:cNvPr id="46" name="Rectangle 45">
            <a:extLst>
              <a:ext uri="{FF2B5EF4-FFF2-40B4-BE49-F238E27FC236}">
                <a16:creationId xmlns:a16="http://schemas.microsoft.com/office/drawing/2014/main" id="{92A6ED5E-8C99-4F65-A7F7-4D2606A4A3C5}"/>
              </a:ext>
            </a:extLst>
          </p:cNvPr>
          <p:cNvSpPr/>
          <p:nvPr/>
        </p:nvSpPr>
        <p:spPr>
          <a:xfrm>
            <a:off x="4724400" y="3492500"/>
            <a:ext cx="950913" cy="476250"/>
          </a:xfrm>
          <a:prstGeom prst="rect">
            <a:avLst/>
          </a:prstGeom>
        </p:spPr>
        <p:style>
          <a:lnRef idx="1">
            <a:schemeClr val="accent3"/>
          </a:lnRef>
          <a:fillRef idx="2">
            <a:schemeClr val="accent3"/>
          </a:fillRef>
          <a:effectRef idx="1">
            <a:schemeClr val="accent3"/>
          </a:effectRef>
          <a:fontRef idx="minor">
            <a:schemeClr val="dk1"/>
          </a:fontRef>
        </p:style>
        <p:txBody>
          <a:bodyPr anchor="ctr"/>
          <a:lstStyle/>
          <a:p>
            <a:pPr algn="ctr">
              <a:defRPr/>
            </a:pPr>
            <a:r>
              <a:rPr lang="en-US" sz="1600" b="1">
                <a:latin typeface="Times New Roman" pitchFamily="18" charset="0"/>
                <a:cs typeface="Times New Roman" pitchFamily="18" charset="0"/>
              </a:rPr>
              <a:t>Parent 1</a:t>
            </a:r>
            <a:endParaRPr lang="en-US" sz="1400" b="1">
              <a:latin typeface="Times New Roman" pitchFamily="18" charset="0"/>
              <a:cs typeface="Times New Roman" pitchFamily="18" charset="0"/>
            </a:endParaRPr>
          </a:p>
        </p:txBody>
      </p:sp>
      <p:sp>
        <p:nvSpPr>
          <p:cNvPr id="47" name="Rectangle 46">
            <a:extLst>
              <a:ext uri="{FF2B5EF4-FFF2-40B4-BE49-F238E27FC236}">
                <a16:creationId xmlns:a16="http://schemas.microsoft.com/office/drawing/2014/main" id="{40B805D0-3BB8-48FD-B6DE-1516D8F26FD9}"/>
              </a:ext>
            </a:extLst>
          </p:cNvPr>
          <p:cNvSpPr/>
          <p:nvPr/>
        </p:nvSpPr>
        <p:spPr>
          <a:xfrm>
            <a:off x="5756275" y="3467100"/>
            <a:ext cx="962025" cy="501650"/>
          </a:xfrm>
          <a:prstGeom prst="rect">
            <a:avLst/>
          </a:prstGeom>
        </p:spPr>
        <p:style>
          <a:lnRef idx="1">
            <a:schemeClr val="accent3"/>
          </a:lnRef>
          <a:fillRef idx="2">
            <a:schemeClr val="accent3"/>
          </a:fillRef>
          <a:effectRef idx="1">
            <a:schemeClr val="accent3"/>
          </a:effectRef>
          <a:fontRef idx="minor">
            <a:schemeClr val="dk1"/>
          </a:fontRef>
        </p:style>
        <p:txBody>
          <a:bodyPr anchor="ctr"/>
          <a:lstStyle/>
          <a:p>
            <a:pPr algn="ctr">
              <a:defRPr/>
            </a:pPr>
            <a:r>
              <a:rPr lang="en-US" sz="1600" b="1">
                <a:latin typeface="Times New Roman" pitchFamily="18" charset="0"/>
                <a:cs typeface="Times New Roman" pitchFamily="18" charset="0"/>
              </a:rPr>
              <a:t>Parent 2</a:t>
            </a:r>
            <a:endParaRPr lang="en-US" sz="1050" b="1">
              <a:latin typeface="Times New Roman" pitchFamily="18" charset="0"/>
              <a:cs typeface="Times New Roman" pitchFamily="18" charset="0"/>
            </a:endParaRPr>
          </a:p>
        </p:txBody>
      </p:sp>
      <p:sp>
        <p:nvSpPr>
          <p:cNvPr id="48" name="Rectangle 47">
            <a:extLst>
              <a:ext uri="{FF2B5EF4-FFF2-40B4-BE49-F238E27FC236}">
                <a16:creationId xmlns:a16="http://schemas.microsoft.com/office/drawing/2014/main" id="{42EB70F5-1778-4CE5-8875-C158D1ED3EBF}"/>
              </a:ext>
            </a:extLst>
          </p:cNvPr>
          <p:cNvSpPr/>
          <p:nvPr/>
        </p:nvSpPr>
        <p:spPr>
          <a:xfrm>
            <a:off x="5195888" y="4467225"/>
            <a:ext cx="1066800" cy="492125"/>
          </a:xfrm>
          <a:prstGeom prst="rect">
            <a:avLst/>
          </a:prstGeom>
        </p:spPr>
        <p:style>
          <a:lnRef idx="1">
            <a:schemeClr val="accent4"/>
          </a:lnRef>
          <a:fillRef idx="2">
            <a:schemeClr val="accent4"/>
          </a:fillRef>
          <a:effectRef idx="1">
            <a:schemeClr val="accent4"/>
          </a:effectRef>
          <a:fontRef idx="minor">
            <a:schemeClr val="dk1"/>
          </a:fontRef>
        </p:style>
        <p:txBody>
          <a:bodyPr anchor="ctr"/>
          <a:lstStyle/>
          <a:p>
            <a:pPr algn="ctr">
              <a:defRPr/>
            </a:pPr>
            <a:r>
              <a:rPr lang="en-US" b="1">
                <a:latin typeface="Times New Roman" pitchFamily="18" charset="0"/>
                <a:cs typeface="Times New Roman" pitchFamily="18" charset="0"/>
              </a:rPr>
              <a:t>Child</a:t>
            </a:r>
            <a:endParaRPr lang="en-US" sz="1100" b="1">
              <a:latin typeface="Times New Roman" pitchFamily="18" charset="0"/>
              <a:cs typeface="Times New Roman" pitchFamily="18" charset="0"/>
            </a:endParaRPr>
          </a:p>
        </p:txBody>
      </p:sp>
      <p:cxnSp>
        <p:nvCxnSpPr>
          <p:cNvPr id="49" name="Straight Arrow Connector 48">
            <a:extLst>
              <a:ext uri="{FF2B5EF4-FFF2-40B4-BE49-F238E27FC236}">
                <a16:creationId xmlns:a16="http://schemas.microsoft.com/office/drawing/2014/main" id="{24A8FF27-1F38-4470-8B70-20E39BC8BF13}"/>
              </a:ext>
            </a:extLst>
          </p:cNvPr>
          <p:cNvCxnSpPr>
            <a:endCxn id="48" idx="0"/>
          </p:cNvCxnSpPr>
          <p:nvPr/>
        </p:nvCxnSpPr>
        <p:spPr>
          <a:xfrm>
            <a:off x="5272088" y="3968750"/>
            <a:ext cx="457200" cy="498475"/>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50" name="Straight Arrow Connector 49">
            <a:extLst>
              <a:ext uri="{FF2B5EF4-FFF2-40B4-BE49-F238E27FC236}">
                <a16:creationId xmlns:a16="http://schemas.microsoft.com/office/drawing/2014/main" id="{22215524-C763-40A0-A8DD-EED03C8C6D66}"/>
              </a:ext>
            </a:extLst>
          </p:cNvPr>
          <p:cNvCxnSpPr>
            <a:endCxn id="48" idx="0"/>
          </p:cNvCxnSpPr>
          <p:nvPr/>
        </p:nvCxnSpPr>
        <p:spPr>
          <a:xfrm flipH="1">
            <a:off x="5729288" y="3968750"/>
            <a:ext cx="506412" cy="498475"/>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sp>
        <p:nvSpPr>
          <p:cNvPr id="51" name="Rectangle 50">
            <a:extLst>
              <a:ext uri="{FF2B5EF4-FFF2-40B4-BE49-F238E27FC236}">
                <a16:creationId xmlns:a16="http://schemas.microsoft.com/office/drawing/2014/main" id="{193BB025-4ECF-499A-8DFD-9893E0705AD4}"/>
              </a:ext>
            </a:extLst>
          </p:cNvPr>
          <p:cNvSpPr/>
          <p:nvPr/>
        </p:nvSpPr>
        <p:spPr>
          <a:xfrm>
            <a:off x="4760913" y="2314575"/>
            <a:ext cx="1828800" cy="438150"/>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r>
              <a:rPr lang="en-US" sz="2000" b="1">
                <a:latin typeface="Times New Roman" pitchFamily="18" charset="0"/>
                <a:cs typeface="Times New Roman" pitchFamily="18" charset="0"/>
              </a:rPr>
              <a:t>object</a:t>
            </a:r>
            <a:endParaRPr lang="en-US" sz="900" b="1">
              <a:latin typeface="Times New Roman" pitchFamily="18" charset="0"/>
              <a:cs typeface="Times New Roman" pitchFamily="18" charset="0"/>
            </a:endParaRPr>
          </a:p>
        </p:txBody>
      </p:sp>
      <p:cxnSp>
        <p:nvCxnSpPr>
          <p:cNvPr id="52" name="Straight Arrow Connector 51">
            <a:extLst>
              <a:ext uri="{FF2B5EF4-FFF2-40B4-BE49-F238E27FC236}">
                <a16:creationId xmlns:a16="http://schemas.microsoft.com/office/drawing/2014/main" id="{4FA7CB2B-7495-4F60-B9AD-B37531934FD8}"/>
              </a:ext>
            </a:extLst>
          </p:cNvPr>
          <p:cNvCxnSpPr>
            <a:stCxn id="51" idx="2"/>
            <a:endCxn id="46" idx="0"/>
          </p:cNvCxnSpPr>
          <p:nvPr/>
        </p:nvCxnSpPr>
        <p:spPr>
          <a:xfrm flipH="1">
            <a:off x="5199063" y="2752725"/>
            <a:ext cx="476250" cy="739775"/>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cxnSp>
        <p:nvCxnSpPr>
          <p:cNvPr id="53" name="Straight Arrow Connector 52">
            <a:extLst>
              <a:ext uri="{FF2B5EF4-FFF2-40B4-BE49-F238E27FC236}">
                <a16:creationId xmlns:a16="http://schemas.microsoft.com/office/drawing/2014/main" id="{CC03ECE6-BACB-4011-9A69-E744DDA987B3}"/>
              </a:ext>
            </a:extLst>
          </p:cNvPr>
          <p:cNvCxnSpPr>
            <a:stCxn id="51" idx="2"/>
            <a:endCxn id="47" idx="0"/>
          </p:cNvCxnSpPr>
          <p:nvPr/>
        </p:nvCxnSpPr>
        <p:spPr>
          <a:xfrm>
            <a:off x="5675313" y="2752725"/>
            <a:ext cx="561975" cy="714375"/>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sp>
        <p:nvSpPr>
          <p:cNvPr id="18" name="Title 1">
            <a:extLst>
              <a:ext uri="{FF2B5EF4-FFF2-40B4-BE49-F238E27FC236}">
                <a16:creationId xmlns:a16="http://schemas.microsoft.com/office/drawing/2014/main" id="{13FAF4A5-E02A-4232-8783-2C007E672E7D}"/>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US" sz="3200" b="1">
                <a:latin typeface="Times New Roman" panose="02020603050405020304" pitchFamily="18" charset="0"/>
                <a:cs typeface="Times New Roman" pitchFamily="18" charset="0"/>
              </a:rPr>
              <a:t>Multiple Inheritance(CO2)</a:t>
            </a:r>
          </a:p>
        </p:txBody>
      </p:sp>
      <p:sp>
        <p:nvSpPr>
          <p:cNvPr id="4" name="Date Placeholder 3">
            <a:extLst>
              <a:ext uri="{FF2B5EF4-FFF2-40B4-BE49-F238E27FC236}">
                <a16:creationId xmlns:a16="http://schemas.microsoft.com/office/drawing/2014/main" id="{8F2631DB-4CD7-4CD3-B70C-7DE8A3D0C676}"/>
              </a:ext>
            </a:extLst>
          </p:cNvPr>
          <p:cNvSpPr>
            <a:spLocks noGrp="1"/>
          </p:cNvSpPr>
          <p:nvPr>
            <p:ph type="dt" sz="quarter" idx="10"/>
          </p:nvPr>
        </p:nvSpPr>
        <p:spPr/>
        <p:txBody>
          <a:bodyPr/>
          <a:lstStyle/>
          <a:p>
            <a:pPr>
              <a:defRPr/>
            </a:pPr>
            <a:fld id="{113A6D15-E57C-4F99-833C-A81F02E43182}" type="datetime1">
              <a:rPr lang="en-US" smtClean="0"/>
              <a:pPr>
                <a:defRPr/>
              </a:pPr>
              <a:t>5/17/2022</a:t>
            </a:fld>
            <a:endParaRPr lang="en-US"/>
          </a:p>
        </p:txBody>
      </p:sp>
      <p:sp>
        <p:nvSpPr>
          <p:cNvPr id="5" name="Footer Placeholder 4">
            <a:extLst>
              <a:ext uri="{FF2B5EF4-FFF2-40B4-BE49-F238E27FC236}">
                <a16:creationId xmlns:a16="http://schemas.microsoft.com/office/drawing/2014/main" id="{6877A2EC-9B19-413A-B457-427C4AD1FAD2}"/>
              </a:ext>
            </a:extLst>
          </p:cNvPr>
          <p:cNvSpPr>
            <a:spLocks noGrp="1"/>
          </p:cNvSpPr>
          <p:nvPr>
            <p:ph type="ftr" sz="quarter" idx="11"/>
          </p:nvPr>
        </p:nvSpPr>
        <p:spPr>
          <a:xfrm>
            <a:off x="2971800" y="6356350"/>
            <a:ext cx="6705600" cy="365125"/>
          </a:xfrm>
        </p:spPr>
        <p:txBody>
          <a:bodyPr/>
          <a:lstStyle/>
          <a:p>
            <a:pPr>
              <a:defRPr/>
            </a:pPr>
            <a:r>
              <a:rPr lang="en-US"/>
              <a:t>(Programming in Advanced Python)                                 Unit No:2</a:t>
            </a:r>
          </a:p>
        </p:txBody>
      </p:sp>
      <p:sp>
        <p:nvSpPr>
          <p:cNvPr id="42005" name="Slide Number Placeholder 5">
            <a:extLst>
              <a:ext uri="{FF2B5EF4-FFF2-40B4-BE49-F238E27FC236}">
                <a16:creationId xmlns:a16="http://schemas.microsoft.com/office/drawing/2014/main" id="{0DDB6ABD-9B4B-41DB-A385-CE6BFAC0CCFB}"/>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F506CB0A-D100-4109-A371-A6CC9FBF67C7}" type="slidenum">
              <a:rPr lang="en-US" altLang="en-US" sz="1200">
                <a:solidFill>
                  <a:srgbClr val="898989"/>
                </a:solidFill>
              </a:rPr>
              <a:pPr>
                <a:spcBef>
                  <a:spcPct val="0"/>
                </a:spcBef>
                <a:buFontTx/>
                <a:buNone/>
              </a:pPr>
              <a:t>43</a:t>
            </a:fld>
            <a:endParaRPr lang="en-US" altLang="en-US" sz="1200">
              <a:solidFill>
                <a:srgbClr val="898989"/>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6"/>
                                        </p:tgtEl>
                                        <p:attrNameLst>
                                          <p:attrName>style.visibility</p:attrName>
                                        </p:attrNameLst>
                                      </p:cBhvr>
                                      <p:to>
                                        <p:strVal val="visible"/>
                                      </p:to>
                                    </p:set>
                                    <p:animEffect transition="in" filter="fade">
                                      <p:cBhvr>
                                        <p:cTn id="12" dur="500"/>
                                        <p:tgtEl>
                                          <p:spTgt spid="4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7"/>
                                        </p:tgtEl>
                                        <p:attrNameLst>
                                          <p:attrName>style.visibility</p:attrName>
                                        </p:attrNameLst>
                                      </p:cBhvr>
                                      <p:to>
                                        <p:strVal val="visible"/>
                                      </p:to>
                                    </p:set>
                                    <p:animEffect transition="in" filter="fade">
                                      <p:cBhvr>
                                        <p:cTn id="17" dur="500"/>
                                        <p:tgtEl>
                                          <p:spTgt spid="4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500"/>
                                        <p:tgtEl>
                                          <p:spTgt spid="17"/>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38"/>
                                        </p:tgtEl>
                                        <p:attrNameLst>
                                          <p:attrName>style.visibility</p:attrName>
                                        </p:attrNameLst>
                                      </p:cBhvr>
                                      <p:to>
                                        <p:strVal val="visible"/>
                                      </p:to>
                                    </p:set>
                                    <p:animEffect transition="in" filter="fade">
                                      <p:cBhvr>
                                        <p:cTn id="30" dur="500"/>
                                        <p:tgtEl>
                                          <p:spTgt spid="38"/>
                                        </p:tgtEl>
                                      </p:cBhvr>
                                    </p:animEffect>
                                  </p:childTnLst>
                                </p:cTn>
                              </p:par>
                              <p:par>
                                <p:cTn id="31" presetID="10" presetClass="entr" presetSubtype="0" fill="hold" nodeType="withEffect">
                                  <p:stCondLst>
                                    <p:cond delay="0"/>
                                  </p:stCondLst>
                                  <p:childTnLst>
                                    <p:set>
                                      <p:cBhvr>
                                        <p:cTn id="32" dur="1" fill="hold">
                                          <p:stCondLst>
                                            <p:cond delay="0"/>
                                          </p:stCondLst>
                                        </p:cTn>
                                        <p:tgtEl>
                                          <p:spTgt spid="37"/>
                                        </p:tgtEl>
                                        <p:attrNameLst>
                                          <p:attrName>style.visibility</p:attrName>
                                        </p:attrNameLst>
                                      </p:cBhvr>
                                      <p:to>
                                        <p:strVal val="visible"/>
                                      </p:to>
                                    </p:set>
                                    <p:animEffect transition="in" filter="fade">
                                      <p:cBhvr>
                                        <p:cTn id="33" dur="500"/>
                                        <p:tgtEl>
                                          <p:spTgt spid="37"/>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4" fill="hold" nodeType="clickEffect">
                                  <p:stCondLst>
                                    <p:cond delay="0"/>
                                  </p:stCondLst>
                                  <p:childTnLst>
                                    <p:set>
                                      <p:cBhvr>
                                        <p:cTn id="37" dur="1" fill="hold">
                                          <p:stCondLst>
                                            <p:cond delay="0"/>
                                          </p:stCondLst>
                                        </p:cTn>
                                        <p:tgtEl>
                                          <p:spTgt spid="49"/>
                                        </p:tgtEl>
                                        <p:attrNameLst>
                                          <p:attrName>style.visibility</p:attrName>
                                        </p:attrNameLst>
                                      </p:cBhvr>
                                      <p:to>
                                        <p:strVal val="visible"/>
                                      </p:to>
                                    </p:set>
                                    <p:animEffect transition="in" filter="wipe(down)">
                                      <p:cBhvr>
                                        <p:cTn id="38" dur="500"/>
                                        <p:tgtEl>
                                          <p:spTgt spid="49"/>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48"/>
                                        </p:tgtEl>
                                        <p:attrNameLst>
                                          <p:attrName>style.visibility</p:attrName>
                                        </p:attrNameLst>
                                      </p:cBhvr>
                                      <p:to>
                                        <p:strVal val="visible"/>
                                      </p:to>
                                    </p:set>
                                    <p:animEffect transition="in" filter="fade">
                                      <p:cBhvr>
                                        <p:cTn id="43" dur="500"/>
                                        <p:tgtEl>
                                          <p:spTgt spid="48"/>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4" fill="hold" nodeType="clickEffect">
                                  <p:stCondLst>
                                    <p:cond delay="0"/>
                                  </p:stCondLst>
                                  <p:childTnLst>
                                    <p:set>
                                      <p:cBhvr>
                                        <p:cTn id="47" dur="1" fill="hold">
                                          <p:stCondLst>
                                            <p:cond delay="0"/>
                                          </p:stCondLst>
                                        </p:cTn>
                                        <p:tgtEl>
                                          <p:spTgt spid="50"/>
                                        </p:tgtEl>
                                        <p:attrNameLst>
                                          <p:attrName>style.visibility</p:attrName>
                                        </p:attrNameLst>
                                      </p:cBhvr>
                                      <p:to>
                                        <p:strVal val="visible"/>
                                      </p:to>
                                    </p:set>
                                    <p:animEffect transition="in" filter="wipe(down)">
                                      <p:cBhvr>
                                        <p:cTn id="48" dur="500"/>
                                        <p:tgtEl>
                                          <p:spTgt spid="50"/>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10" presetClass="entr" presetSubtype="0" fill="hold" nodeType="clickEffect">
                                  <p:stCondLst>
                                    <p:cond delay="0"/>
                                  </p:stCondLst>
                                  <p:childTnLst>
                                    <p:set>
                                      <p:cBhvr>
                                        <p:cTn id="52" dur="1" fill="hold">
                                          <p:stCondLst>
                                            <p:cond delay="0"/>
                                          </p:stCondLst>
                                        </p:cTn>
                                        <p:tgtEl>
                                          <p:spTgt spid="26"/>
                                        </p:tgtEl>
                                        <p:attrNameLst>
                                          <p:attrName>style.visibility</p:attrName>
                                        </p:attrNameLst>
                                      </p:cBhvr>
                                      <p:to>
                                        <p:strVal val="visible"/>
                                      </p:to>
                                    </p:set>
                                    <p:animEffect transition="in" filter="fade">
                                      <p:cBhvr>
                                        <p:cTn id="53" dur="500"/>
                                        <p:tgtEl>
                                          <p:spTgt spid="26"/>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1"/>
                                        </p:tgtEl>
                                        <p:attrNameLst>
                                          <p:attrName>style.visibility</p:attrName>
                                        </p:attrNameLst>
                                      </p:cBhvr>
                                      <p:to>
                                        <p:strVal val="visible"/>
                                      </p:to>
                                    </p:set>
                                    <p:animEffect transition="in" filter="fade">
                                      <p:cBhvr>
                                        <p:cTn id="56" dur="500"/>
                                        <p:tgtEl>
                                          <p:spTgt spid="21"/>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51"/>
                                        </p:tgtEl>
                                        <p:attrNameLst>
                                          <p:attrName>style.visibility</p:attrName>
                                        </p:attrNameLst>
                                      </p:cBhvr>
                                      <p:to>
                                        <p:strVal val="visible"/>
                                      </p:to>
                                    </p:set>
                                    <p:animEffect transition="in" filter="fade">
                                      <p:cBhvr>
                                        <p:cTn id="61" dur="500"/>
                                        <p:tgtEl>
                                          <p:spTgt spid="51"/>
                                        </p:tgtEl>
                                      </p:cBhvr>
                                    </p:animEffect>
                                  </p:childTnLst>
                                </p:cTn>
                              </p:par>
                              <p:par>
                                <p:cTn id="62" presetID="10" presetClass="entr" presetSubtype="0" fill="hold" nodeType="withEffect">
                                  <p:stCondLst>
                                    <p:cond delay="0"/>
                                  </p:stCondLst>
                                  <p:childTnLst>
                                    <p:set>
                                      <p:cBhvr>
                                        <p:cTn id="63" dur="1" fill="hold">
                                          <p:stCondLst>
                                            <p:cond delay="0"/>
                                          </p:stCondLst>
                                        </p:cTn>
                                        <p:tgtEl>
                                          <p:spTgt spid="52"/>
                                        </p:tgtEl>
                                        <p:attrNameLst>
                                          <p:attrName>style.visibility</p:attrName>
                                        </p:attrNameLst>
                                      </p:cBhvr>
                                      <p:to>
                                        <p:strVal val="visible"/>
                                      </p:to>
                                    </p:set>
                                    <p:animEffect transition="in" filter="fade">
                                      <p:cBhvr>
                                        <p:cTn id="64" dur="500"/>
                                        <p:tgtEl>
                                          <p:spTgt spid="52"/>
                                        </p:tgtEl>
                                      </p:cBhvr>
                                    </p:animEffect>
                                  </p:childTnLst>
                                </p:cTn>
                              </p:par>
                              <p:par>
                                <p:cTn id="65" presetID="10" presetClass="entr" presetSubtype="0" fill="hold" nodeType="withEffect">
                                  <p:stCondLst>
                                    <p:cond delay="0"/>
                                  </p:stCondLst>
                                  <p:childTnLst>
                                    <p:set>
                                      <p:cBhvr>
                                        <p:cTn id="66" dur="1" fill="hold">
                                          <p:stCondLst>
                                            <p:cond delay="0"/>
                                          </p:stCondLst>
                                        </p:cTn>
                                        <p:tgtEl>
                                          <p:spTgt spid="53"/>
                                        </p:tgtEl>
                                        <p:attrNameLst>
                                          <p:attrName>style.visibility</p:attrName>
                                        </p:attrNameLst>
                                      </p:cBhvr>
                                      <p:to>
                                        <p:strVal val="visible"/>
                                      </p:to>
                                    </p:set>
                                    <p:animEffect transition="in" filter="fade">
                                      <p:cBhvr>
                                        <p:cTn id="67"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1" grpId="0" animBg="1"/>
      <p:bldP spid="21" grpId="0" animBg="1"/>
      <p:bldP spid="38" grpId="0" animBg="1"/>
      <p:bldP spid="46" grpId="0" animBg="1"/>
      <p:bldP spid="47" grpId="0" animBg="1"/>
      <p:bldP spid="48" grpId="0" animBg="1"/>
      <p:bldP spid="51"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E779CA9-DD63-419F-8503-BAA534079ADA}"/>
              </a:ext>
            </a:extLst>
          </p:cNvPr>
          <p:cNvSpPr>
            <a:spLocks noGrp="1"/>
          </p:cNvSpPr>
          <p:nvPr>
            <p:ph idx="1"/>
          </p:nvPr>
        </p:nvSpPr>
        <p:spPr>
          <a:xfrm>
            <a:off x="1600200" y="1276350"/>
            <a:ext cx="8610600" cy="4133850"/>
          </a:xfrm>
        </p:spPr>
        <p:txBody>
          <a:bodyPr/>
          <a:lstStyle/>
          <a:p>
            <a:pPr marL="0" indent="0">
              <a:buFont typeface="Arial" panose="020B0604020202020204" pitchFamily="34" charset="0"/>
              <a:buNone/>
            </a:pPr>
            <a:r>
              <a:rPr lang="en-US" altLang="en-US" sz="2400" b="1">
                <a:latin typeface="Times New Roman" panose="02020603050405020304" pitchFamily="18" charset="0"/>
                <a:cs typeface="Times New Roman" panose="02020603050405020304" pitchFamily="18" charset="0"/>
              </a:rPr>
              <a:t>Syntax:-</a:t>
            </a:r>
          </a:p>
          <a:p>
            <a:pPr marL="0" indent="0">
              <a:buFont typeface="Arial" panose="020B0604020202020204" pitchFamily="34" charset="0"/>
              <a:buNone/>
            </a:pPr>
            <a:r>
              <a:rPr lang="en-US" altLang="en-US" sz="2400">
                <a:latin typeface="Times New Roman" panose="02020603050405020304" pitchFamily="18" charset="0"/>
                <a:cs typeface="Times New Roman" panose="02020603050405020304" pitchFamily="18" charset="0"/>
              </a:rPr>
              <a:t>class ParentClassName1(object): </a:t>
            </a:r>
          </a:p>
          <a:p>
            <a:pPr marL="0" indent="0">
              <a:buFont typeface="Arial" panose="020B0604020202020204" pitchFamily="34" charset="0"/>
              <a:buNone/>
            </a:pPr>
            <a:r>
              <a:rPr lang="en-US" altLang="en-US" sz="2400">
                <a:latin typeface="Times New Roman" panose="02020603050405020304" pitchFamily="18" charset="0"/>
                <a:cs typeface="Times New Roman" panose="02020603050405020304" pitchFamily="18" charset="0"/>
              </a:rPr>
              <a:t>         members of Parent Class </a:t>
            </a:r>
          </a:p>
          <a:p>
            <a:pPr marL="0" indent="0">
              <a:buFont typeface="Arial" panose="020B0604020202020204" pitchFamily="34" charset="0"/>
              <a:buNone/>
            </a:pPr>
            <a:endParaRPr lang="en-US" altLang="en-US" sz="240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en-US" sz="2400">
                <a:latin typeface="Times New Roman" panose="02020603050405020304" pitchFamily="18" charset="0"/>
                <a:cs typeface="Times New Roman" panose="02020603050405020304" pitchFamily="18" charset="0"/>
              </a:rPr>
              <a:t>class ParentClassName2(object): </a:t>
            </a:r>
          </a:p>
          <a:p>
            <a:pPr marL="0" indent="0">
              <a:buFont typeface="Arial" panose="020B0604020202020204" pitchFamily="34" charset="0"/>
              <a:buNone/>
            </a:pPr>
            <a:r>
              <a:rPr lang="en-US" altLang="en-US" sz="2400">
                <a:latin typeface="Times New Roman" panose="02020603050405020304" pitchFamily="18" charset="0"/>
                <a:cs typeface="Times New Roman" panose="02020603050405020304" pitchFamily="18" charset="0"/>
              </a:rPr>
              <a:t>         members of Parent Class </a:t>
            </a:r>
          </a:p>
          <a:p>
            <a:pPr marL="0" indent="0">
              <a:buFont typeface="Arial" panose="020B0604020202020204" pitchFamily="34" charset="0"/>
              <a:buNone/>
            </a:pPr>
            <a:endParaRPr lang="en-US" altLang="en-US" sz="240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en-US" sz="2400">
                <a:latin typeface="Times New Roman" panose="02020603050405020304" pitchFamily="18" charset="0"/>
                <a:cs typeface="Times New Roman" panose="02020603050405020304" pitchFamily="18" charset="0"/>
              </a:rPr>
              <a:t>class ChildClassName(ParentClassName1, ParentClassName2):</a:t>
            </a:r>
          </a:p>
          <a:p>
            <a:pPr marL="0" indent="0">
              <a:buFont typeface="Arial" panose="020B0604020202020204" pitchFamily="34" charset="0"/>
              <a:buNone/>
            </a:pPr>
            <a:r>
              <a:rPr lang="en-US" altLang="en-US" sz="2400">
                <a:latin typeface="Times New Roman" panose="02020603050405020304" pitchFamily="18" charset="0"/>
                <a:cs typeface="Times New Roman" panose="02020603050405020304" pitchFamily="18" charset="0"/>
              </a:rPr>
              <a:t>         members of Child Class</a:t>
            </a:r>
          </a:p>
          <a:p>
            <a:pPr marL="0" indent="0">
              <a:buFont typeface="Arial" panose="020B0604020202020204" pitchFamily="34" charset="0"/>
              <a:buNone/>
            </a:pPr>
            <a:endParaRPr lang="en-US" altLang="en-US" sz="1800">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2224F0DC-7130-43DF-A5A6-9965F3E7795A}"/>
              </a:ext>
            </a:extLst>
          </p:cNvPr>
          <p:cNvSpPr/>
          <p:nvPr/>
        </p:nvSpPr>
        <p:spPr>
          <a:xfrm>
            <a:off x="8001000" y="2419350"/>
            <a:ext cx="950913" cy="476250"/>
          </a:xfrm>
          <a:prstGeom prst="rect">
            <a:avLst/>
          </a:prstGeom>
        </p:spPr>
        <p:style>
          <a:lnRef idx="1">
            <a:schemeClr val="accent3"/>
          </a:lnRef>
          <a:fillRef idx="2">
            <a:schemeClr val="accent3"/>
          </a:fillRef>
          <a:effectRef idx="1">
            <a:schemeClr val="accent3"/>
          </a:effectRef>
          <a:fontRef idx="minor">
            <a:schemeClr val="dk1"/>
          </a:fontRef>
        </p:style>
        <p:txBody>
          <a:bodyPr anchor="ctr"/>
          <a:lstStyle/>
          <a:p>
            <a:pPr algn="ctr">
              <a:defRPr/>
            </a:pPr>
            <a:r>
              <a:rPr lang="en-US" sz="1600" b="1">
                <a:latin typeface="Times New Roman" pitchFamily="18" charset="0"/>
                <a:cs typeface="Times New Roman" pitchFamily="18" charset="0"/>
              </a:rPr>
              <a:t>Parent 1</a:t>
            </a:r>
            <a:endParaRPr lang="en-US" sz="1400" b="1">
              <a:latin typeface="Times New Roman" pitchFamily="18" charset="0"/>
              <a:cs typeface="Times New Roman" pitchFamily="18" charset="0"/>
            </a:endParaRPr>
          </a:p>
        </p:txBody>
      </p:sp>
      <p:sp>
        <p:nvSpPr>
          <p:cNvPr id="5" name="Rectangle 4">
            <a:extLst>
              <a:ext uri="{FF2B5EF4-FFF2-40B4-BE49-F238E27FC236}">
                <a16:creationId xmlns:a16="http://schemas.microsoft.com/office/drawing/2014/main" id="{8296BEEA-4B65-460A-A2BA-1E4713903313}"/>
              </a:ext>
            </a:extLst>
          </p:cNvPr>
          <p:cNvSpPr/>
          <p:nvPr/>
        </p:nvSpPr>
        <p:spPr>
          <a:xfrm>
            <a:off x="9032875" y="2393950"/>
            <a:ext cx="962025" cy="501650"/>
          </a:xfrm>
          <a:prstGeom prst="rect">
            <a:avLst/>
          </a:prstGeom>
        </p:spPr>
        <p:style>
          <a:lnRef idx="1">
            <a:schemeClr val="accent3"/>
          </a:lnRef>
          <a:fillRef idx="2">
            <a:schemeClr val="accent3"/>
          </a:fillRef>
          <a:effectRef idx="1">
            <a:schemeClr val="accent3"/>
          </a:effectRef>
          <a:fontRef idx="minor">
            <a:schemeClr val="dk1"/>
          </a:fontRef>
        </p:style>
        <p:txBody>
          <a:bodyPr anchor="ctr"/>
          <a:lstStyle/>
          <a:p>
            <a:pPr algn="ctr">
              <a:defRPr/>
            </a:pPr>
            <a:r>
              <a:rPr lang="en-US" sz="1600" b="1">
                <a:latin typeface="Times New Roman" pitchFamily="18" charset="0"/>
                <a:cs typeface="Times New Roman" pitchFamily="18" charset="0"/>
              </a:rPr>
              <a:t>Parent 2</a:t>
            </a:r>
            <a:endParaRPr lang="en-US" sz="1050" b="1">
              <a:latin typeface="Times New Roman" pitchFamily="18" charset="0"/>
              <a:cs typeface="Times New Roman" pitchFamily="18" charset="0"/>
            </a:endParaRPr>
          </a:p>
        </p:txBody>
      </p:sp>
      <p:sp>
        <p:nvSpPr>
          <p:cNvPr id="6" name="Rectangle 5">
            <a:extLst>
              <a:ext uri="{FF2B5EF4-FFF2-40B4-BE49-F238E27FC236}">
                <a16:creationId xmlns:a16="http://schemas.microsoft.com/office/drawing/2014/main" id="{77F18A5C-A49D-4C01-8847-AE42BB04F1FB}"/>
              </a:ext>
            </a:extLst>
          </p:cNvPr>
          <p:cNvSpPr/>
          <p:nvPr/>
        </p:nvSpPr>
        <p:spPr>
          <a:xfrm>
            <a:off x="8472488" y="3394075"/>
            <a:ext cx="1066800" cy="492125"/>
          </a:xfrm>
          <a:prstGeom prst="rect">
            <a:avLst/>
          </a:prstGeom>
        </p:spPr>
        <p:style>
          <a:lnRef idx="1">
            <a:schemeClr val="accent4"/>
          </a:lnRef>
          <a:fillRef idx="2">
            <a:schemeClr val="accent4"/>
          </a:fillRef>
          <a:effectRef idx="1">
            <a:schemeClr val="accent4"/>
          </a:effectRef>
          <a:fontRef idx="minor">
            <a:schemeClr val="dk1"/>
          </a:fontRef>
        </p:style>
        <p:txBody>
          <a:bodyPr anchor="ctr"/>
          <a:lstStyle/>
          <a:p>
            <a:pPr algn="ctr">
              <a:defRPr/>
            </a:pPr>
            <a:r>
              <a:rPr lang="en-US" b="1">
                <a:latin typeface="Times New Roman" pitchFamily="18" charset="0"/>
                <a:cs typeface="Times New Roman" pitchFamily="18" charset="0"/>
              </a:rPr>
              <a:t>Child</a:t>
            </a:r>
            <a:endParaRPr lang="en-US" sz="1100" b="1">
              <a:latin typeface="Times New Roman" pitchFamily="18" charset="0"/>
              <a:cs typeface="Times New Roman" pitchFamily="18" charset="0"/>
            </a:endParaRPr>
          </a:p>
        </p:txBody>
      </p:sp>
      <p:cxnSp>
        <p:nvCxnSpPr>
          <p:cNvPr id="7" name="Straight Arrow Connector 6">
            <a:extLst>
              <a:ext uri="{FF2B5EF4-FFF2-40B4-BE49-F238E27FC236}">
                <a16:creationId xmlns:a16="http://schemas.microsoft.com/office/drawing/2014/main" id="{0072DBE6-02F2-487E-B33C-39BC47BA31A6}"/>
              </a:ext>
            </a:extLst>
          </p:cNvPr>
          <p:cNvCxnSpPr>
            <a:endCxn id="6" idx="0"/>
          </p:cNvCxnSpPr>
          <p:nvPr/>
        </p:nvCxnSpPr>
        <p:spPr>
          <a:xfrm>
            <a:off x="8548688" y="2895600"/>
            <a:ext cx="457200" cy="498475"/>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8" name="Straight Arrow Connector 7">
            <a:extLst>
              <a:ext uri="{FF2B5EF4-FFF2-40B4-BE49-F238E27FC236}">
                <a16:creationId xmlns:a16="http://schemas.microsoft.com/office/drawing/2014/main" id="{E924FECE-2C4A-4AB1-A242-9C9A9C063739}"/>
              </a:ext>
            </a:extLst>
          </p:cNvPr>
          <p:cNvCxnSpPr>
            <a:endCxn id="6" idx="0"/>
          </p:cNvCxnSpPr>
          <p:nvPr/>
        </p:nvCxnSpPr>
        <p:spPr>
          <a:xfrm flipH="1">
            <a:off x="9005888" y="2895600"/>
            <a:ext cx="506412" cy="498475"/>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sp>
        <p:nvSpPr>
          <p:cNvPr id="9" name="Rectangle 8">
            <a:extLst>
              <a:ext uri="{FF2B5EF4-FFF2-40B4-BE49-F238E27FC236}">
                <a16:creationId xmlns:a16="http://schemas.microsoft.com/office/drawing/2014/main" id="{1326FDAD-99BE-4895-9FE7-80BC1D5FD629}"/>
              </a:ext>
            </a:extLst>
          </p:cNvPr>
          <p:cNvSpPr/>
          <p:nvPr/>
        </p:nvSpPr>
        <p:spPr>
          <a:xfrm>
            <a:off x="8037513" y="1241425"/>
            <a:ext cx="1828800" cy="438150"/>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r>
              <a:rPr lang="en-US" sz="2000" b="1">
                <a:latin typeface="Times New Roman" pitchFamily="18" charset="0"/>
                <a:cs typeface="Times New Roman" pitchFamily="18" charset="0"/>
              </a:rPr>
              <a:t>object</a:t>
            </a:r>
            <a:endParaRPr lang="en-US" sz="900" b="1">
              <a:latin typeface="Times New Roman" pitchFamily="18" charset="0"/>
              <a:cs typeface="Times New Roman" pitchFamily="18" charset="0"/>
            </a:endParaRPr>
          </a:p>
        </p:txBody>
      </p:sp>
      <p:cxnSp>
        <p:nvCxnSpPr>
          <p:cNvPr id="10" name="Straight Arrow Connector 9">
            <a:extLst>
              <a:ext uri="{FF2B5EF4-FFF2-40B4-BE49-F238E27FC236}">
                <a16:creationId xmlns:a16="http://schemas.microsoft.com/office/drawing/2014/main" id="{B623ED10-EAA1-4E6C-835C-0428CE3073B6}"/>
              </a:ext>
            </a:extLst>
          </p:cNvPr>
          <p:cNvCxnSpPr>
            <a:stCxn id="9" idx="2"/>
            <a:endCxn id="4" idx="0"/>
          </p:cNvCxnSpPr>
          <p:nvPr/>
        </p:nvCxnSpPr>
        <p:spPr>
          <a:xfrm flipH="1">
            <a:off x="8475663" y="1679575"/>
            <a:ext cx="476250" cy="739775"/>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cxnSp>
        <p:nvCxnSpPr>
          <p:cNvPr id="11" name="Straight Arrow Connector 10">
            <a:extLst>
              <a:ext uri="{FF2B5EF4-FFF2-40B4-BE49-F238E27FC236}">
                <a16:creationId xmlns:a16="http://schemas.microsoft.com/office/drawing/2014/main" id="{C3603C14-5777-4842-BB5B-593D934BDCFB}"/>
              </a:ext>
            </a:extLst>
          </p:cNvPr>
          <p:cNvCxnSpPr>
            <a:stCxn id="9" idx="2"/>
            <a:endCxn id="5" idx="0"/>
          </p:cNvCxnSpPr>
          <p:nvPr/>
        </p:nvCxnSpPr>
        <p:spPr>
          <a:xfrm>
            <a:off x="8951913" y="1679575"/>
            <a:ext cx="561975" cy="714375"/>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sp>
        <p:nvSpPr>
          <p:cNvPr id="12" name="Title 1">
            <a:extLst>
              <a:ext uri="{FF2B5EF4-FFF2-40B4-BE49-F238E27FC236}">
                <a16:creationId xmlns:a16="http://schemas.microsoft.com/office/drawing/2014/main" id="{312D701F-AD25-4E43-BC98-1C52C2F248A4}"/>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US" sz="3200" b="1">
                <a:latin typeface="Times New Roman" pitchFamily="18" charset="0"/>
                <a:cs typeface="Times New Roman" pitchFamily="18" charset="0"/>
              </a:rPr>
              <a:t>Multiple Inheritance</a:t>
            </a:r>
            <a:r>
              <a:rPr lang="en-IN" sz="3200" b="1">
                <a:latin typeface="Times New Roman" panose="02020603050405020304" pitchFamily="18" charset="0"/>
                <a:cs typeface="Times New Roman" panose="02020603050405020304" pitchFamily="18" charset="0"/>
              </a:rPr>
              <a:t> Syntax</a:t>
            </a:r>
            <a:r>
              <a:rPr lang="en-US" sz="3200" b="1">
                <a:latin typeface="Times New Roman" panose="02020603050405020304" pitchFamily="18" charset="0"/>
                <a:cs typeface="Times New Roman" panose="02020603050405020304" pitchFamily="18" charset="0"/>
              </a:rPr>
              <a:t>(CO2)</a:t>
            </a:r>
          </a:p>
        </p:txBody>
      </p:sp>
      <p:sp>
        <p:nvSpPr>
          <p:cNvPr id="2" name="Date Placeholder 1">
            <a:extLst>
              <a:ext uri="{FF2B5EF4-FFF2-40B4-BE49-F238E27FC236}">
                <a16:creationId xmlns:a16="http://schemas.microsoft.com/office/drawing/2014/main" id="{C292D365-D103-4FB6-B938-DBBACB75D319}"/>
              </a:ext>
            </a:extLst>
          </p:cNvPr>
          <p:cNvSpPr>
            <a:spLocks noGrp="1"/>
          </p:cNvSpPr>
          <p:nvPr>
            <p:ph type="dt" sz="quarter" idx="10"/>
          </p:nvPr>
        </p:nvSpPr>
        <p:spPr/>
        <p:txBody>
          <a:bodyPr/>
          <a:lstStyle/>
          <a:p>
            <a:pPr>
              <a:defRPr/>
            </a:pPr>
            <a:fld id="{DB5B8A04-7A04-48E0-A03C-11C96E4C201A}" type="datetime1">
              <a:rPr lang="en-US" smtClean="0"/>
              <a:pPr>
                <a:defRPr/>
              </a:pPr>
              <a:t>5/17/2022</a:t>
            </a:fld>
            <a:endParaRPr lang="en-US"/>
          </a:p>
        </p:txBody>
      </p:sp>
      <p:sp>
        <p:nvSpPr>
          <p:cNvPr id="14" name="Footer Placeholder 13">
            <a:extLst>
              <a:ext uri="{FF2B5EF4-FFF2-40B4-BE49-F238E27FC236}">
                <a16:creationId xmlns:a16="http://schemas.microsoft.com/office/drawing/2014/main" id="{288AAF5D-7EBA-48B7-AF4E-58EF86721D1C}"/>
              </a:ext>
            </a:extLst>
          </p:cNvPr>
          <p:cNvSpPr>
            <a:spLocks noGrp="1"/>
          </p:cNvSpPr>
          <p:nvPr>
            <p:ph type="ftr" sz="quarter" idx="11"/>
          </p:nvPr>
        </p:nvSpPr>
        <p:spPr>
          <a:xfrm>
            <a:off x="2971800" y="6356350"/>
            <a:ext cx="6705600" cy="365125"/>
          </a:xfrm>
        </p:spPr>
        <p:txBody>
          <a:bodyPr/>
          <a:lstStyle/>
          <a:p>
            <a:pPr>
              <a:defRPr/>
            </a:pPr>
            <a:r>
              <a:rPr lang="en-US"/>
              <a:t>(Programming in Advanced Python)                                 Unit No:2</a:t>
            </a:r>
          </a:p>
        </p:txBody>
      </p:sp>
      <p:sp>
        <p:nvSpPr>
          <p:cNvPr id="43023" name="Slide Number Placeholder 14">
            <a:extLst>
              <a:ext uri="{FF2B5EF4-FFF2-40B4-BE49-F238E27FC236}">
                <a16:creationId xmlns:a16="http://schemas.microsoft.com/office/drawing/2014/main" id="{141E0FF9-A3F3-43A9-8838-216BC59E54EB}"/>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B147C646-86E9-4000-842D-ED0A2879E927}" type="slidenum">
              <a:rPr lang="en-US" altLang="en-US" sz="1200" dirty="0">
                <a:solidFill>
                  <a:srgbClr val="898989"/>
                </a:solidFill>
              </a:rPr>
              <a:pPr>
                <a:spcBef>
                  <a:spcPct val="0"/>
                </a:spcBef>
                <a:buFontTx/>
                <a:buNone/>
              </a:pPr>
              <a:t>44</a:t>
            </a:fld>
            <a:endParaRPr lang="en-US" altLang="en-US" sz="1200">
              <a:solidFill>
                <a:srgbClr val="898989"/>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par>
                                <p:cTn id="23" presetID="10" presetClass="entr" presetSubtype="0" fill="hold" nodeType="with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500"/>
                                        <p:tgtEl>
                                          <p:spTgt spid="9"/>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4"/>
                                        </p:tgtEl>
                                        <p:attrNameLst>
                                          <p:attrName>style.visibility</p:attrName>
                                        </p:attrNameLst>
                                      </p:cBhvr>
                                      <p:to>
                                        <p:strVal val="visible"/>
                                      </p:to>
                                    </p:set>
                                    <p:animEffect transition="in" filter="fade">
                                      <p:cBhvr>
                                        <p:cTn id="33" dur="500"/>
                                        <p:tgtEl>
                                          <p:spTgt spid="4"/>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10" presetClass="entr" presetSubtype="0" fill="hold" nodeType="clickEffect">
                                  <p:stCondLst>
                                    <p:cond delay="0"/>
                                  </p:stCondLst>
                                  <p:childTnLst>
                                    <p:set>
                                      <p:cBhvr>
                                        <p:cTn id="37" dur="1" fill="hold">
                                          <p:stCondLst>
                                            <p:cond delay="0"/>
                                          </p:stCondLst>
                                        </p:cTn>
                                        <p:tgtEl>
                                          <p:spTgt spid="3">
                                            <p:txEl>
                                              <p:pRg st="4" end="4"/>
                                            </p:txEl>
                                          </p:spTgt>
                                        </p:tgtEl>
                                        <p:attrNameLst>
                                          <p:attrName>style.visibility</p:attrName>
                                        </p:attrNameLst>
                                      </p:cBhvr>
                                      <p:to>
                                        <p:strVal val="visible"/>
                                      </p:to>
                                    </p:set>
                                    <p:animEffect transition="in" filter="fade">
                                      <p:cBhvr>
                                        <p:cTn id="38" dur="500"/>
                                        <p:tgtEl>
                                          <p:spTgt spid="3">
                                            <p:txEl>
                                              <p:pRg st="4" end="4"/>
                                            </p:txEl>
                                          </p:spTgt>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10" presetClass="entr" presetSubtype="0" fill="hold" nodeType="clickEffect">
                                  <p:stCondLst>
                                    <p:cond delay="0"/>
                                  </p:stCondLst>
                                  <p:childTnLst>
                                    <p:set>
                                      <p:cBhvr>
                                        <p:cTn id="42" dur="1" fill="hold">
                                          <p:stCondLst>
                                            <p:cond delay="0"/>
                                          </p:stCondLst>
                                        </p:cTn>
                                        <p:tgtEl>
                                          <p:spTgt spid="3">
                                            <p:txEl>
                                              <p:pRg st="5" end="5"/>
                                            </p:txEl>
                                          </p:spTgt>
                                        </p:tgtEl>
                                        <p:attrNameLst>
                                          <p:attrName>style.visibility</p:attrName>
                                        </p:attrNameLst>
                                      </p:cBhvr>
                                      <p:to>
                                        <p:strVal val="visible"/>
                                      </p:to>
                                    </p:set>
                                    <p:animEffect transition="in" filter="fade">
                                      <p:cBhvr>
                                        <p:cTn id="43" dur="500"/>
                                        <p:tgtEl>
                                          <p:spTgt spid="3">
                                            <p:txEl>
                                              <p:pRg st="5" end="5"/>
                                            </p:txEl>
                                          </p:spTgt>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5"/>
                                        </p:tgtEl>
                                        <p:attrNameLst>
                                          <p:attrName>style.visibility</p:attrName>
                                        </p:attrNameLst>
                                      </p:cBhvr>
                                      <p:to>
                                        <p:strVal val="visible"/>
                                      </p:to>
                                    </p:set>
                                    <p:animEffect transition="in" filter="fade">
                                      <p:cBhvr>
                                        <p:cTn id="48" dur="500"/>
                                        <p:tgtEl>
                                          <p:spTgt spid="5"/>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10" presetClass="entr" presetSubtype="0" fill="hold" nodeType="clickEffect">
                                  <p:stCondLst>
                                    <p:cond delay="0"/>
                                  </p:stCondLst>
                                  <p:childTnLst>
                                    <p:set>
                                      <p:cBhvr>
                                        <p:cTn id="52" dur="1" fill="hold">
                                          <p:stCondLst>
                                            <p:cond delay="0"/>
                                          </p:stCondLst>
                                        </p:cTn>
                                        <p:tgtEl>
                                          <p:spTgt spid="3">
                                            <p:txEl>
                                              <p:pRg st="7" end="7"/>
                                            </p:txEl>
                                          </p:spTgt>
                                        </p:tgtEl>
                                        <p:attrNameLst>
                                          <p:attrName>style.visibility</p:attrName>
                                        </p:attrNameLst>
                                      </p:cBhvr>
                                      <p:to>
                                        <p:strVal val="visible"/>
                                      </p:to>
                                    </p:set>
                                    <p:animEffect transition="in" filter="fade">
                                      <p:cBhvr>
                                        <p:cTn id="53" dur="500"/>
                                        <p:tgtEl>
                                          <p:spTgt spid="3">
                                            <p:txEl>
                                              <p:pRg st="7" end="7"/>
                                            </p:txEl>
                                          </p:spTgt>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10" presetClass="entr" presetSubtype="0" fill="hold" nodeType="clickEffect">
                                  <p:stCondLst>
                                    <p:cond delay="0"/>
                                  </p:stCondLst>
                                  <p:childTnLst>
                                    <p:set>
                                      <p:cBhvr>
                                        <p:cTn id="57" dur="1" fill="hold">
                                          <p:stCondLst>
                                            <p:cond delay="0"/>
                                          </p:stCondLst>
                                        </p:cTn>
                                        <p:tgtEl>
                                          <p:spTgt spid="3">
                                            <p:txEl>
                                              <p:pRg st="8" end="8"/>
                                            </p:txEl>
                                          </p:spTgt>
                                        </p:tgtEl>
                                        <p:attrNameLst>
                                          <p:attrName>style.visibility</p:attrName>
                                        </p:attrNameLst>
                                      </p:cBhvr>
                                      <p:to>
                                        <p:strVal val="visible"/>
                                      </p:to>
                                    </p:set>
                                    <p:animEffect transition="in" filter="fade">
                                      <p:cBhvr>
                                        <p:cTn id="58" dur="500"/>
                                        <p:tgtEl>
                                          <p:spTgt spid="3">
                                            <p:txEl>
                                              <p:pRg st="8" end="8"/>
                                            </p:txEl>
                                          </p:spTgt>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4" fill="hold" nodeType="clickEffect">
                                  <p:stCondLst>
                                    <p:cond delay="0"/>
                                  </p:stCondLst>
                                  <p:childTnLst>
                                    <p:set>
                                      <p:cBhvr>
                                        <p:cTn id="62" dur="1" fill="hold">
                                          <p:stCondLst>
                                            <p:cond delay="0"/>
                                          </p:stCondLst>
                                        </p:cTn>
                                        <p:tgtEl>
                                          <p:spTgt spid="7"/>
                                        </p:tgtEl>
                                        <p:attrNameLst>
                                          <p:attrName>style.visibility</p:attrName>
                                        </p:attrNameLst>
                                      </p:cBhvr>
                                      <p:to>
                                        <p:strVal val="visible"/>
                                      </p:to>
                                    </p:set>
                                    <p:animEffect transition="in" filter="wipe(down)">
                                      <p:cBhvr>
                                        <p:cTn id="63" dur="500"/>
                                        <p:tgtEl>
                                          <p:spTgt spid="7"/>
                                        </p:tgtEl>
                                      </p:cBhvr>
                                    </p:animEffect>
                                  </p:childTnLst>
                                </p:cTn>
                              </p:par>
                              <p:par>
                                <p:cTn id="64" presetID="22" presetClass="entr" presetSubtype="4" fill="hold" nodeType="withEffect">
                                  <p:stCondLst>
                                    <p:cond delay="0"/>
                                  </p:stCondLst>
                                  <p:childTnLst>
                                    <p:set>
                                      <p:cBhvr>
                                        <p:cTn id="65" dur="1" fill="hold">
                                          <p:stCondLst>
                                            <p:cond delay="0"/>
                                          </p:stCondLst>
                                        </p:cTn>
                                        <p:tgtEl>
                                          <p:spTgt spid="8"/>
                                        </p:tgtEl>
                                        <p:attrNameLst>
                                          <p:attrName>style.visibility</p:attrName>
                                        </p:attrNameLst>
                                      </p:cBhvr>
                                      <p:to>
                                        <p:strVal val="visible"/>
                                      </p:to>
                                    </p:set>
                                    <p:animEffect transition="in" filter="wipe(down)">
                                      <p:cBhvr>
                                        <p:cTn id="66" dur="500"/>
                                        <p:tgtEl>
                                          <p:spTgt spid="8"/>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6"/>
                                        </p:tgtEl>
                                        <p:attrNameLst>
                                          <p:attrName>style.visibility</p:attrName>
                                        </p:attrNameLst>
                                      </p:cBhvr>
                                      <p:to>
                                        <p:strVal val="visible"/>
                                      </p:to>
                                    </p:set>
                                    <p:animEffect transition="in" filter="fade">
                                      <p:cBhvr>
                                        <p:cTn id="7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9"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F24223A-C25C-43EA-9A60-7295AE620428}"/>
              </a:ext>
            </a:extLst>
          </p:cNvPr>
          <p:cNvSpPr>
            <a:spLocks noGrp="1"/>
          </p:cNvSpPr>
          <p:nvPr>
            <p:ph idx="1"/>
          </p:nvPr>
        </p:nvSpPr>
        <p:spPr>
          <a:xfrm>
            <a:off x="1134374" y="1542692"/>
            <a:ext cx="4082870" cy="3943708"/>
          </a:xfrm>
        </p:spPr>
        <p:txBody>
          <a:bodyPr/>
          <a:lstStyle/>
          <a:p>
            <a:pPr marL="0" indent="0">
              <a:buFont typeface="Arial" panose="020B0604020202020204" pitchFamily="34" charset="0"/>
              <a:buNone/>
            </a:pPr>
            <a:r>
              <a:rPr lang="en-US" altLang="en-US" sz="2400">
                <a:latin typeface="Times New Roman" panose="02020603050405020304" pitchFamily="18" charset="0"/>
                <a:cs typeface="Times New Roman" panose="02020603050405020304" pitchFamily="18" charset="0"/>
              </a:rPr>
              <a:t>class Father (object): </a:t>
            </a:r>
          </a:p>
          <a:p>
            <a:pPr marL="0" indent="0">
              <a:buFont typeface="Arial" panose="020B0604020202020204" pitchFamily="34" charset="0"/>
              <a:buNone/>
            </a:pPr>
            <a:r>
              <a:rPr lang="en-US" altLang="en-US" sz="2400">
                <a:latin typeface="Times New Roman" panose="02020603050405020304" pitchFamily="18" charset="0"/>
                <a:cs typeface="Times New Roman" panose="02020603050405020304" pitchFamily="18" charset="0"/>
              </a:rPr>
              <a:t>     members of class Father </a:t>
            </a:r>
          </a:p>
          <a:p>
            <a:pPr marL="0" indent="0">
              <a:buFont typeface="Arial" panose="020B0604020202020204" pitchFamily="34" charset="0"/>
              <a:buNone/>
            </a:pPr>
            <a:endParaRPr lang="en-US" altLang="en-US" sz="240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en-US" sz="2400">
                <a:latin typeface="Times New Roman" panose="02020603050405020304" pitchFamily="18" charset="0"/>
                <a:cs typeface="Times New Roman" panose="02020603050405020304" pitchFamily="18" charset="0"/>
              </a:rPr>
              <a:t>class Mother (object):</a:t>
            </a:r>
          </a:p>
          <a:p>
            <a:pPr marL="0" indent="0">
              <a:buFont typeface="Arial" panose="020B0604020202020204" pitchFamily="34" charset="0"/>
              <a:buNone/>
            </a:pPr>
            <a:r>
              <a:rPr lang="en-US" altLang="en-US" sz="2400">
                <a:latin typeface="Times New Roman" panose="02020603050405020304" pitchFamily="18" charset="0"/>
                <a:cs typeface="Times New Roman" panose="02020603050405020304" pitchFamily="18" charset="0"/>
              </a:rPr>
              <a:t>     members of class Mother </a:t>
            </a:r>
          </a:p>
          <a:p>
            <a:pPr marL="0" indent="0">
              <a:buFont typeface="Arial" panose="020B0604020202020204" pitchFamily="34" charset="0"/>
              <a:buNone/>
            </a:pPr>
            <a:endParaRPr lang="en-US" altLang="en-US" sz="240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en-US" sz="2400">
                <a:latin typeface="Times New Roman" panose="02020603050405020304" pitchFamily="18" charset="0"/>
                <a:cs typeface="Times New Roman" panose="02020603050405020304" pitchFamily="18" charset="0"/>
              </a:rPr>
              <a:t>class Son (Father, Mother):</a:t>
            </a:r>
          </a:p>
          <a:p>
            <a:pPr marL="0" indent="0">
              <a:buFont typeface="Arial" panose="020B0604020202020204" pitchFamily="34" charset="0"/>
              <a:buNone/>
            </a:pPr>
            <a:r>
              <a:rPr lang="en-US" altLang="en-US" sz="2400">
                <a:latin typeface="Times New Roman" panose="02020603050405020304" pitchFamily="18" charset="0"/>
                <a:cs typeface="Times New Roman" panose="02020603050405020304" pitchFamily="18" charset="0"/>
              </a:rPr>
              <a:t>    members of class Son </a:t>
            </a:r>
          </a:p>
        </p:txBody>
      </p:sp>
      <p:sp>
        <p:nvSpPr>
          <p:cNvPr id="17" name="Right Brace 16">
            <a:extLst>
              <a:ext uri="{FF2B5EF4-FFF2-40B4-BE49-F238E27FC236}">
                <a16:creationId xmlns:a16="http://schemas.microsoft.com/office/drawing/2014/main" id="{20958D08-F745-47D5-A5E3-38D0DBB04D8A}"/>
              </a:ext>
            </a:extLst>
          </p:cNvPr>
          <p:cNvSpPr/>
          <p:nvPr/>
        </p:nvSpPr>
        <p:spPr>
          <a:xfrm>
            <a:off x="5138738" y="1963738"/>
            <a:ext cx="381000" cy="536575"/>
          </a:xfrm>
          <a:prstGeom prst="rightBrace">
            <a:avLst/>
          </a:prstGeom>
        </p:spPr>
        <p:style>
          <a:lnRef idx="2">
            <a:schemeClr val="accent3"/>
          </a:lnRef>
          <a:fillRef idx="0">
            <a:schemeClr val="accent3"/>
          </a:fillRef>
          <a:effectRef idx="1">
            <a:schemeClr val="accent3"/>
          </a:effectRef>
          <a:fontRef idx="minor">
            <a:schemeClr val="tx1"/>
          </a:fontRef>
        </p:style>
        <p:txBody>
          <a:bodyPr anchor="ctr"/>
          <a:lstStyle/>
          <a:p>
            <a:pPr algn="ctr">
              <a:defRPr/>
            </a:pPr>
            <a:endParaRPr lang="en-US"/>
          </a:p>
        </p:txBody>
      </p:sp>
      <p:sp>
        <p:nvSpPr>
          <p:cNvPr id="18" name="Rectangle 17">
            <a:extLst>
              <a:ext uri="{FF2B5EF4-FFF2-40B4-BE49-F238E27FC236}">
                <a16:creationId xmlns:a16="http://schemas.microsoft.com/office/drawing/2014/main" id="{37B5ABD5-2E7A-4F79-8897-2D5AF6D66965}"/>
              </a:ext>
            </a:extLst>
          </p:cNvPr>
          <p:cNvSpPr/>
          <p:nvPr/>
        </p:nvSpPr>
        <p:spPr>
          <a:xfrm>
            <a:off x="5519738" y="1963738"/>
            <a:ext cx="1643062" cy="536575"/>
          </a:xfrm>
          <a:prstGeom prst="rect">
            <a:avLst/>
          </a:prstGeom>
        </p:spPr>
        <p:style>
          <a:lnRef idx="1">
            <a:schemeClr val="accent3"/>
          </a:lnRef>
          <a:fillRef idx="2">
            <a:schemeClr val="accent3"/>
          </a:fillRef>
          <a:effectRef idx="1">
            <a:schemeClr val="accent3"/>
          </a:effectRef>
          <a:fontRef idx="minor">
            <a:schemeClr val="dk1"/>
          </a:fontRef>
        </p:style>
        <p:txBody>
          <a:bodyPr anchor="ctr"/>
          <a:lstStyle/>
          <a:p>
            <a:pPr algn="ctr">
              <a:defRPr/>
            </a:pPr>
            <a:r>
              <a:rPr lang="en-US" sz="2000">
                <a:latin typeface="Times New Roman" pitchFamily="18" charset="0"/>
                <a:cs typeface="Times New Roman" pitchFamily="18" charset="0"/>
              </a:rPr>
              <a:t>Parent Class</a:t>
            </a:r>
          </a:p>
        </p:txBody>
      </p:sp>
      <p:sp>
        <p:nvSpPr>
          <p:cNvPr id="19" name="Right Brace 18">
            <a:extLst>
              <a:ext uri="{FF2B5EF4-FFF2-40B4-BE49-F238E27FC236}">
                <a16:creationId xmlns:a16="http://schemas.microsoft.com/office/drawing/2014/main" id="{C887AF66-B4AB-4921-B783-663C126C01EA}"/>
              </a:ext>
            </a:extLst>
          </p:cNvPr>
          <p:cNvSpPr/>
          <p:nvPr/>
        </p:nvSpPr>
        <p:spPr>
          <a:xfrm>
            <a:off x="5378450" y="3251200"/>
            <a:ext cx="381000" cy="485775"/>
          </a:xfrm>
          <a:prstGeom prst="rightBrace">
            <a:avLst/>
          </a:prstGeom>
        </p:spPr>
        <p:style>
          <a:lnRef idx="2">
            <a:schemeClr val="accent3"/>
          </a:lnRef>
          <a:fillRef idx="0">
            <a:schemeClr val="accent3"/>
          </a:fillRef>
          <a:effectRef idx="1">
            <a:schemeClr val="accent3"/>
          </a:effectRef>
          <a:fontRef idx="minor">
            <a:schemeClr val="tx1"/>
          </a:fontRef>
        </p:style>
        <p:txBody>
          <a:bodyPr anchor="ctr"/>
          <a:lstStyle/>
          <a:p>
            <a:pPr algn="ctr">
              <a:defRPr/>
            </a:pPr>
            <a:endParaRPr lang="en-US"/>
          </a:p>
        </p:txBody>
      </p:sp>
      <p:sp>
        <p:nvSpPr>
          <p:cNvPr id="20" name="Rectangle 19">
            <a:extLst>
              <a:ext uri="{FF2B5EF4-FFF2-40B4-BE49-F238E27FC236}">
                <a16:creationId xmlns:a16="http://schemas.microsoft.com/office/drawing/2014/main" id="{4DAB3A53-8690-45AC-94C2-156CBABB39DB}"/>
              </a:ext>
            </a:extLst>
          </p:cNvPr>
          <p:cNvSpPr/>
          <p:nvPr/>
        </p:nvSpPr>
        <p:spPr>
          <a:xfrm>
            <a:off x="5759450" y="3251200"/>
            <a:ext cx="1631950" cy="485775"/>
          </a:xfrm>
          <a:prstGeom prst="rect">
            <a:avLst/>
          </a:prstGeom>
        </p:spPr>
        <p:style>
          <a:lnRef idx="1">
            <a:schemeClr val="accent3"/>
          </a:lnRef>
          <a:fillRef idx="2">
            <a:schemeClr val="accent3"/>
          </a:fillRef>
          <a:effectRef idx="1">
            <a:schemeClr val="accent3"/>
          </a:effectRef>
          <a:fontRef idx="minor">
            <a:schemeClr val="dk1"/>
          </a:fontRef>
        </p:style>
        <p:txBody>
          <a:bodyPr anchor="ctr"/>
          <a:lstStyle/>
          <a:p>
            <a:pPr algn="ctr">
              <a:defRPr/>
            </a:pPr>
            <a:r>
              <a:rPr lang="en-US" sz="2000">
                <a:latin typeface="Times New Roman" pitchFamily="18" charset="0"/>
                <a:cs typeface="Times New Roman" pitchFamily="18" charset="0"/>
              </a:rPr>
              <a:t>Parent Class</a:t>
            </a:r>
          </a:p>
        </p:txBody>
      </p:sp>
      <p:sp>
        <p:nvSpPr>
          <p:cNvPr id="16" name="Right Brace 15">
            <a:extLst>
              <a:ext uri="{FF2B5EF4-FFF2-40B4-BE49-F238E27FC236}">
                <a16:creationId xmlns:a16="http://schemas.microsoft.com/office/drawing/2014/main" id="{635162D3-819E-45C5-BB06-04754AC747C8}"/>
              </a:ext>
            </a:extLst>
          </p:cNvPr>
          <p:cNvSpPr/>
          <p:nvPr/>
        </p:nvSpPr>
        <p:spPr>
          <a:xfrm>
            <a:off x="5219700" y="4459288"/>
            <a:ext cx="381000" cy="485775"/>
          </a:xfrm>
          <a:prstGeom prst="rightBrace">
            <a:avLst/>
          </a:prstGeom>
        </p:spPr>
        <p:style>
          <a:lnRef idx="2">
            <a:schemeClr val="accent4"/>
          </a:lnRef>
          <a:fillRef idx="0">
            <a:schemeClr val="accent4"/>
          </a:fillRef>
          <a:effectRef idx="1">
            <a:schemeClr val="accent4"/>
          </a:effectRef>
          <a:fontRef idx="minor">
            <a:schemeClr val="tx1"/>
          </a:fontRef>
        </p:style>
        <p:txBody>
          <a:bodyPr anchor="ctr"/>
          <a:lstStyle/>
          <a:p>
            <a:pPr algn="ctr">
              <a:defRPr/>
            </a:pPr>
            <a:endParaRPr lang="en-US"/>
          </a:p>
        </p:txBody>
      </p:sp>
      <p:sp>
        <p:nvSpPr>
          <p:cNvPr id="30" name="Rectangle 29">
            <a:extLst>
              <a:ext uri="{FF2B5EF4-FFF2-40B4-BE49-F238E27FC236}">
                <a16:creationId xmlns:a16="http://schemas.microsoft.com/office/drawing/2014/main" id="{71A22256-1FC5-43C7-B273-75130A09674D}"/>
              </a:ext>
            </a:extLst>
          </p:cNvPr>
          <p:cNvSpPr/>
          <p:nvPr/>
        </p:nvSpPr>
        <p:spPr>
          <a:xfrm>
            <a:off x="5600700" y="4414838"/>
            <a:ext cx="1412875" cy="530225"/>
          </a:xfrm>
          <a:prstGeom prst="rect">
            <a:avLst/>
          </a:prstGeom>
        </p:spPr>
        <p:style>
          <a:lnRef idx="1">
            <a:schemeClr val="accent4"/>
          </a:lnRef>
          <a:fillRef idx="2">
            <a:schemeClr val="accent4"/>
          </a:fillRef>
          <a:effectRef idx="1">
            <a:schemeClr val="accent4"/>
          </a:effectRef>
          <a:fontRef idx="minor">
            <a:schemeClr val="dk1"/>
          </a:fontRef>
        </p:style>
        <p:txBody>
          <a:bodyPr anchor="ctr"/>
          <a:lstStyle/>
          <a:p>
            <a:pPr algn="ctr">
              <a:defRPr/>
            </a:pPr>
            <a:r>
              <a:rPr lang="en-US" sz="2000">
                <a:latin typeface="Times New Roman" pitchFamily="18" charset="0"/>
                <a:cs typeface="Times New Roman" pitchFamily="18" charset="0"/>
              </a:rPr>
              <a:t>Child Class</a:t>
            </a:r>
          </a:p>
        </p:txBody>
      </p:sp>
      <p:sp>
        <p:nvSpPr>
          <p:cNvPr id="21" name="Rectangle 20">
            <a:extLst>
              <a:ext uri="{FF2B5EF4-FFF2-40B4-BE49-F238E27FC236}">
                <a16:creationId xmlns:a16="http://schemas.microsoft.com/office/drawing/2014/main" id="{41FC676B-BC24-42F9-8CBD-93F37555C683}"/>
              </a:ext>
            </a:extLst>
          </p:cNvPr>
          <p:cNvSpPr/>
          <p:nvPr/>
        </p:nvSpPr>
        <p:spPr>
          <a:xfrm>
            <a:off x="8291513" y="2320925"/>
            <a:ext cx="950912" cy="476250"/>
          </a:xfrm>
          <a:prstGeom prst="rect">
            <a:avLst/>
          </a:prstGeom>
        </p:spPr>
        <p:style>
          <a:lnRef idx="1">
            <a:schemeClr val="accent3"/>
          </a:lnRef>
          <a:fillRef idx="2">
            <a:schemeClr val="accent3"/>
          </a:fillRef>
          <a:effectRef idx="1">
            <a:schemeClr val="accent3"/>
          </a:effectRef>
          <a:fontRef idx="minor">
            <a:schemeClr val="dk1"/>
          </a:fontRef>
        </p:style>
        <p:txBody>
          <a:bodyPr anchor="ctr"/>
          <a:lstStyle/>
          <a:p>
            <a:pPr algn="ctr">
              <a:defRPr/>
            </a:pPr>
            <a:r>
              <a:rPr lang="en-US" b="1">
                <a:latin typeface="Times New Roman" pitchFamily="18" charset="0"/>
                <a:cs typeface="Times New Roman" pitchFamily="18" charset="0"/>
              </a:rPr>
              <a:t>Father</a:t>
            </a:r>
            <a:endParaRPr lang="en-US" sz="1600" b="1">
              <a:latin typeface="Times New Roman" pitchFamily="18" charset="0"/>
              <a:cs typeface="Times New Roman" pitchFamily="18" charset="0"/>
            </a:endParaRPr>
          </a:p>
        </p:txBody>
      </p:sp>
      <p:sp>
        <p:nvSpPr>
          <p:cNvPr id="22" name="Rectangle 21">
            <a:extLst>
              <a:ext uri="{FF2B5EF4-FFF2-40B4-BE49-F238E27FC236}">
                <a16:creationId xmlns:a16="http://schemas.microsoft.com/office/drawing/2014/main" id="{2503A25B-073A-450A-B3BA-58B8B2EC2787}"/>
              </a:ext>
            </a:extLst>
          </p:cNvPr>
          <p:cNvSpPr/>
          <p:nvPr/>
        </p:nvSpPr>
        <p:spPr>
          <a:xfrm>
            <a:off x="9323388" y="2295525"/>
            <a:ext cx="963612" cy="501650"/>
          </a:xfrm>
          <a:prstGeom prst="rect">
            <a:avLst/>
          </a:prstGeom>
        </p:spPr>
        <p:style>
          <a:lnRef idx="1">
            <a:schemeClr val="accent3"/>
          </a:lnRef>
          <a:fillRef idx="2">
            <a:schemeClr val="accent3"/>
          </a:fillRef>
          <a:effectRef idx="1">
            <a:schemeClr val="accent3"/>
          </a:effectRef>
          <a:fontRef idx="minor">
            <a:schemeClr val="dk1"/>
          </a:fontRef>
        </p:style>
        <p:txBody>
          <a:bodyPr anchor="ctr"/>
          <a:lstStyle/>
          <a:p>
            <a:pPr algn="ctr">
              <a:defRPr/>
            </a:pPr>
            <a:r>
              <a:rPr lang="en-US" b="1">
                <a:latin typeface="Times New Roman" pitchFamily="18" charset="0"/>
                <a:cs typeface="Times New Roman" pitchFamily="18" charset="0"/>
              </a:rPr>
              <a:t>Mother</a:t>
            </a:r>
            <a:endParaRPr lang="en-US" sz="1100" b="1">
              <a:latin typeface="Times New Roman" pitchFamily="18" charset="0"/>
              <a:cs typeface="Times New Roman" pitchFamily="18" charset="0"/>
            </a:endParaRPr>
          </a:p>
        </p:txBody>
      </p:sp>
      <p:sp>
        <p:nvSpPr>
          <p:cNvPr id="24" name="Rectangle 23">
            <a:extLst>
              <a:ext uri="{FF2B5EF4-FFF2-40B4-BE49-F238E27FC236}">
                <a16:creationId xmlns:a16="http://schemas.microsoft.com/office/drawing/2014/main" id="{B0C7130B-106B-4297-86DF-1D513F5A8036}"/>
              </a:ext>
            </a:extLst>
          </p:cNvPr>
          <p:cNvSpPr/>
          <p:nvPr/>
        </p:nvSpPr>
        <p:spPr>
          <a:xfrm>
            <a:off x="8763000" y="3295650"/>
            <a:ext cx="1066800" cy="492125"/>
          </a:xfrm>
          <a:prstGeom prst="rect">
            <a:avLst/>
          </a:prstGeom>
        </p:spPr>
        <p:style>
          <a:lnRef idx="1">
            <a:schemeClr val="accent4"/>
          </a:lnRef>
          <a:fillRef idx="2">
            <a:schemeClr val="accent4"/>
          </a:fillRef>
          <a:effectRef idx="1">
            <a:schemeClr val="accent4"/>
          </a:effectRef>
          <a:fontRef idx="minor">
            <a:schemeClr val="dk1"/>
          </a:fontRef>
        </p:style>
        <p:txBody>
          <a:bodyPr anchor="ctr"/>
          <a:lstStyle/>
          <a:p>
            <a:pPr algn="ctr">
              <a:defRPr/>
            </a:pPr>
            <a:r>
              <a:rPr lang="en-US" b="1">
                <a:latin typeface="Times New Roman" pitchFamily="18" charset="0"/>
                <a:cs typeface="Times New Roman" pitchFamily="18" charset="0"/>
              </a:rPr>
              <a:t>Son</a:t>
            </a:r>
            <a:endParaRPr lang="en-US" sz="1100" b="1">
              <a:latin typeface="Times New Roman" pitchFamily="18" charset="0"/>
              <a:cs typeface="Times New Roman" pitchFamily="18" charset="0"/>
            </a:endParaRPr>
          </a:p>
        </p:txBody>
      </p:sp>
      <p:cxnSp>
        <p:nvCxnSpPr>
          <p:cNvPr id="26" name="Straight Arrow Connector 25">
            <a:extLst>
              <a:ext uri="{FF2B5EF4-FFF2-40B4-BE49-F238E27FC236}">
                <a16:creationId xmlns:a16="http://schemas.microsoft.com/office/drawing/2014/main" id="{CF15F792-23BF-4555-8770-010486966A96}"/>
              </a:ext>
            </a:extLst>
          </p:cNvPr>
          <p:cNvCxnSpPr>
            <a:endCxn id="24" idx="0"/>
          </p:cNvCxnSpPr>
          <p:nvPr/>
        </p:nvCxnSpPr>
        <p:spPr>
          <a:xfrm>
            <a:off x="8839200" y="2797175"/>
            <a:ext cx="457200" cy="498475"/>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27" name="Straight Arrow Connector 26">
            <a:extLst>
              <a:ext uri="{FF2B5EF4-FFF2-40B4-BE49-F238E27FC236}">
                <a16:creationId xmlns:a16="http://schemas.microsoft.com/office/drawing/2014/main" id="{5C5E1877-8987-4FC6-BA74-1DB564C9117C}"/>
              </a:ext>
            </a:extLst>
          </p:cNvPr>
          <p:cNvCxnSpPr>
            <a:endCxn id="24" idx="0"/>
          </p:cNvCxnSpPr>
          <p:nvPr/>
        </p:nvCxnSpPr>
        <p:spPr>
          <a:xfrm flipH="1">
            <a:off x="9296400" y="2797175"/>
            <a:ext cx="506413" cy="498475"/>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sp>
        <p:nvSpPr>
          <p:cNvPr id="36" name="Rectangle 35">
            <a:extLst>
              <a:ext uri="{FF2B5EF4-FFF2-40B4-BE49-F238E27FC236}">
                <a16:creationId xmlns:a16="http://schemas.microsoft.com/office/drawing/2014/main" id="{8E2AB18C-65F3-4889-96D0-1BC4EBB4BD69}"/>
              </a:ext>
            </a:extLst>
          </p:cNvPr>
          <p:cNvSpPr/>
          <p:nvPr/>
        </p:nvSpPr>
        <p:spPr>
          <a:xfrm>
            <a:off x="8328025" y="1143000"/>
            <a:ext cx="1828800" cy="438150"/>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r>
              <a:rPr lang="en-US" sz="2000" b="1">
                <a:latin typeface="Times New Roman" pitchFamily="18" charset="0"/>
                <a:cs typeface="Times New Roman" pitchFamily="18" charset="0"/>
              </a:rPr>
              <a:t>object</a:t>
            </a:r>
            <a:endParaRPr lang="en-US" sz="900" b="1">
              <a:latin typeface="Times New Roman" pitchFamily="18" charset="0"/>
              <a:cs typeface="Times New Roman" pitchFamily="18" charset="0"/>
            </a:endParaRPr>
          </a:p>
        </p:txBody>
      </p:sp>
      <p:cxnSp>
        <p:nvCxnSpPr>
          <p:cNvPr id="37" name="Straight Arrow Connector 36">
            <a:extLst>
              <a:ext uri="{FF2B5EF4-FFF2-40B4-BE49-F238E27FC236}">
                <a16:creationId xmlns:a16="http://schemas.microsoft.com/office/drawing/2014/main" id="{764D6AF8-A1D7-4CFC-A927-F1E4CCD9C13A}"/>
              </a:ext>
            </a:extLst>
          </p:cNvPr>
          <p:cNvCxnSpPr>
            <a:stCxn id="36" idx="2"/>
            <a:endCxn id="21" idx="0"/>
          </p:cNvCxnSpPr>
          <p:nvPr/>
        </p:nvCxnSpPr>
        <p:spPr>
          <a:xfrm flipH="1">
            <a:off x="8767763" y="1581150"/>
            <a:ext cx="474662" cy="739775"/>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cxnSp>
        <p:nvCxnSpPr>
          <p:cNvPr id="40" name="Straight Arrow Connector 39">
            <a:extLst>
              <a:ext uri="{FF2B5EF4-FFF2-40B4-BE49-F238E27FC236}">
                <a16:creationId xmlns:a16="http://schemas.microsoft.com/office/drawing/2014/main" id="{D16E6424-C5A0-4659-A3D4-8439603CDBBC}"/>
              </a:ext>
            </a:extLst>
          </p:cNvPr>
          <p:cNvCxnSpPr>
            <a:stCxn id="36" idx="2"/>
            <a:endCxn id="22" idx="0"/>
          </p:cNvCxnSpPr>
          <p:nvPr/>
        </p:nvCxnSpPr>
        <p:spPr>
          <a:xfrm>
            <a:off x="9242425" y="1581150"/>
            <a:ext cx="563563" cy="714375"/>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sp>
        <p:nvSpPr>
          <p:cNvPr id="23" name="Title 1">
            <a:extLst>
              <a:ext uri="{FF2B5EF4-FFF2-40B4-BE49-F238E27FC236}">
                <a16:creationId xmlns:a16="http://schemas.microsoft.com/office/drawing/2014/main" id="{245275D8-FE36-4DE1-90F5-65245B9EFDE4}"/>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US" sz="3200" b="1">
                <a:latin typeface="Times New Roman" pitchFamily="18" charset="0"/>
                <a:cs typeface="Times New Roman" pitchFamily="18" charset="0"/>
              </a:rPr>
              <a:t>Multiple Inheritance(CO2)</a:t>
            </a:r>
          </a:p>
        </p:txBody>
      </p:sp>
      <p:sp>
        <p:nvSpPr>
          <p:cNvPr id="2" name="Date Placeholder 1">
            <a:extLst>
              <a:ext uri="{FF2B5EF4-FFF2-40B4-BE49-F238E27FC236}">
                <a16:creationId xmlns:a16="http://schemas.microsoft.com/office/drawing/2014/main" id="{4E4FF43B-8442-49AE-87A5-EDAE8372825B}"/>
              </a:ext>
            </a:extLst>
          </p:cNvPr>
          <p:cNvSpPr>
            <a:spLocks noGrp="1"/>
          </p:cNvSpPr>
          <p:nvPr>
            <p:ph type="dt" sz="quarter" idx="10"/>
          </p:nvPr>
        </p:nvSpPr>
        <p:spPr/>
        <p:txBody>
          <a:bodyPr/>
          <a:lstStyle/>
          <a:p>
            <a:pPr>
              <a:defRPr/>
            </a:pPr>
            <a:fld id="{A175B1CD-709D-4711-A1FD-3D88305C8963}" type="datetime1">
              <a:rPr lang="en-US" smtClean="0"/>
              <a:pPr>
                <a:defRPr/>
              </a:pPr>
              <a:t>5/17/2022</a:t>
            </a:fld>
            <a:endParaRPr lang="en-US"/>
          </a:p>
        </p:txBody>
      </p:sp>
      <p:sp>
        <p:nvSpPr>
          <p:cNvPr id="4" name="Footer Placeholder 3">
            <a:extLst>
              <a:ext uri="{FF2B5EF4-FFF2-40B4-BE49-F238E27FC236}">
                <a16:creationId xmlns:a16="http://schemas.microsoft.com/office/drawing/2014/main" id="{A7F427D5-C9BA-467B-B713-BFC91604C9F9}"/>
              </a:ext>
            </a:extLst>
          </p:cNvPr>
          <p:cNvSpPr>
            <a:spLocks noGrp="1"/>
          </p:cNvSpPr>
          <p:nvPr>
            <p:ph type="ftr" sz="quarter" idx="11"/>
          </p:nvPr>
        </p:nvSpPr>
        <p:spPr>
          <a:xfrm>
            <a:off x="2971800" y="6356350"/>
            <a:ext cx="6858000" cy="365125"/>
          </a:xfrm>
        </p:spPr>
        <p:txBody>
          <a:bodyPr/>
          <a:lstStyle/>
          <a:p>
            <a:pPr>
              <a:defRPr/>
            </a:pPr>
            <a:r>
              <a:rPr lang="en-US"/>
              <a:t>(Programming in Advanced Python)                                 Unit No:2</a:t>
            </a:r>
          </a:p>
        </p:txBody>
      </p:sp>
      <p:sp>
        <p:nvSpPr>
          <p:cNvPr id="44053" name="Slide Number Placeholder 4">
            <a:extLst>
              <a:ext uri="{FF2B5EF4-FFF2-40B4-BE49-F238E27FC236}">
                <a16:creationId xmlns:a16="http://schemas.microsoft.com/office/drawing/2014/main" id="{B5B0B8A2-E31B-4209-9190-45850A35C89F}"/>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44AEDC93-E8F6-4118-A304-9ACD1D7C201B}" type="slidenum">
              <a:rPr lang="en-US" altLang="en-US" sz="1200" dirty="0">
                <a:solidFill>
                  <a:srgbClr val="898989"/>
                </a:solidFill>
              </a:rPr>
              <a:pPr>
                <a:spcBef>
                  <a:spcPct val="0"/>
                </a:spcBef>
                <a:buFontTx/>
                <a:buNone/>
              </a:pPr>
              <a:t>45</a:t>
            </a:fld>
            <a:endParaRPr lang="en-US" altLang="en-US" sz="1200">
              <a:solidFill>
                <a:srgbClr val="898989"/>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500"/>
                                        <p:tgtEl>
                                          <p:spTgt spid="3">
                                            <p:txEl>
                                              <p:pRg st="7" end="7"/>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fade">
                                      <p:cBhvr>
                                        <p:cTn id="37" dur="500"/>
                                        <p:tgtEl>
                                          <p:spTgt spid="1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8"/>
                                        </p:tgtEl>
                                        <p:attrNameLst>
                                          <p:attrName>style.visibility</p:attrName>
                                        </p:attrNameLst>
                                      </p:cBhvr>
                                      <p:to>
                                        <p:strVal val="visible"/>
                                      </p:to>
                                    </p:set>
                                    <p:animEffect transition="in" filter="fade">
                                      <p:cBhvr>
                                        <p:cTn id="40" dur="500"/>
                                        <p:tgtEl>
                                          <p:spTgt spid="18"/>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19"/>
                                        </p:tgtEl>
                                        <p:attrNameLst>
                                          <p:attrName>style.visibility</p:attrName>
                                        </p:attrNameLst>
                                      </p:cBhvr>
                                      <p:to>
                                        <p:strVal val="visible"/>
                                      </p:to>
                                    </p:set>
                                    <p:animEffect transition="in" filter="fade">
                                      <p:cBhvr>
                                        <p:cTn id="45" dur="500"/>
                                        <p:tgtEl>
                                          <p:spTgt spid="19"/>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0"/>
                                        </p:tgtEl>
                                        <p:attrNameLst>
                                          <p:attrName>style.visibility</p:attrName>
                                        </p:attrNameLst>
                                      </p:cBhvr>
                                      <p:to>
                                        <p:strVal val="visible"/>
                                      </p:to>
                                    </p:set>
                                    <p:animEffect transition="in" filter="fade">
                                      <p:cBhvr>
                                        <p:cTn id="48" dur="500"/>
                                        <p:tgtEl>
                                          <p:spTgt spid="20"/>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16"/>
                                        </p:tgtEl>
                                        <p:attrNameLst>
                                          <p:attrName>style.visibility</p:attrName>
                                        </p:attrNameLst>
                                      </p:cBhvr>
                                      <p:to>
                                        <p:strVal val="visible"/>
                                      </p:to>
                                    </p:set>
                                    <p:animEffect transition="in" filter="fade">
                                      <p:cBhvr>
                                        <p:cTn id="53" dur="500"/>
                                        <p:tgtEl>
                                          <p:spTgt spid="16"/>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30"/>
                                        </p:tgtEl>
                                        <p:attrNameLst>
                                          <p:attrName>style.visibility</p:attrName>
                                        </p:attrNameLst>
                                      </p:cBhvr>
                                      <p:to>
                                        <p:strVal val="visible"/>
                                      </p:to>
                                    </p:set>
                                    <p:animEffect transition="in" filter="fade">
                                      <p:cBhvr>
                                        <p:cTn id="56" dur="500"/>
                                        <p:tgtEl>
                                          <p:spTgt spid="30"/>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36"/>
                                        </p:tgtEl>
                                        <p:attrNameLst>
                                          <p:attrName>style.visibility</p:attrName>
                                        </p:attrNameLst>
                                      </p:cBhvr>
                                      <p:to>
                                        <p:strVal val="visible"/>
                                      </p:to>
                                    </p:set>
                                    <p:animEffect transition="in" filter="fade">
                                      <p:cBhvr>
                                        <p:cTn id="61" dur="500"/>
                                        <p:tgtEl>
                                          <p:spTgt spid="36"/>
                                        </p:tgtEl>
                                      </p:cBhvr>
                                    </p:animEffect>
                                  </p:childTnLst>
                                </p:cTn>
                              </p:par>
                              <p:par>
                                <p:cTn id="62" presetID="10" presetClass="entr" presetSubtype="0" fill="hold" nodeType="withEffect">
                                  <p:stCondLst>
                                    <p:cond delay="0"/>
                                  </p:stCondLst>
                                  <p:childTnLst>
                                    <p:set>
                                      <p:cBhvr>
                                        <p:cTn id="63" dur="1" fill="hold">
                                          <p:stCondLst>
                                            <p:cond delay="0"/>
                                          </p:stCondLst>
                                        </p:cTn>
                                        <p:tgtEl>
                                          <p:spTgt spid="37"/>
                                        </p:tgtEl>
                                        <p:attrNameLst>
                                          <p:attrName>style.visibility</p:attrName>
                                        </p:attrNameLst>
                                      </p:cBhvr>
                                      <p:to>
                                        <p:strVal val="visible"/>
                                      </p:to>
                                    </p:set>
                                    <p:animEffect transition="in" filter="fade">
                                      <p:cBhvr>
                                        <p:cTn id="64" dur="500"/>
                                        <p:tgtEl>
                                          <p:spTgt spid="37"/>
                                        </p:tgtEl>
                                      </p:cBhvr>
                                    </p:animEffect>
                                  </p:childTnLst>
                                </p:cTn>
                              </p:par>
                              <p:par>
                                <p:cTn id="65" presetID="10" presetClass="entr" presetSubtype="0" fill="hold" nodeType="withEffect">
                                  <p:stCondLst>
                                    <p:cond delay="0"/>
                                  </p:stCondLst>
                                  <p:childTnLst>
                                    <p:set>
                                      <p:cBhvr>
                                        <p:cTn id="66" dur="1" fill="hold">
                                          <p:stCondLst>
                                            <p:cond delay="0"/>
                                          </p:stCondLst>
                                        </p:cTn>
                                        <p:tgtEl>
                                          <p:spTgt spid="40"/>
                                        </p:tgtEl>
                                        <p:attrNameLst>
                                          <p:attrName>style.visibility</p:attrName>
                                        </p:attrNameLst>
                                      </p:cBhvr>
                                      <p:to>
                                        <p:strVal val="visible"/>
                                      </p:to>
                                    </p:set>
                                    <p:animEffect transition="in" filter="fade">
                                      <p:cBhvr>
                                        <p:cTn id="67" dur="500"/>
                                        <p:tgtEl>
                                          <p:spTgt spid="40"/>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21"/>
                                        </p:tgtEl>
                                        <p:attrNameLst>
                                          <p:attrName>style.visibility</p:attrName>
                                        </p:attrNameLst>
                                      </p:cBhvr>
                                      <p:to>
                                        <p:strVal val="visible"/>
                                      </p:to>
                                    </p:set>
                                    <p:animEffect transition="in" filter="fade">
                                      <p:cBhvr>
                                        <p:cTn id="72" dur="500"/>
                                        <p:tgtEl>
                                          <p:spTgt spid="21"/>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2"/>
                                        </p:tgtEl>
                                        <p:attrNameLst>
                                          <p:attrName>style.visibility</p:attrName>
                                        </p:attrNameLst>
                                      </p:cBhvr>
                                      <p:to>
                                        <p:strVal val="visible"/>
                                      </p:to>
                                    </p:set>
                                    <p:animEffect transition="in" filter="fade">
                                      <p:cBhvr>
                                        <p:cTn id="75" dur="500"/>
                                        <p:tgtEl>
                                          <p:spTgt spid="22"/>
                                        </p:tgtEl>
                                      </p:cBhvr>
                                    </p:animEffect>
                                  </p:childTnLst>
                                </p:cTn>
                              </p:par>
                            </p:childTnLst>
                          </p:cTn>
                        </p:par>
                      </p:childTnLst>
                    </p:cTn>
                  </p:par>
                  <p:par>
                    <p:cTn id="76" fill="hold" nodeType="clickPar">
                      <p:stCondLst>
                        <p:cond delay="indefinite"/>
                      </p:stCondLst>
                      <p:childTnLst>
                        <p:par>
                          <p:cTn id="77" fill="hold" nodeType="withGroup">
                            <p:stCondLst>
                              <p:cond delay="0"/>
                            </p:stCondLst>
                            <p:childTnLst>
                              <p:par>
                                <p:cTn id="78" presetID="22" presetClass="entr" presetSubtype="4" fill="hold" nodeType="clickEffect">
                                  <p:stCondLst>
                                    <p:cond delay="0"/>
                                  </p:stCondLst>
                                  <p:childTnLst>
                                    <p:set>
                                      <p:cBhvr>
                                        <p:cTn id="79" dur="1" fill="hold">
                                          <p:stCondLst>
                                            <p:cond delay="0"/>
                                          </p:stCondLst>
                                        </p:cTn>
                                        <p:tgtEl>
                                          <p:spTgt spid="26"/>
                                        </p:tgtEl>
                                        <p:attrNameLst>
                                          <p:attrName>style.visibility</p:attrName>
                                        </p:attrNameLst>
                                      </p:cBhvr>
                                      <p:to>
                                        <p:strVal val="visible"/>
                                      </p:to>
                                    </p:set>
                                    <p:animEffect transition="in" filter="wipe(down)">
                                      <p:cBhvr>
                                        <p:cTn id="80" dur="500"/>
                                        <p:tgtEl>
                                          <p:spTgt spid="26"/>
                                        </p:tgtEl>
                                      </p:cBhvr>
                                    </p:animEffect>
                                  </p:childTnLst>
                                </p:cTn>
                              </p:par>
                              <p:par>
                                <p:cTn id="81" presetID="22" presetClass="entr" presetSubtype="4" fill="hold" nodeType="withEffect">
                                  <p:stCondLst>
                                    <p:cond delay="0"/>
                                  </p:stCondLst>
                                  <p:childTnLst>
                                    <p:set>
                                      <p:cBhvr>
                                        <p:cTn id="82" dur="1" fill="hold">
                                          <p:stCondLst>
                                            <p:cond delay="0"/>
                                          </p:stCondLst>
                                        </p:cTn>
                                        <p:tgtEl>
                                          <p:spTgt spid="27"/>
                                        </p:tgtEl>
                                        <p:attrNameLst>
                                          <p:attrName>style.visibility</p:attrName>
                                        </p:attrNameLst>
                                      </p:cBhvr>
                                      <p:to>
                                        <p:strVal val="visible"/>
                                      </p:to>
                                    </p:set>
                                    <p:animEffect transition="in" filter="wipe(down)">
                                      <p:cBhvr>
                                        <p:cTn id="83" dur="500"/>
                                        <p:tgtEl>
                                          <p:spTgt spid="27"/>
                                        </p:tgtEl>
                                      </p:cBhvr>
                                    </p:animEffect>
                                  </p:childTnLst>
                                </p:cTn>
                              </p:par>
                            </p:childTnLst>
                          </p:cTn>
                        </p:par>
                      </p:childTnLst>
                    </p:cTn>
                  </p:par>
                  <p:par>
                    <p:cTn id="84" fill="hold" nodeType="clickPar">
                      <p:stCondLst>
                        <p:cond delay="indefinite"/>
                      </p:stCondLst>
                      <p:childTnLst>
                        <p:par>
                          <p:cTn id="85" fill="hold" nodeType="withGroup">
                            <p:stCondLst>
                              <p:cond delay="0"/>
                            </p:stCondLst>
                            <p:childTnLst>
                              <p:par>
                                <p:cTn id="86" presetID="10" presetClass="entr" presetSubtype="0" fill="hold" grpId="0" nodeType="clickEffect">
                                  <p:stCondLst>
                                    <p:cond delay="0"/>
                                  </p:stCondLst>
                                  <p:childTnLst>
                                    <p:set>
                                      <p:cBhvr>
                                        <p:cTn id="87" dur="1" fill="hold">
                                          <p:stCondLst>
                                            <p:cond delay="0"/>
                                          </p:stCondLst>
                                        </p:cTn>
                                        <p:tgtEl>
                                          <p:spTgt spid="24"/>
                                        </p:tgtEl>
                                        <p:attrNameLst>
                                          <p:attrName>style.visibility</p:attrName>
                                        </p:attrNameLst>
                                      </p:cBhvr>
                                      <p:to>
                                        <p:strVal val="visible"/>
                                      </p:to>
                                    </p:set>
                                    <p:animEffect transition="in" filter="fade">
                                      <p:cBhvr>
                                        <p:cTn id="88"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7" grpId="0" animBg="1"/>
      <p:bldP spid="18" grpId="0" animBg="1"/>
      <p:bldP spid="19" grpId="0" animBg="1"/>
      <p:bldP spid="20" grpId="0" animBg="1"/>
      <p:bldP spid="16" grpId="0" animBg="1"/>
      <p:bldP spid="30" grpId="0" animBg="1"/>
      <p:bldP spid="21" grpId="0" animBg="1"/>
      <p:bldP spid="22" grpId="0" animBg="1"/>
      <p:bldP spid="24" grpId="0" animBg="1"/>
      <p:bldP spid="36"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itle 1">
            <a:extLst>
              <a:ext uri="{FF2B5EF4-FFF2-40B4-BE49-F238E27FC236}">
                <a16:creationId xmlns:a16="http://schemas.microsoft.com/office/drawing/2014/main" id="{3A4B9E6C-7083-48E0-B0BB-C86899B3105A}"/>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US" sz="3200" b="1">
                <a:latin typeface="Times New Roman" pitchFamily="18" charset="0"/>
                <a:cs typeface="Times New Roman" pitchFamily="18" charset="0"/>
              </a:rPr>
              <a:t>Multiple Inheritance Program(CO2)</a:t>
            </a:r>
          </a:p>
        </p:txBody>
      </p:sp>
      <p:sp>
        <p:nvSpPr>
          <p:cNvPr id="2" name="Date Placeholder 1">
            <a:extLst>
              <a:ext uri="{FF2B5EF4-FFF2-40B4-BE49-F238E27FC236}">
                <a16:creationId xmlns:a16="http://schemas.microsoft.com/office/drawing/2014/main" id="{5AC20258-974F-4809-94BB-1E0FE2221FEA}"/>
              </a:ext>
            </a:extLst>
          </p:cNvPr>
          <p:cNvSpPr>
            <a:spLocks noGrp="1"/>
          </p:cNvSpPr>
          <p:nvPr>
            <p:ph type="dt" sz="quarter" idx="10"/>
          </p:nvPr>
        </p:nvSpPr>
        <p:spPr/>
        <p:txBody>
          <a:bodyPr/>
          <a:lstStyle/>
          <a:p>
            <a:pPr>
              <a:defRPr/>
            </a:pPr>
            <a:fld id="{96110EB5-093B-4F57-82F7-23936F7C6AF2}" type="datetime1">
              <a:rPr lang="en-US" smtClean="0"/>
              <a:pPr>
                <a:defRPr/>
              </a:pPr>
              <a:t>5/17/2022</a:t>
            </a:fld>
            <a:endParaRPr lang="en-US"/>
          </a:p>
        </p:txBody>
      </p:sp>
      <p:sp>
        <p:nvSpPr>
          <p:cNvPr id="4" name="Footer Placeholder 3">
            <a:extLst>
              <a:ext uri="{FF2B5EF4-FFF2-40B4-BE49-F238E27FC236}">
                <a16:creationId xmlns:a16="http://schemas.microsoft.com/office/drawing/2014/main" id="{0BD06B57-A6BD-41DD-8099-448559EDD531}"/>
              </a:ext>
            </a:extLst>
          </p:cNvPr>
          <p:cNvSpPr>
            <a:spLocks noGrp="1"/>
          </p:cNvSpPr>
          <p:nvPr>
            <p:ph type="ftr" sz="quarter" idx="11"/>
          </p:nvPr>
        </p:nvSpPr>
        <p:spPr>
          <a:xfrm>
            <a:off x="2971800" y="6356350"/>
            <a:ext cx="6858000" cy="365125"/>
          </a:xfrm>
        </p:spPr>
        <p:txBody>
          <a:bodyPr/>
          <a:lstStyle/>
          <a:p>
            <a:pPr>
              <a:defRPr/>
            </a:pPr>
            <a:r>
              <a:rPr lang="en-US"/>
              <a:t>(Programming in Advanced Python)                                 Unit No:2</a:t>
            </a:r>
          </a:p>
        </p:txBody>
      </p:sp>
      <p:sp>
        <p:nvSpPr>
          <p:cNvPr id="45062" name="Slide Number Placeholder 4">
            <a:extLst>
              <a:ext uri="{FF2B5EF4-FFF2-40B4-BE49-F238E27FC236}">
                <a16:creationId xmlns:a16="http://schemas.microsoft.com/office/drawing/2014/main" id="{FCA13ADC-F0BE-449C-8AF4-57AF31A449AE}"/>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8555F698-7AC5-4BA4-B254-6C7213B1A428}" type="slidenum">
              <a:rPr lang="en-US" altLang="en-US" sz="1200" dirty="0">
                <a:solidFill>
                  <a:srgbClr val="898989"/>
                </a:solidFill>
              </a:rPr>
              <a:pPr>
                <a:spcBef>
                  <a:spcPct val="0"/>
                </a:spcBef>
                <a:buFontTx/>
                <a:buNone/>
              </a:pPr>
              <a:t>46</a:t>
            </a:fld>
            <a:endParaRPr lang="en-US" altLang="en-US" sz="1200">
              <a:solidFill>
                <a:srgbClr val="898989"/>
              </a:solidFill>
            </a:endParaRPr>
          </a:p>
        </p:txBody>
      </p:sp>
      <p:pic>
        <p:nvPicPr>
          <p:cNvPr id="45063" name="Picture 5">
            <a:extLst>
              <a:ext uri="{FF2B5EF4-FFF2-40B4-BE49-F238E27FC236}">
                <a16:creationId xmlns:a16="http://schemas.microsoft.com/office/drawing/2014/main" id="{F606C559-FE63-49C1-943F-F7C0A680A53B}"/>
              </a:ext>
            </a:extLst>
          </p:cNvPr>
          <p:cNvPicPr>
            <a:picLocks noChangeAspect="1"/>
          </p:cNvPicPr>
          <p:nvPr/>
        </p:nvPicPr>
        <p:blipFill>
          <a:blip r:embed="rId2">
            <a:extLst>
              <a:ext uri="{28A0092B-C50C-407E-A947-70E740481C1C}">
                <a14:useLocalDpi xmlns:a14="http://schemas.microsoft.com/office/drawing/2010/main" val="0"/>
              </a:ext>
            </a:extLst>
          </a:blip>
          <a:srcRect t="3262"/>
          <a:stretch>
            <a:fillRect/>
          </a:stretch>
        </p:blipFill>
        <p:spPr bwMode="auto">
          <a:xfrm>
            <a:off x="1752600" y="904875"/>
            <a:ext cx="9982200" cy="5364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itle 1">
            <a:extLst>
              <a:ext uri="{FF2B5EF4-FFF2-40B4-BE49-F238E27FC236}">
                <a16:creationId xmlns:a16="http://schemas.microsoft.com/office/drawing/2014/main" id="{3A4B9E6C-7083-48E0-B0BB-C86899B3105A}"/>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US" sz="3200" b="1">
                <a:latin typeface="Times New Roman" pitchFamily="18" charset="0"/>
                <a:cs typeface="Times New Roman" pitchFamily="18" charset="0"/>
              </a:rPr>
              <a:t>Multiple Inheritance Program(CO2)</a:t>
            </a:r>
          </a:p>
        </p:txBody>
      </p:sp>
      <p:sp>
        <p:nvSpPr>
          <p:cNvPr id="2" name="Date Placeholder 1">
            <a:extLst>
              <a:ext uri="{FF2B5EF4-FFF2-40B4-BE49-F238E27FC236}">
                <a16:creationId xmlns:a16="http://schemas.microsoft.com/office/drawing/2014/main" id="{5AC20258-974F-4809-94BB-1E0FE2221FEA}"/>
              </a:ext>
            </a:extLst>
          </p:cNvPr>
          <p:cNvSpPr>
            <a:spLocks noGrp="1"/>
          </p:cNvSpPr>
          <p:nvPr>
            <p:ph type="dt" sz="quarter" idx="10"/>
          </p:nvPr>
        </p:nvSpPr>
        <p:spPr/>
        <p:txBody>
          <a:bodyPr/>
          <a:lstStyle/>
          <a:p>
            <a:pPr>
              <a:defRPr/>
            </a:pPr>
            <a:fld id="{2BB7710D-2377-4328-BB5F-D4F0E9829A3A}" type="datetime1">
              <a:rPr lang="en-US" smtClean="0"/>
              <a:pPr>
                <a:defRPr/>
              </a:pPr>
              <a:t>5/17/2022</a:t>
            </a:fld>
            <a:endParaRPr lang="en-US"/>
          </a:p>
        </p:txBody>
      </p:sp>
      <p:sp>
        <p:nvSpPr>
          <p:cNvPr id="4" name="Footer Placeholder 3">
            <a:extLst>
              <a:ext uri="{FF2B5EF4-FFF2-40B4-BE49-F238E27FC236}">
                <a16:creationId xmlns:a16="http://schemas.microsoft.com/office/drawing/2014/main" id="{0BD06B57-A6BD-41DD-8099-448559EDD531}"/>
              </a:ext>
            </a:extLst>
          </p:cNvPr>
          <p:cNvSpPr>
            <a:spLocks noGrp="1"/>
          </p:cNvSpPr>
          <p:nvPr>
            <p:ph type="ftr" sz="quarter" idx="11"/>
          </p:nvPr>
        </p:nvSpPr>
        <p:spPr>
          <a:xfrm>
            <a:off x="2971800" y="6356350"/>
            <a:ext cx="6858000" cy="365125"/>
          </a:xfrm>
        </p:spPr>
        <p:txBody>
          <a:bodyPr/>
          <a:lstStyle/>
          <a:p>
            <a:pPr>
              <a:defRPr/>
            </a:pPr>
            <a:r>
              <a:rPr lang="en-US"/>
              <a:t>(Programming in Advanced Python)                                 Unit No:2</a:t>
            </a:r>
          </a:p>
        </p:txBody>
      </p:sp>
      <p:sp>
        <p:nvSpPr>
          <p:cNvPr id="45062" name="Slide Number Placeholder 4">
            <a:extLst>
              <a:ext uri="{FF2B5EF4-FFF2-40B4-BE49-F238E27FC236}">
                <a16:creationId xmlns:a16="http://schemas.microsoft.com/office/drawing/2014/main" id="{FCA13ADC-F0BE-449C-8AF4-57AF31A449AE}"/>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8555F698-7AC5-4BA4-B254-6C7213B1A428}" type="slidenum">
              <a:rPr lang="en-US" altLang="en-US" sz="1200" dirty="0">
                <a:solidFill>
                  <a:srgbClr val="898989"/>
                </a:solidFill>
              </a:rPr>
              <a:pPr>
                <a:spcBef>
                  <a:spcPct val="0"/>
                </a:spcBef>
                <a:buFontTx/>
                <a:buNone/>
              </a:pPr>
              <a:t>47</a:t>
            </a:fld>
            <a:endParaRPr lang="en-US" altLang="en-US" sz="1200">
              <a:solidFill>
                <a:srgbClr val="898989"/>
              </a:solidFill>
            </a:endParaRPr>
          </a:p>
        </p:txBody>
      </p:sp>
      <p:pic>
        <p:nvPicPr>
          <p:cNvPr id="3" name="Picture 4" descr="Text&#10;&#10;Description automatically generated">
            <a:extLst>
              <a:ext uri="{FF2B5EF4-FFF2-40B4-BE49-F238E27FC236}">
                <a16:creationId xmlns:a16="http://schemas.microsoft.com/office/drawing/2014/main" id="{98B9DAED-3586-487F-9641-903C51C1448F}"/>
              </a:ext>
            </a:extLst>
          </p:cNvPr>
          <p:cNvPicPr>
            <a:picLocks noChangeAspect="1"/>
          </p:cNvPicPr>
          <p:nvPr/>
        </p:nvPicPr>
        <p:blipFill>
          <a:blip r:embed="rId2"/>
          <a:stretch>
            <a:fillRect/>
          </a:stretch>
        </p:blipFill>
        <p:spPr>
          <a:xfrm>
            <a:off x="3315419" y="2565400"/>
            <a:ext cx="4971690" cy="2101011"/>
          </a:xfrm>
          <a:prstGeom prst="rect">
            <a:avLst/>
          </a:prstGeom>
        </p:spPr>
      </p:pic>
      <p:sp>
        <p:nvSpPr>
          <p:cNvPr id="5" name="Rectangle 4">
            <a:extLst>
              <a:ext uri="{FF2B5EF4-FFF2-40B4-BE49-F238E27FC236}">
                <a16:creationId xmlns:a16="http://schemas.microsoft.com/office/drawing/2014/main" id="{79929BA4-1D01-492A-B649-5A77A64C2D24}"/>
              </a:ext>
            </a:extLst>
          </p:cNvPr>
          <p:cNvSpPr/>
          <p:nvPr/>
        </p:nvSpPr>
        <p:spPr>
          <a:xfrm>
            <a:off x="4316084" y="1505310"/>
            <a:ext cx="2242866" cy="63260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a:solidFill>
                  <a:srgbClr val="FF0000"/>
                </a:solidFill>
                <a:cs typeface="Calibri"/>
              </a:rPr>
              <a:t>OUTPUT</a:t>
            </a:r>
            <a:endParaRPr lang="en-US" sz="2800">
              <a:solidFill>
                <a:srgbClr val="FF0000"/>
              </a:solidFill>
            </a:endParaRPr>
          </a:p>
        </p:txBody>
      </p:sp>
    </p:spTree>
    <p:extLst>
      <p:ext uri="{BB962C8B-B14F-4D97-AF65-F5344CB8AC3E}">
        <p14:creationId xmlns:p14="http://schemas.microsoft.com/office/powerpoint/2010/main" val="24151776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Content Placeholder 2">
            <a:extLst>
              <a:ext uri="{FF2B5EF4-FFF2-40B4-BE49-F238E27FC236}">
                <a16:creationId xmlns:a16="http://schemas.microsoft.com/office/drawing/2014/main" id="{366A81DC-A3CA-4A69-8B6F-1AFF124CBEEC}"/>
              </a:ext>
            </a:extLst>
          </p:cNvPr>
          <p:cNvSpPr>
            <a:spLocks noGrp="1"/>
          </p:cNvSpPr>
          <p:nvPr>
            <p:ph idx="1"/>
          </p:nvPr>
        </p:nvSpPr>
        <p:spPr>
          <a:xfrm>
            <a:off x="1600200" y="990600"/>
            <a:ext cx="9982200" cy="5105400"/>
          </a:xfrm>
        </p:spPr>
        <p:txBody>
          <a:bodyPr/>
          <a:lstStyle/>
          <a:p>
            <a:pPr marL="514350" indent="-514350" eaLnBrk="1" hangingPunct="1">
              <a:buFont typeface="Arial" panose="020B0604020202020204" pitchFamily="34" charset="0"/>
              <a:buNone/>
            </a:pPr>
            <a:endParaRPr lang="en-US" altLang="en-US" sz="2400" i="1"/>
          </a:p>
          <a:p>
            <a:pPr marL="514350" indent="-514350" eaLnBrk="1" hangingPunct="1">
              <a:buFont typeface="Arial" panose="020B0604020202020204" pitchFamily="34" charset="0"/>
              <a:buNone/>
            </a:pPr>
            <a:endParaRPr lang="en-US" altLang="en-US" sz="2400"/>
          </a:p>
        </p:txBody>
      </p:sp>
      <p:sp>
        <p:nvSpPr>
          <p:cNvPr id="4" name="Date Placeholder 3">
            <a:extLst>
              <a:ext uri="{FF2B5EF4-FFF2-40B4-BE49-F238E27FC236}">
                <a16:creationId xmlns:a16="http://schemas.microsoft.com/office/drawing/2014/main" id="{C1E6A6E0-0284-4011-8C05-340FB4142412}"/>
              </a:ext>
            </a:extLst>
          </p:cNvPr>
          <p:cNvSpPr>
            <a:spLocks noGrp="1"/>
          </p:cNvSpPr>
          <p:nvPr>
            <p:ph type="dt" sz="quarter" idx="10"/>
          </p:nvPr>
        </p:nvSpPr>
        <p:spPr/>
        <p:txBody>
          <a:bodyPr/>
          <a:lstStyle/>
          <a:p>
            <a:pPr>
              <a:defRPr/>
            </a:pPr>
            <a:fld id="{F9B6EBF3-19C0-4C35-987D-126D4A1B2E32}" type="datetime1">
              <a:rPr lang="en-US" smtClean="0"/>
              <a:pPr>
                <a:defRPr/>
              </a:pPr>
              <a:t>5/17/2022</a:t>
            </a:fld>
            <a:endParaRPr lang="en-US"/>
          </a:p>
        </p:txBody>
      </p:sp>
      <p:sp>
        <p:nvSpPr>
          <p:cNvPr id="5" name="Footer Placeholder 4">
            <a:extLst>
              <a:ext uri="{FF2B5EF4-FFF2-40B4-BE49-F238E27FC236}">
                <a16:creationId xmlns:a16="http://schemas.microsoft.com/office/drawing/2014/main" id="{C0DF02E3-5641-4E7C-B4A8-7350DDB80D71}"/>
              </a:ext>
            </a:extLst>
          </p:cNvPr>
          <p:cNvSpPr>
            <a:spLocks noGrp="1"/>
          </p:cNvSpPr>
          <p:nvPr>
            <p:ph type="ftr" sz="quarter" idx="11"/>
          </p:nvPr>
        </p:nvSpPr>
        <p:spPr>
          <a:xfrm>
            <a:off x="2895600" y="6356350"/>
            <a:ext cx="7010400" cy="365125"/>
          </a:xfrm>
        </p:spPr>
        <p:txBody>
          <a:bodyPr/>
          <a:lstStyle/>
          <a:p>
            <a:pPr>
              <a:defRPr/>
            </a:pPr>
            <a:r>
              <a:rPr lang="en-US"/>
              <a:t>(Programming in Advanced Python)                                 Unit No:2</a:t>
            </a:r>
          </a:p>
        </p:txBody>
      </p:sp>
      <p:sp>
        <p:nvSpPr>
          <p:cNvPr id="46085" name="Slide Number Placeholder 5">
            <a:extLst>
              <a:ext uri="{FF2B5EF4-FFF2-40B4-BE49-F238E27FC236}">
                <a16:creationId xmlns:a16="http://schemas.microsoft.com/office/drawing/2014/main" id="{190D9C44-F080-4EEB-9CE7-6C651D11E7F7}"/>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FE21F6CC-1273-4A9B-892E-97D873A818E9}" type="slidenum">
              <a:rPr lang="en-US" altLang="en-US" sz="1200">
                <a:solidFill>
                  <a:srgbClr val="898989"/>
                </a:solidFill>
              </a:rPr>
              <a:pPr>
                <a:spcBef>
                  <a:spcPct val="0"/>
                </a:spcBef>
                <a:buFontTx/>
                <a:buNone/>
              </a:pPr>
              <a:t>48</a:t>
            </a:fld>
            <a:endParaRPr lang="en-US" altLang="en-US" sz="1200">
              <a:solidFill>
                <a:srgbClr val="898989"/>
              </a:solidFill>
            </a:endParaRPr>
          </a:p>
        </p:txBody>
      </p:sp>
      <p:sp>
        <p:nvSpPr>
          <p:cNvPr id="7" name="Title 1">
            <a:extLst>
              <a:ext uri="{FF2B5EF4-FFF2-40B4-BE49-F238E27FC236}">
                <a16:creationId xmlns:a16="http://schemas.microsoft.com/office/drawing/2014/main" id="{76BF4F1D-390D-49B5-8406-A378536C463E}"/>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US" sz="3200" b="1">
                <a:latin typeface="Times New Roman" panose="02020603050405020304" pitchFamily="18" charset="0"/>
                <a:cs typeface="Times New Roman" panose="02020603050405020304" pitchFamily="18" charset="0"/>
              </a:rPr>
              <a:t>Daily Quiz</a:t>
            </a:r>
          </a:p>
        </p:txBody>
      </p:sp>
      <p:sp>
        <p:nvSpPr>
          <p:cNvPr id="6" name="TextBox 5">
            <a:extLst>
              <a:ext uri="{FF2B5EF4-FFF2-40B4-BE49-F238E27FC236}">
                <a16:creationId xmlns:a16="http://schemas.microsoft.com/office/drawing/2014/main" id="{A9E94FD6-B73D-4335-8BC3-25036009CF82}"/>
              </a:ext>
            </a:extLst>
          </p:cNvPr>
          <p:cNvSpPr txBox="1"/>
          <p:nvPr/>
        </p:nvSpPr>
        <p:spPr>
          <a:xfrm>
            <a:off x="511835" y="756249"/>
            <a:ext cx="11700291" cy="60631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buAutoNum type="arabicPeriod"/>
            </a:pPr>
            <a:r>
              <a:rPr lang="en-US" sz="2000" b="1" dirty="0">
                <a:latin typeface="Times New Roman"/>
                <a:cs typeface="Times New Roman"/>
              </a:rPr>
              <a:t>Which of the following best describes inheritance?</a:t>
            </a:r>
          </a:p>
          <a:p>
            <a:r>
              <a:rPr lang="en-US" sz="2000" dirty="0">
                <a:latin typeface="Times New Roman"/>
                <a:cs typeface="Times New Roman"/>
              </a:rPr>
              <a:t>a) Ability of a class to derive members of another class as a part of its own definition.</a:t>
            </a:r>
            <a:br>
              <a:rPr lang="en-US" sz="2000" dirty="0">
                <a:latin typeface="Times New Roman"/>
                <a:cs typeface="+mn-cs"/>
              </a:rPr>
            </a:br>
            <a:r>
              <a:rPr lang="en-US" sz="2000" dirty="0">
                <a:latin typeface="Times New Roman"/>
                <a:cs typeface="Times New Roman"/>
              </a:rPr>
              <a:t>b) Means of bundling instance variables and methods in order to restrict access to certain class members</a:t>
            </a:r>
            <a:br>
              <a:rPr lang="en-US" sz="2000" dirty="0">
                <a:latin typeface="Times New Roman"/>
                <a:cs typeface="+mn-cs"/>
              </a:rPr>
            </a:br>
            <a:r>
              <a:rPr lang="en-US" sz="2000" dirty="0">
                <a:latin typeface="Times New Roman"/>
                <a:cs typeface="Times New Roman"/>
              </a:rPr>
              <a:t>c) Focuses on variables and passing of variables to functions</a:t>
            </a:r>
            <a:br>
              <a:rPr lang="en-US" sz="2000" dirty="0">
                <a:latin typeface="Times New Roman"/>
                <a:cs typeface="+mn-cs"/>
              </a:rPr>
            </a:br>
            <a:r>
              <a:rPr lang="en-US" sz="2000" dirty="0">
                <a:latin typeface="Times New Roman"/>
                <a:cs typeface="Times New Roman"/>
              </a:rPr>
              <a:t>d) Allows for implementation of elegant software that is well designed and easily modified.</a:t>
            </a:r>
          </a:p>
          <a:p>
            <a:r>
              <a:rPr lang="en-US" sz="2000" dirty="0">
                <a:solidFill>
                  <a:srgbClr val="FF0000"/>
                </a:solidFill>
                <a:latin typeface="Times New Roman"/>
                <a:cs typeface="Times New Roman"/>
              </a:rPr>
              <a:t>                                                                                                       Answer: a</a:t>
            </a:r>
          </a:p>
          <a:p>
            <a:r>
              <a:rPr lang="en-US" sz="2000" b="1" dirty="0">
                <a:latin typeface="Times New Roman"/>
                <a:cs typeface="Times New Roman"/>
              </a:rPr>
              <a:t>2. All subclasses are a subtype in object-oriented programming.</a:t>
            </a:r>
            <a:endParaRPr lang="en-US" sz="2000" dirty="0"/>
          </a:p>
          <a:p>
            <a:r>
              <a:rPr lang="en-US" sz="2000" b="1" dirty="0">
                <a:latin typeface="Times New Roman"/>
                <a:cs typeface="Times New Roman"/>
              </a:rPr>
              <a:t>       </a:t>
            </a:r>
            <a:r>
              <a:rPr lang="en-US" sz="2000" dirty="0">
                <a:latin typeface="Times New Roman"/>
                <a:cs typeface="Times New Roman"/>
              </a:rPr>
              <a:t> a) True</a:t>
            </a:r>
            <a:br>
              <a:rPr lang="en-US" sz="2000" dirty="0">
                <a:latin typeface="Times New Roman"/>
                <a:cs typeface="+mn-cs"/>
              </a:rPr>
            </a:br>
            <a:r>
              <a:rPr lang="en-US" sz="2000" dirty="0">
                <a:latin typeface="Times New Roman"/>
                <a:cs typeface="Times New Roman"/>
              </a:rPr>
              <a:t>        b) False</a:t>
            </a:r>
            <a:r>
              <a:rPr lang="en-US" sz="2000" b="1" dirty="0">
                <a:latin typeface="Times New Roman"/>
                <a:cs typeface="Times New Roman"/>
              </a:rPr>
              <a:t>	</a:t>
            </a:r>
          </a:p>
          <a:p>
            <a:r>
              <a:rPr lang="en-US" sz="2000" b="1" dirty="0">
                <a:solidFill>
                  <a:srgbClr val="FF0000"/>
                </a:solidFill>
                <a:latin typeface="Times New Roman"/>
                <a:cs typeface="Times New Roman"/>
              </a:rPr>
              <a:t>                                                                                                       Answer: b</a:t>
            </a:r>
            <a:endParaRPr lang="en-US" sz="2000" dirty="0"/>
          </a:p>
          <a:p>
            <a:r>
              <a:rPr lang="en-US" sz="2000" b="1" dirty="0">
                <a:latin typeface="Times New Roman"/>
                <a:cs typeface="Times New Roman"/>
              </a:rPr>
              <a:t>3. When defining a subclass in Python that is meant to serve as a subtype, the subtype Python keyword is used.</a:t>
            </a:r>
            <a:br>
              <a:rPr lang="en-US" sz="2000" dirty="0">
                <a:latin typeface="Times New Roman"/>
                <a:cs typeface="+mn-cs"/>
              </a:rPr>
            </a:br>
            <a:r>
              <a:rPr lang="en-US" sz="2000" dirty="0">
                <a:latin typeface="Times New Roman"/>
                <a:cs typeface="Times New Roman"/>
              </a:rPr>
              <a:t>       a) True</a:t>
            </a:r>
            <a:br>
              <a:rPr lang="en-US" sz="2000" dirty="0">
                <a:latin typeface="Times New Roman"/>
                <a:cs typeface="+mn-cs"/>
              </a:rPr>
            </a:br>
            <a:r>
              <a:rPr lang="en-US" sz="2000" dirty="0">
                <a:latin typeface="Times New Roman"/>
                <a:cs typeface="Times New Roman"/>
              </a:rPr>
              <a:t>       b) False   </a:t>
            </a:r>
            <a:r>
              <a:rPr lang="en-US" sz="2400" dirty="0">
                <a:latin typeface="Times New Roman"/>
                <a:cs typeface="Times New Roman"/>
              </a:rPr>
              <a:t>  </a:t>
            </a:r>
            <a:r>
              <a:rPr lang="en-US" sz="2400" dirty="0">
                <a:solidFill>
                  <a:srgbClr val="000000"/>
                </a:solidFill>
                <a:latin typeface="Times New Roman"/>
                <a:cs typeface="Times New Roman"/>
              </a:rPr>
              <a:t>                                                                </a:t>
            </a:r>
            <a:r>
              <a:rPr lang="en-US" sz="2000" dirty="0">
                <a:solidFill>
                  <a:srgbClr val="FF0000"/>
                </a:solidFill>
                <a:latin typeface="Times New Roman"/>
                <a:cs typeface="Times New Roman"/>
              </a:rPr>
              <a:t>Answer: b</a:t>
            </a:r>
          </a:p>
          <a:p>
            <a:r>
              <a:rPr lang="en-US" sz="2400" b="1" dirty="0">
                <a:solidFill>
                  <a:srgbClr val="000000"/>
                </a:solidFill>
                <a:latin typeface="Arial"/>
                <a:cs typeface="Arial"/>
              </a:rPr>
              <a:t>4.</a:t>
            </a:r>
            <a:r>
              <a:rPr lang="en-US" sz="2000" b="1" dirty="0">
                <a:latin typeface="Times New Roman"/>
                <a:cs typeface="Times New Roman"/>
              </a:rPr>
              <a:t>More than one derived class are created from a single base class is known as</a:t>
            </a:r>
          </a:p>
          <a:p>
            <a:r>
              <a:rPr lang="en-US" sz="2000" b="1" dirty="0">
                <a:latin typeface="Times New Roman"/>
                <a:cs typeface="Times New Roman"/>
              </a:rPr>
              <a:t>a. Single Inheritance                     b. multilevel Inheritance                    c. Hierarchical Inheritance</a:t>
            </a:r>
          </a:p>
          <a:p>
            <a:r>
              <a:rPr lang="en-US" sz="2000" dirty="0">
                <a:solidFill>
                  <a:srgbClr val="FF0000"/>
                </a:solidFill>
                <a:latin typeface="Times New Roman"/>
                <a:cs typeface="Times New Roman"/>
              </a:rPr>
              <a:t>Answer: c</a:t>
            </a:r>
            <a:endParaRPr lang="en-US" sz="2000" dirty="0">
              <a:latin typeface="Arial"/>
              <a:cs typeface="Arial"/>
            </a:endParaRPr>
          </a:p>
          <a:p>
            <a:endParaRPr lang="en-US" sz="2000" b="1" dirty="0">
              <a:latin typeface="Times New Roman"/>
              <a:cs typeface="Times New Roman"/>
            </a:endParaRPr>
          </a:p>
          <a:p>
            <a:endParaRPr lang="en-US" sz="2000" b="1" dirty="0">
              <a:latin typeface="Times New Roman"/>
              <a:cs typeface="Times New Roman"/>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Content Placeholder 2">
            <a:extLst>
              <a:ext uri="{FF2B5EF4-FFF2-40B4-BE49-F238E27FC236}">
                <a16:creationId xmlns:a16="http://schemas.microsoft.com/office/drawing/2014/main" id="{366A81DC-A3CA-4A69-8B6F-1AFF124CBEEC}"/>
              </a:ext>
            </a:extLst>
          </p:cNvPr>
          <p:cNvSpPr>
            <a:spLocks noGrp="1"/>
          </p:cNvSpPr>
          <p:nvPr>
            <p:ph idx="1"/>
          </p:nvPr>
        </p:nvSpPr>
        <p:spPr>
          <a:xfrm>
            <a:off x="1600200" y="990600"/>
            <a:ext cx="9982200" cy="5105400"/>
          </a:xfrm>
        </p:spPr>
        <p:txBody>
          <a:bodyPr/>
          <a:lstStyle/>
          <a:p>
            <a:pPr marL="514350" indent="-514350" eaLnBrk="1" hangingPunct="1">
              <a:buFont typeface="Arial" panose="020B0604020202020204" pitchFamily="34" charset="0"/>
              <a:buNone/>
            </a:pPr>
            <a:endParaRPr lang="en-US" altLang="en-US" sz="2400" i="1"/>
          </a:p>
          <a:p>
            <a:pPr marL="514350" indent="-514350" eaLnBrk="1" hangingPunct="1">
              <a:buFont typeface="Arial" panose="020B0604020202020204" pitchFamily="34" charset="0"/>
              <a:buNone/>
            </a:pPr>
            <a:endParaRPr lang="en-US" altLang="en-US" sz="2400"/>
          </a:p>
        </p:txBody>
      </p:sp>
      <p:sp>
        <p:nvSpPr>
          <p:cNvPr id="4" name="Date Placeholder 3">
            <a:extLst>
              <a:ext uri="{FF2B5EF4-FFF2-40B4-BE49-F238E27FC236}">
                <a16:creationId xmlns:a16="http://schemas.microsoft.com/office/drawing/2014/main" id="{C1E6A6E0-0284-4011-8C05-340FB4142412}"/>
              </a:ext>
            </a:extLst>
          </p:cNvPr>
          <p:cNvSpPr>
            <a:spLocks noGrp="1"/>
          </p:cNvSpPr>
          <p:nvPr>
            <p:ph type="dt" sz="quarter" idx="10"/>
          </p:nvPr>
        </p:nvSpPr>
        <p:spPr/>
        <p:txBody>
          <a:bodyPr/>
          <a:lstStyle/>
          <a:p>
            <a:pPr>
              <a:defRPr/>
            </a:pPr>
            <a:fld id="{17C2C4DD-C16F-4C81-872A-0D9F3F5C1BD0}" type="datetime1">
              <a:rPr lang="en-US" smtClean="0"/>
              <a:pPr>
                <a:defRPr/>
              </a:pPr>
              <a:t>5/17/2022</a:t>
            </a:fld>
            <a:endParaRPr lang="en-US"/>
          </a:p>
        </p:txBody>
      </p:sp>
      <p:sp>
        <p:nvSpPr>
          <p:cNvPr id="5" name="Footer Placeholder 4">
            <a:extLst>
              <a:ext uri="{FF2B5EF4-FFF2-40B4-BE49-F238E27FC236}">
                <a16:creationId xmlns:a16="http://schemas.microsoft.com/office/drawing/2014/main" id="{C0DF02E3-5641-4E7C-B4A8-7350DDB80D71}"/>
              </a:ext>
            </a:extLst>
          </p:cNvPr>
          <p:cNvSpPr>
            <a:spLocks noGrp="1"/>
          </p:cNvSpPr>
          <p:nvPr>
            <p:ph type="ftr" sz="quarter" idx="11"/>
          </p:nvPr>
        </p:nvSpPr>
        <p:spPr>
          <a:xfrm>
            <a:off x="2895600" y="6356350"/>
            <a:ext cx="7010400" cy="365125"/>
          </a:xfrm>
        </p:spPr>
        <p:txBody>
          <a:bodyPr/>
          <a:lstStyle/>
          <a:p>
            <a:pPr>
              <a:defRPr/>
            </a:pPr>
            <a:r>
              <a:rPr lang="en-US"/>
              <a:t>(Programming in Advanced Python)                                 Unit No:2</a:t>
            </a:r>
          </a:p>
        </p:txBody>
      </p:sp>
      <p:sp>
        <p:nvSpPr>
          <p:cNvPr id="46085" name="Slide Number Placeholder 5">
            <a:extLst>
              <a:ext uri="{FF2B5EF4-FFF2-40B4-BE49-F238E27FC236}">
                <a16:creationId xmlns:a16="http://schemas.microsoft.com/office/drawing/2014/main" id="{190D9C44-F080-4EEB-9CE7-6C651D11E7F7}"/>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FE21F6CC-1273-4A9B-892E-97D873A818E9}" type="slidenum">
              <a:rPr lang="en-US" altLang="en-US" sz="1200">
                <a:solidFill>
                  <a:srgbClr val="898989"/>
                </a:solidFill>
              </a:rPr>
              <a:pPr>
                <a:spcBef>
                  <a:spcPct val="0"/>
                </a:spcBef>
                <a:buFontTx/>
                <a:buNone/>
              </a:pPr>
              <a:t>49</a:t>
            </a:fld>
            <a:endParaRPr lang="en-US" altLang="en-US" sz="1200">
              <a:solidFill>
                <a:srgbClr val="898989"/>
              </a:solidFill>
            </a:endParaRPr>
          </a:p>
        </p:txBody>
      </p:sp>
      <p:sp>
        <p:nvSpPr>
          <p:cNvPr id="7" name="Title 1">
            <a:extLst>
              <a:ext uri="{FF2B5EF4-FFF2-40B4-BE49-F238E27FC236}">
                <a16:creationId xmlns:a16="http://schemas.microsoft.com/office/drawing/2014/main" id="{76BF4F1D-390D-49B5-8406-A378536C463E}"/>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US" sz="3200" b="1">
                <a:latin typeface="Times New Roman" panose="02020603050405020304" pitchFamily="18" charset="0"/>
                <a:cs typeface="Times New Roman" panose="02020603050405020304" pitchFamily="18" charset="0"/>
              </a:rPr>
              <a:t>Daily Quiz</a:t>
            </a:r>
          </a:p>
        </p:txBody>
      </p:sp>
      <p:sp>
        <p:nvSpPr>
          <p:cNvPr id="2" name="TextBox 1">
            <a:extLst>
              <a:ext uri="{FF2B5EF4-FFF2-40B4-BE49-F238E27FC236}">
                <a16:creationId xmlns:a16="http://schemas.microsoft.com/office/drawing/2014/main" id="{64E3530F-5A3F-4F61-AEDA-41DA998AA333}"/>
              </a:ext>
            </a:extLst>
          </p:cNvPr>
          <p:cNvSpPr txBox="1"/>
          <p:nvPr/>
        </p:nvSpPr>
        <p:spPr>
          <a:xfrm>
            <a:off x="1604514" y="684363"/>
            <a:ext cx="10449463" cy="71096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latin typeface="Times"/>
                <a:cs typeface="Arial"/>
              </a:rPr>
              <a:t>4. What will be the output of the following Python code?</a:t>
            </a:r>
            <a:endParaRPr lang="en-US" sz="2400">
              <a:latin typeface="Times"/>
            </a:endParaRPr>
          </a:p>
          <a:p>
            <a:r>
              <a:rPr lang="en-US" sz="2400">
                <a:latin typeface="Times"/>
                <a:cs typeface="Arial"/>
              </a:rPr>
              <a:t>	 class Test:</a:t>
            </a:r>
          </a:p>
          <a:p>
            <a:r>
              <a:rPr lang="en-US" sz="2400">
                <a:latin typeface="Times"/>
                <a:cs typeface="Arial"/>
              </a:rPr>
              <a:t>	         def __init__(self):</a:t>
            </a:r>
          </a:p>
          <a:p>
            <a:r>
              <a:rPr lang="en-US" sz="2400">
                <a:latin typeface="Times"/>
                <a:cs typeface="Arial"/>
              </a:rPr>
              <a:t>		 		</a:t>
            </a:r>
            <a:r>
              <a:rPr lang="en-US" sz="2400" err="1">
                <a:latin typeface="Times"/>
                <a:cs typeface="Arial"/>
              </a:rPr>
              <a:t>self.x</a:t>
            </a:r>
            <a:r>
              <a:rPr lang="en-US" sz="2400">
                <a:latin typeface="Times"/>
                <a:cs typeface="Arial"/>
              </a:rPr>
              <a:t> = 0</a:t>
            </a:r>
          </a:p>
          <a:p>
            <a:r>
              <a:rPr lang="en-US" sz="2400">
                <a:latin typeface="Times"/>
                <a:cs typeface="Arial"/>
              </a:rPr>
              <a:t>	 class </a:t>
            </a:r>
            <a:r>
              <a:rPr lang="en-US" sz="2400" err="1">
                <a:latin typeface="Times"/>
                <a:cs typeface="Arial"/>
              </a:rPr>
              <a:t>Derived_Test</a:t>
            </a:r>
            <a:r>
              <a:rPr lang="en-US" sz="2400">
                <a:latin typeface="Times"/>
                <a:cs typeface="Arial"/>
              </a:rPr>
              <a:t>(Test): </a:t>
            </a:r>
            <a:endParaRPr lang="en-US" sz="2400">
              <a:latin typeface="Times"/>
            </a:endParaRPr>
          </a:p>
          <a:p>
            <a:r>
              <a:rPr lang="en-US" sz="2400">
                <a:latin typeface="Times"/>
                <a:cs typeface="Arial"/>
              </a:rPr>
              <a:t>	         def __init__(self):</a:t>
            </a:r>
          </a:p>
          <a:p>
            <a:r>
              <a:rPr lang="en-US" sz="2400">
                <a:latin typeface="Times"/>
                <a:cs typeface="Arial"/>
              </a:rPr>
              <a:t>		 		</a:t>
            </a:r>
            <a:r>
              <a:rPr lang="en-US" sz="2400" err="1">
                <a:latin typeface="Times"/>
                <a:cs typeface="Arial"/>
              </a:rPr>
              <a:t>self.y</a:t>
            </a:r>
            <a:r>
              <a:rPr lang="en-US" sz="2400">
                <a:latin typeface="Times"/>
                <a:cs typeface="Arial"/>
              </a:rPr>
              <a:t> = 1</a:t>
            </a:r>
          </a:p>
          <a:p>
            <a:r>
              <a:rPr lang="en-US" sz="2400">
                <a:latin typeface="Times"/>
                <a:cs typeface="Arial"/>
              </a:rPr>
              <a:t>	 def main(): </a:t>
            </a:r>
            <a:endParaRPr lang="en-US" sz="2400">
              <a:latin typeface="Times"/>
            </a:endParaRPr>
          </a:p>
          <a:p>
            <a:r>
              <a:rPr lang="en-US" sz="2400">
                <a:latin typeface="Times"/>
                <a:cs typeface="Arial"/>
              </a:rPr>
              <a:t>		b = </a:t>
            </a:r>
            <a:r>
              <a:rPr lang="en-US" sz="2400" err="1">
                <a:latin typeface="Times"/>
                <a:cs typeface="Arial"/>
              </a:rPr>
              <a:t>Derived_Test</a:t>
            </a:r>
            <a:r>
              <a:rPr lang="en-US" sz="2400">
                <a:latin typeface="Times"/>
                <a:cs typeface="Arial"/>
              </a:rPr>
              <a:t>() </a:t>
            </a:r>
            <a:endParaRPr lang="en-US" sz="2400">
              <a:latin typeface="Times"/>
            </a:endParaRPr>
          </a:p>
          <a:p>
            <a:r>
              <a:rPr lang="en-US" sz="2400">
                <a:latin typeface="Times"/>
                <a:cs typeface="Arial"/>
              </a:rPr>
              <a:t>                  print(</a:t>
            </a:r>
            <a:r>
              <a:rPr lang="en-US" sz="2400" err="1">
                <a:latin typeface="Times"/>
                <a:cs typeface="Arial"/>
              </a:rPr>
              <a:t>b.x,b.y</a:t>
            </a:r>
            <a:r>
              <a:rPr lang="en-US" sz="2400">
                <a:latin typeface="Times"/>
                <a:cs typeface="Arial"/>
              </a:rPr>
              <a:t>) </a:t>
            </a:r>
            <a:endParaRPr lang="en-US" sz="2400">
              <a:latin typeface="Times"/>
            </a:endParaRPr>
          </a:p>
          <a:p>
            <a:r>
              <a:rPr lang="en-US" sz="2400">
                <a:latin typeface="Times"/>
                <a:cs typeface="Arial"/>
              </a:rPr>
              <a:t>	  main()</a:t>
            </a:r>
          </a:p>
          <a:p>
            <a:r>
              <a:rPr lang="en-US" sz="2400">
                <a:latin typeface="Times"/>
                <a:cs typeface="Arial"/>
              </a:rPr>
              <a:t>a) 0 1</a:t>
            </a:r>
            <a:br>
              <a:rPr lang="en-US" sz="2400">
                <a:latin typeface="Times"/>
              </a:rPr>
            </a:br>
            <a:r>
              <a:rPr lang="en-US" sz="2400">
                <a:latin typeface="Times"/>
                <a:cs typeface="Arial"/>
              </a:rPr>
              <a:t>b) 0 0</a:t>
            </a:r>
            <a:br>
              <a:rPr lang="en-US" sz="2400">
                <a:latin typeface="Times"/>
              </a:rPr>
            </a:br>
            <a:r>
              <a:rPr lang="en-US" sz="2400">
                <a:latin typeface="Times"/>
                <a:cs typeface="Arial"/>
              </a:rPr>
              <a:t>c) Error because class B inherits A but variable x isn’t inherited</a:t>
            </a:r>
            <a:br>
              <a:rPr lang="en-US" sz="2400">
                <a:latin typeface="Times"/>
              </a:rPr>
            </a:br>
            <a:r>
              <a:rPr lang="en-US" sz="2400">
                <a:latin typeface="Times"/>
                <a:cs typeface="Arial"/>
              </a:rPr>
              <a:t>d) Error because when object is created, argument must be passed like </a:t>
            </a:r>
            <a:r>
              <a:rPr lang="en-US" sz="2400" err="1">
                <a:latin typeface="Times"/>
                <a:cs typeface="Arial"/>
              </a:rPr>
              <a:t>Derived_Test</a:t>
            </a:r>
            <a:r>
              <a:rPr lang="en-US" sz="2400">
                <a:latin typeface="Times"/>
                <a:cs typeface="Arial"/>
              </a:rPr>
              <a:t>(1)                                                                                  </a:t>
            </a:r>
            <a:endParaRPr lang="en-US" sz="2400">
              <a:solidFill>
                <a:srgbClr val="FF0000"/>
              </a:solidFill>
              <a:latin typeface="Times"/>
              <a:cs typeface="Times"/>
            </a:endParaRPr>
          </a:p>
          <a:p>
            <a:endParaRPr lang="en-US" sz="2400">
              <a:solidFill>
                <a:srgbClr val="FF0000"/>
              </a:solidFill>
              <a:latin typeface="Times"/>
              <a:cs typeface="Arial"/>
            </a:endParaRPr>
          </a:p>
        </p:txBody>
      </p:sp>
      <p:sp>
        <p:nvSpPr>
          <p:cNvPr id="3" name="TextBox 2">
            <a:extLst>
              <a:ext uri="{FF2B5EF4-FFF2-40B4-BE49-F238E27FC236}">
                <a16:creationId xmlns:a16="http://schemas.microsoft.com/office/drawing/2014/main" id="{38C9EE0A-F763-4D34-B2E6-2152A4CB548D}"/>
              </a:ext>
            </a:extLst>
          </p:cNvPr>
          <p:cNvSpPr txBox="1"/>
          <p:nvPr/>
        </p:nvSpPr>
        <p:spPr>
          <a:xfrm>
            <a:off x="7341077" y="3200400"/>
            <a:ext cx="2326257"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Times"/>
                <a:cs typeface="Times"/>
              </a:rPr>
              <a:t>  </a:t>
            </a:r>
            <a:r>
              <a:rPr lang="en-US" sz="2800">
                <a:latin typeface="Times"/>
                <a:cs typeface="Times"/>
              </a:rPr>
              <a:t> </a:t>
            </a:r>
            <a:r>
              <a:rPr lang="en-US" sz="2800">
                <a:solidFill>
                  <a:srgbClr val="FF0000"/>
                </a:solidFill>
                <a:latin typeface="Times"/>
                <a:cs typeface="Times"/>
              </a:rPr>
              <a:t>Answer:c</a:t>
            </a:r>
            <a:endParaRPr lang="en-US" sz="2800"/>
          </a:p>
        </p:txBody>
      </p:sp>
    </p:spTree>
    <p:extLst>
      <p:ext uri="{BB962C8B-B14F-4D97-AF65-F5344CB8AC3E}">
        <p14:creationId xmlns:p14="http://schemas.microsoft.com/office/powerpoint/2010/main" val="10061472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Content Placeholder 2">
            <a:extLst>
              <a:ext uri="{FF2B5EF4-FFF2-40B4-BE49-F238E27FC236}">
                <a16:creationId xmlns:a16="http://schemas.microsoft.com/office/drawing/2014/main" id="{366A81DC-A3CA-4A69-8B6F-1AFF124CBEEC}"/>
              </a:ext>
            </a:extLst>
          </p:cNvPr>
          <p:cNvSpPr>
            <a:spLocks noGrp="1"/>
          </p:cNvSpPr>
          <p:nvPr>
            <p:ph idx="1"/>
          </p:nvPr>
        </p:nvSpPr>
        <p:spPr>
          <a:xfrm>
            <a:off x="1600200" y="990600"/>
            <a:ext cx="9982200" cy="5105400"/>
          </a:xfrm>
        </p:spPr>
        <p:txBody>
          <a:bodyPr/>
          <a:lstStyle/>
          <a:p>
            <a:pPr marL="514350" indent="-514350" eaLnBrk="1" hangingPunct="1">
              <a:buFont typeface="Arial" panose="020B0604020202020204" pitchFamily="34" charset="0"/>
              <a:buNone/>
            </a:pPr>
            <a:endParaRPr lang="en-US" altLang="en-US" sz="2400" i="1"/>
          </a:p>
          <a:p>
            <a:pPr marL="514350" indent="-514350" eaLnBrk="1" hangingPunct="1">
              <a:buFont typeface="Arial" panose="020B0604020202020204" pitchFamily="34" charset="0"/>
              <a:buNone/>
            </a:pPr>
            <a:endParaRPr lang="en-US" altLang="en-US" sz="2400"/>
          </a:p>
        </p:txBody>
      </p:sp>
      <p:sp>
        <p:nvSpPr>
          <p:cNvPr id="4" name="Date Placeholder 3">
            <a:extLst>
              <a:ext uri="{FF2B5EF4-FFF2-40B4-BE49-F238E27FC236}">
                <a16:creationId xmlns:a16="http://schemas.microsoft.com/office/drawing/2014/main" id="{C1E6A6E0-0284-4011-8C05-340FB4142412}"/>
              </a:ext>
            </a:extLst>
          </p:cNvPr>
          <p:cNvSpPr>
            <a:spLocks noGrp="1"/>
          </p:cNvSpPr>
          <p:nvPr>
            <p:ph type="dt" sz="quarter" idx="10"/>
          </p:nvPr>
        </p:nvSpPr>
        <p:spPr/>
        <p:txBody>
          <a:bodyPr/>
          <a:lstStyle/>
          <a:p>
            <a:pPr>
              <a:defRPr/>
            </a:pPr>
            <a:fld id="{A7F5B074-756A-4BFA-8F31-501927B1369C}" type="datetime1">
              <a:rPr lang="en-US" smtClean="0"/>
              <a:pPr>
                <a:defRPr/>
              </a:pPr>
              <a:t>5/17/2022</a:t>
            </a:fld>
            <a:endParaRPr lang="en-US"/>
          </a:p>
        </p:txBody>
      </p:sp>
      <p:sp>
        <p:nvSpPr>
          <p:cNvPr id="5" name="Footer Placeholder 4">
            <a:extLst>
              <a:ext uri="{FF2B5EF4-FFF2-40B4-BE49-F238E27FC236}">
                <a16:creationId xmlns:a16="http://schemas.microsoft.com/office/drawing/2014/main" id="{C0DF02E3-5641-4E7C-B4A8-7350DDB80D71}"/>
              </a:ext>
            </a:extLst>
          </p:cNvPr>
          <p:cNvSpPr>
            <a:spLocks noGrp="1"/>
          </p:cNvSpPr>
          <p:nvPr>
            <p:ph type="ftr" sz="quarter" idx="11"/>
          </p:nvPr>
        </p:nvSpPr>
        <p:spPr>
          <a:xfrm>
            <a:off x="2895600" y="6356350"/>
            <a:ext cx="7010400" cy="365125"/>
          </a:xfrm>
        </p:spPr>
        <p:txBody>
          <a:bodyPr/>
          <a:lstStyle/>
          <a:p>
            <a:pPr>
              <a:defRPr/>
            </a:pPr>
            <a:r>
              <a:rPr lang="en-US"/>
              <a:t>(Programming in Advanced Python)                                 Unit No:2</a:t>
            </a:r>
          </a:p>
        </p:txBody>
      </p:sp>
      <p:sp>
        <p:nvSpPr>
          <p:cNvPr id="46085" name="Slide Number Placeholder 5">
            <a:extLst>
              <a:ext uri="{FF2B5EF4-FFF2-40B4-BE49-F238E27FC236}">
                <a16:creationId xmlns:a16="http://schemas.microsoft.com/office/drawing/2014/main" id="{190D9C44-F080-4EEB-9CE7-6C651D11E7F7}"/>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FE21F6CC-1273-4A9B-892E-97D873A818E9}" type="slidenum">
              <a:rPr lang="en-US" altLang="en-US" sz="1200">
                <a:solidFill>
                  <a:srgbClr val="898989"/>
                </a:solidFill>
              </a:rPr>
              <a:pPr>
                <a:spcBef>
                  <a:spcPct val="0"/>
                </a:spcBef>
                <a:buFontTx/>
                <a:buNone/>
              </a:pPr>
              <a:t>50</a:t>
            </a:fld>
            <a:endParaRPr lang="en-US" altLang="en-US" sz="1200">
              <a:solidFill>
                <a:srgbClr val="898989"/>
              </a:solidFill>
            </a:endParaRPr>
          </a:p>
        </p:txBody>
      </p:sp>
      <p:sp>
        <p:nvSpPr>
          <p:cNvPr id="7" name="Title 1">
            <a:extLst>
              <a:ext uri="{FF2B5EF4-FFF2-40B4-BE49-F238E27FC236}">
                <a16:creationId xmlns:a16="http://schemas.microsoft.com/office/drawing/2014/main" id="{76BF4F1D-390D-49B5-8406-A378536C463E}"/>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US" sz="3200" b="1">
                <a:latin typeface="Times New Roman" panose="02020603050405020304" pitchFamily="18" charset="0"/>
                <a:cs typeface="Times New Roman" panose="02020603050405020304" pitchFamily="18" charset="0"/>
              </a:rPr>
              <a:t>Daily Quiz</a:t>
            </a:r>
          </a:p>
        </p:txBody>
      </p:sp>
      <p:sp>
        <p:nvSpPr>
          <p:cNvPr id="3" name="TextBox 2">
            <a:extLst>
              <a:ext uri="{FF2B5EF4-FFF2-40B4-BE49-F238E27FC236}">
                <a16:creationId xmlns:a16="http://schemas.microsoft.com/office/drawing/2014/main" id="{93B0C085-8B97-40E2-88CF-3533B76AA929}"/>
              </a:ext>
            </a:extLst>
          </p:cNvPr>
          <p:cNvSpPr txBox="1"/>
          <p:nvPr/>
        </p:nvSpPr>
        <p:spPr>
          <a:xfrm>
            <a:off x="1604514" y="770627"/>
            <a:ext cx="10320067" cy="526297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latin typeface="Times New Roman"/>
                <a:cs typeface="Arial"/>
              </a:rPr>
              <a:t>5.</a:t>
            </a:r>
            <a:r>
              <a:rPr lang="en-US" sz="2400" b="1">
                <a:latin typeface="Times New Roman"/>
                <a:cs typeface="Arial"/>
              </a:rPr>
              <a:t>What will be the output of the following Python code?</a:t>
            </a:r>
          </a:p>
          <a:p>
            <a:r>
              <a:rPr lang="en-US" sz="2400">
                <a:latin typeface="Times New Roman"/>
                <a:cs typeface="Arial"/>
              </a:rPr>
              <a:t>   class A(): </a:t>
            </a:r>
            <a:endParaRPr lang="en-US" sz="2400">
              <a:latin typeface="Times New Roman"/>
            </a:endParaRPr>
          </a:p>
          <a:p>
            <a:r>
              <a:rPr lang="en-US" sz="2400">
                <a:latin typeface="Times New Roman"/>
                <a:cs typeface="Arial"/>
              </a:rPr>
              <a:t>             def </a:t>
            </a:r>
            <a:r>
              <a:rPr lang="en-US" sz="2400" err="1">
                <a:latin typeface="Times New Roman"/>
                <a:cs typeface="Arial"/>
              </a:rPr>
              <a:t>disp</a:t>
            </a:r>
            <a:r>
              <a:rPr lang="en-US" sz="2400">
                <a:latin typeface="Times New Roman"/>
                <a:cs typeface="Arial"/>
              </a:rPr>
              <a:t>(self): </a:t>
            </a:r>
            <a:endParaRPr lang="en-US" sz="2400">
              <a:latin typeface="Times New Roman"/>
            </a:endParaRPr>
          </a:p>
          <a:p>
            <a:r>
              <a:rPr lang="en-US" sz="2400">
                <a:latin typeface="Times New Roman"/>
                <a:cs typeface="Arial"/>
              </a:rPr>
              <a:t>  		print("A </a:t>
            </a:r>
            <a:r>
              <a:rPr lang="en-US" sz="2400" err="1">
                <a:latin typeface="Times New Roman"/>
                <a:cs typeface="Arial"/>
              </a:rPr>
              <a:t>disp</a:t>
            </a:r>
            <a:r>
              <a:rPr lang="en-US" sz="2400">
                <a:latin typeface="Times New Roman"/>
                <a:cs typeface="Arial"/>
              </a:rPr>
              <a:t>()") </a:t>
            </a:r>
            <a:endParaRPr lang="en-US" sz="2400">
              <a:latin typeface="Times New Roman"/>
            </a:endParaRPr>
          </a:p>
          <a:p>
            <a:r>
              <a:rPr lang="en-US" sz="2400">
                <a:latin typeface="Times New Roman"/>
                <a:cs typeface="Arial"/>
              </a:rPr>
              <a:t>   class B(A): </a:t>
            </a:r>
            <a:endParaRPr lang="en-US" sz="2400">
              <a:latin typeface="Times New Roman"/>
            </a:endParaRPr>
          </a:p>
          <a:p>
            <a:r>
              <a:rPr lang="en-US" sz="2400">
                <a:latin typeface="Times New Roman"/>
                <a:cs typeface="Arial"/>
              </a:rPr>
              <a:t>             pass </a:t>
            </a:r>
            <a:endParaRPr lang="en-US" sz="2400">
              <a:latin typeface="Times New Roman"/>
            </a:endParaRPr>
          </a:p>
          <a:p>
            <a:r>
              <a:rPr lang="en-US" sz="2400">
                <a:latin typeface="Times New Roman"/>
                <a:cs typeface="Arial"/>
              </a:rPr>
              <a:t>  </a:t>
            </a:r>
            <a:r>
              <a:rPr lang="en-US" sz="2400" err="1">
                <a:latin typeface="Times New Roman"/>
                <a:cs typeface="Arial"/>
              </a:rPr>
              <a:t>obj</a:t>
            </a:r>
            <a:r>
              <a:rPr lang="en-US" sz="2400">
                <a:latin typeface="Times New Roman"/>
                <a:cs typeface="Arial"/>
              </a:rPr>
              <a:t> = B() </a:t>
            </a:r>
            <a:endParaRPr lang="en-US" sz="2400">
              <a:latin typeface="Times New Roman"/>
            </a:endParaRPr>
          </a:p>
          <a:p>
            <a:r>
              <a:rPr lang="en-US" sz="2400">
                <a:latin typeface="Times New Roman"/>
                <a:cs typeface="Arial"/>
              </a:rPr>
              <a:t>  </a:t>
            </a:r>
            <a:r>
              <a:rPr lang="en-US" sz="2400" err="1">
                <a:latin typeface="Times New Roman"/>
                <a:cs typeface="Arial"/>
              </a:rPr>
              <a:t>obj.disp</a:t>
            </a:r>
            <a:r>
              <a:rPr lang="en-US" sz="2400">
                <a:latin typeface="Times New Roman"/>
                <a:cs typeface="Arial"/>
              </a:rPr>
              <a:t>()</a:t>
            </a:r>
          </a:p>
          <a:p>
            <a:endParaRPr lang="en-US" sz="2400">
              <a:latin typeface="Times New Roman"/>
            </a:endParaRPr>
          </a:p>
          <a:p>
            <a:r>
              <a:rPr lang="en-US" sz="2400">
                <a:latin typeface="Times New Roman"/>
                <a:cs typeface="Arial"/>
              </a:rPr>
              <a:t>a) Invalid syntax for inheritance</a:t>
            </a:r>
            <a:br>
              <a:rPr lang="en-US" sz="2400">
                <a:latin typeface="Times New Roman"/>
              </a:rPr>
            </a:br>
            <a:r>
              <a:rPr lang="en-US" sz="2400">
                <a:latin typeface="Times New Roman"/>
                <a:cs typeface="Arial"/>
              </a:rPr>
              <a:t>b) Error because when object is created, argument must be passed</a:t>
            </a:r>
            <a:br>
              <a:rPr lang="en-US" sz="2400">
                <a:latin typeface="Times New Roman"/>
              </a:rPr>
            </a:br>
            <a:r>
              <a:rPr lang="en-US" sz="2400">
                <a:latin typeface="Times New Roman"/>
                <a:cs typeface="Arial"/>
              </a:rPr>
              <a:t>c) Nothing is printed</a:t>
            </a:r>
            <a:br>
              <a:rPr lang="en-US" sz="2400">
                <a:latin typeface="Times New Roman"/>
              </a:rPr>
            </a:br>
            <a:r>
              <a:rPr lang="en-US" sz="2400">
                <a:latin typeface="Times New Roman"/>
                <a:cs typeface="Arial"/>
              </a:rPr>
              <a:t>d) A </a:t>
            </a:r>
            <a:r>
              <a:rPr lang="en-US" sz="2400" err="1">
                <a:latin typeface="Times New Roman"/>
                <a:cs typeface="Arial"/>
              </a:rPr>
              <a:t>disp</a:t>
            </a:r>
            <a:r>
              <a:rPr lang="en-US" sz="2400">
                <a:latin typeface="Times New Roman"/>
                <a:cs typeface="Arial"/>
              </a:rPr>
              <a:t>()</a:t>
            </a:r>
          </a:p>
          <a:p>
            <a:endParaRPr lang="en-US" sz="2400">
              <a:solidFill>
                <a:srgbClr val="FF0000"/>
              </a:solidFill>
              <a:latin typeface="Times New Roman"/>
              <a:cs typeface="Arial"/>
            </a:endParaRPr>
          </a:p>
        </p:txBody>
      </p:sp>
      <p:sp>
        <p:nvSpPr>
          <p:cNvPr id="2" name="TextBox 1">
            <a:extLst>
              <a:ext uri="{FF2B5EF4-FFF2-40B4-BE49-F238E27FC236}">
                <a16:creationId xmlns:a16="http://schemas.microsoft.com/office/drawing/2014/main" id="{A87BAA81-D70D-4452-9860-E3AE9B3AE5C2}"/>
              </a:ext>
            </a:extLst>
          </p:cNvPr>
          <p:cNvSpPr txBox="1"/>
          <p:nvPr/>
        </p:nvSpPr>
        <p:spPr>
          <a:xfrm>
            <a:off x="4724400" y="3200400"/>
            <a:ext cx="274320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solidFill>
                  <a:srgbClr val="FF0000"/>
                </a:solidFill>
                <a:latin typeface="Times New Roman"/>
                <a:cs typeface="Times New Roman"/>
              </a:rPr>
              <a:t>Answer: d</a:t>
            </a:r>
            <a:endParaRPr lang="en-US" sz="2400"/>
          </a:p>
        </p:txBody>
      </p:sp>
    </p:spTree>
    <p:extLst>
      <p:ext uri="{BB962C8B-B14F-4D97-AF65-F5344CB8AC3E}">
        <p14:creationId xmlns:p14="http://schemas.microsoft.com/office/powerpoint/2010/main" val="40016782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Content Placeholder 2">
            <a:extLst>
              <a:ext uri="{FF2B5EF4-FFF2-40B4-BE49-F238E27FC236}">
                <a16:creationId xmlns:a16="http://schemas.microsoft.com/office/drawing/2014/main" id="{5B3FF738-5C49-447E-A2B8-5B8499A98C14}"/>
              </a:ext>
            </a:extLst>
          </p:cNvPr>
          <p:cNvSpPr>
            <a:spLocks noGrp="1"/>
          </p:cNvSpPr>
          <p:nvPr>
            <p:ph idx="1"/>
          </p:nvPr>
        </p:nvSpPr>
        <p:spPr>
          <a:xfrm>
            <a:off x="1585823" y="697302"/>
            <a:ext cx="10377577" cy="5398698"/>
          </a:xfrm>
        </p:spPr>
        <p:txBody>
          <a:bodyPr/>
          <a:lstStyle/>
          <a:p>
            <a:pPr marL="0" indent="0" eaLnBrk="1" hangingPunct="1">
              <a:buNone/>
            </a:pPr>
            <a:r>
              <a:rPr lang="en-US" sz="2400">
                <a:latin typeface="Times"/>
                <a:ea typeface="+mn-lt"/>
                <a:cs typeface="+mn-lt"/>
              </a:rPr>
              <a:t>Q1. A) Create child class Bus that will inherit all of the variables and methods of the Vehicle class </a:t>
            </a:r>
            <a:endParaRPr lang="en-US" altLang="en-US" sz="2400">
              <a:latin typeface="Times"/>
              <a:cs typeface="Calibri"/>
            </a:endParaRPr>
          </a:p>
          <a:p>
            <a:pPr marL="0" indent="0">
              <a:buNone/>
            </a:pPr>
            <a:r>
              <a:rPr lang="en-US" sz="2400">
                <a:latin typeface="Times"/>
                <a:ea typeface="+mn-lt"/>
                <a:cs typeface="+mn-lt"/>
              </a:rPr>
              <a:t>Given: </a:t>
            </a:r>
            <a:endParaRPr lang="en-US" sz="2400">
              <a:latin typeface="Times"/>
              <a:cs typeface="Calibri"/>
            </a:endParaRPr>
          </a:p>
          <a:p>
            <a:pPr marL="0" indent="0">
              <a:buNone/>
            </a:pPr>
            <a:r>
              <a:rPr lang="en-US" sz="2400">
                <a:latin typeface="Times"/>
                <a:ea typeface="+mn-lt"/>
                <a:cs typeface="+mn-lt"/>
              </a:rPr>
              <a:t>class Vehicle: </a:t>
            </a:r>
            <a:endParaRPr lang="en-US" sz="2400">
              <a:latin typeface="Times"/>
              <a:cs typeface="Calibri"/>
            </a:endParaRPr>
          </a:p>
          <a:p>
            <a:pPr marL="0" indent="0">
              <a:buNone/>
            </a:pPr>
            <a:r>
              <a:rPr lang="en-US" sz="2400">
                <a:latin typeface="Times"/>
                <a:ea typeface="+mn-lt"/>
                <a:cs typeface="+mn-lt"/>
              </a:rPr>
              <a:t>  </a:t>
            </a:r>
            <a:endParaRPr lang="en-US" sz="2400">
              <a:latin typeface="Times"/>
              <a:cs typeface="Calibri"/>
            </a:endParaRPr>
          </a:p>
          <a:p>
            <a:pPr marL="0" indent="0">
              <a:buNone/>
            </a:pPr>
            <a:r>
              <a:rPr lang="en-US" sz="2400">
                <a:latin typeface="Times"/>
                <a:ea typeface="+mn-lt"/>
                <a:cs typeface="+mn-lt"/>
              </a:rPr>
              <a:t>    def __</a:t>
            </a:r>
            <a:r>
              <a:rPr lang="en-US" sz="2400" err="1">
                <a:latin typeface="Times"/>
                <a:ea typeface="+mn-lt"/>
                <a:cs typeface="+mn-lt"/>
              </a:rPr>
              <a:t>init</a:t>
            </a:r>
            <a:r>
              <a:rPr lang="en-US" sz="2400">
                <a:latin typeface="Times"/>
                <a:ea typeface="+mn-lt"/>
                <a:cs typeface="+mn-lt"/>
              </a:rPr>
              <a:t>__(self, name, </a:t>
            </a:r>
            <a:r>
              <a:rPr lang="en-US" sz="2400" err="1">
                <a:latin typeface="Times"/>
                <a:ea typeface="+mn-lt"/>
                <a:cs typeface="+mn-lt"/>
              </a:rPr>
              <a:t>max_speed</a:t>
            </a:r>
            <a:r>
              <a:rPr lang="en-US" sz="2400">
                <a:latin typeface="Times"/>
                <a:ea typeface="+mn-lt"/>
                <a:cs typeface="+mn-lt"/>
              </a:rPr>
              <a:t>, mileage): </a:t>
            </a:r>
            <a:endParaRPr lang="en-US" sz="2400">
              <a:latin typeface="Times"/>
              <a:cs typeface="Calibri"/>
            </a:endParaRPr>
          </a:p>
          <a:p>
            <a:pPr marL="0" indent="0">
              <a:buNone/>
            </a:pPr>
            <a:r>
              <a:rPr lang="en-US" sz="2400">
                <a:latin typeface="Times"/>
                <a:ea typeface="+mn-lt"/>
                <a:cs typeface="+mn-lt"/>
              </a:rPr>
              <a:t>        self.name = name </a:t>
            </a:r>
            <a:endParaRPr lang="en-US" sz="2400">
              <a:latin typeface="Times"/>
              <a:cs typeface="Calibri"/>
            </a:endParaRPr>
          </a:p>
          <a:p>
            <a:pPr marL="0" indent="0">
              <a:buNone/>
            </a:pPr>
            <a:r>
              <a:rPr lang="en-US" sz="2400">
                <a:latin typeface="Times"/>
                <a:ea typeface="+mn-lt"/>
                <a:cs typeface="+mn-lt"/>
              </a:rPr>
              <a:t>        </a:t>
            </a:r>
            <a:r>
              <a:rPr lang="en-US" sz="2400" err="1">
                <a:latin typeface="Times"/>
                <a:ea typeface="+mn-lt"/>
                <a:cs typeface="+mn-lt"/>
              </a:rPr>
              <a:t>self.max_speed</a:t>
            </a:r>
            <a:r>
              <a:rPr lang="en-US" sz="2400">
                <a:latin typeface="Times"/>
                <a:ea typeface="+mn-lt"/>
                <a:cs typeface="+mn-lt"/>
              </a:rPr>
              <a:t> = </a:t>
            </a:r>
            <a:r>
              <a:rPr lang="en-US" sz="2400" err="1">
                <a:latin typeface="Times"/>
                <a:ea typeface="+mn-lt"/>
                <a:cs typeface="+mn-lt"/>
              </a:rPr>
              <a:t>max_speed</a:t>
            </a:r>
            <a:r>
              <a:rPr lang="en-US" sz="2400">
                <a:latin typeface="Times"/>
                <a:ea typeface="+mn-lt"/>
                <a:cs typeface="+mn-lt"/>
              </a:rPr>
              <a:t> </a:t>
            </a:r>
            <a:endParaRPr lang="en-US" sz="2400">
              <a:latin typeface="Times"/>
              <a:cs typeface="Calibri"/>
            </a:endParaRPr>
          </a:p>
          <a:p>
            <a:pPr marL="0" indent="0">
              <a:buNone/>
            </a:pPr>
            <a:r>
              <a:rPr lang="en-US" sz="2400">
                <a:latin typeface="Times"/>
                <a:ea typeface="+mn-lt"/>
                <a:cs typeface="+mn-lt"/>
              </a:rPr>
              <a:t>        </a:t>
            </a:r>
            <a:r>
              <a:rPr lang="en-US" sz="2400" err="1">
                <a:latin typeface="Times"/>
                <a:ea typeface="+mn-lt"/>
                <a:cs typeface="+mn-lt"/>
              </a:rPr>
              <a:t>self.mileage</a:t>
            </a:r>
            <a:r>
              <a:rPr lang="en-US" sz="2400">
                <a:latin typeface="Times"/>
                <a:ea typeface="+mn-lt"/>
                <a:cs typeface="+mn-lt"/>
              </a:rPr>
              <a:t> = mileage </a:t>
            </a:r>
            <a:endParaRPr lang="en-US" sz="2400">
              <a:latin typeface="Times"/>
              <a:cs typeface="Calibri"/>
            </a:endParaRPr>
          </a:p>
          <a:p>
            <a:pPr marL="0" indent="0">
              <a:buNone/>
            </a:pPr>
            <a:r>
              <a:rPr lang="en-US" sz="2400">
                <a:latin typeface="Times"/>
                <a:ea typeface="+mn-lt"/>
                <a:cs typeface="+mn-lt"/>
              </a:rPr>
              <a:t>B) Create a Bus object that will inherit all of the variables and methods of the Vehicle class and display it.</a:t>
            </a:r>
          </a:p>
          <a:p>
            <a:pPr>
              <a:buNone/>
            </a:pPr>
            <a:r>
              <a:rPr lang="en-US" sz="2400">
                <a:latin typeface="Times New Roman"/>
                <a:cs typeface="Times New Roman"/>
              </a:rPr>
              <a:t>Q2. How to check if a class is subclass of another? </a:t>
            </a:r>
            <a:endParaRPr lang="en-US" sz="2400">
              <a:ea typeface="+mn-lt"/>
              <a:cs typeface="+mn-lt"/>
            </a:endParaRPr>
          </a:p>
          <a:p>
            <a:pPr>
              <a:buNone/>
            </a:pPr>
            <a:r>
              <a:rPr lang="en-US" sz="2400">
                <a:latin typeface="Times New Roman"/>
                <a:cs typeface="Times New Roman"/>
              </a:rPr>
              <a:t>Q3. How to access parent members in a subclass? </a:t>
            </a:r>
            <a:endParaRPr lang="en-US" sz="2400">
              <a:ea typeface="+mn-lt"/>
              <a:cs typeface="+mn-lt"/>
            </a:endParaRPr>
          </a:p>
          <a:p>
            <a:pPr marL="0" indent="0">
              <a:buNone/>
            </a:pPr>
            <a:endParaRPr lang="en-US" sz="2400">
              <a:cs typeface="Calibri"/>
            </a:endParaRPr>
          </a:p>
          <a:p>
            <a:pPr marL="0" indent="0">
              <a:buNone/>
            </a:pPr>
            <a:endParaRPr lang="en-US" sz="2400">
              <a:latin typeface="Times"/>
              <a:cs typeface="Calibri"/>
            </a:endParaRPr>
          </a:p>
        </p:txBody>
      </p:sp>
      <p:sp>
        <p:nvSpPr>
          <p:cNvPr id="4" name="Date Placeholder 3">
            <a:extLst>
              <a:ext uri="{FF2B5EF4-FFF2-40B4-BE49-F238E27FC236}">
                <a16:creationId xmlns:a16="http://schemas.microsoft.com/office/drawing/2014/main" id="{4BD0BE16-4925-4007-BB33-C75B15FC9B60}"/>
              </a:ext>
            </a:extLst>
          </p:cNvPr>
          <p:cNvSpPr>
            <a:spLocks noGrp="1"/>
          </p:cNvSpPr>
          <p:nvPr>
            <p:ph type="dt" sz="quarter" idx="10"/>
          </p:nvPr>
        </p:nvSpPr>
        <p:spPr/>
        <p:txBody>
          <a:bodyPr/>
          <a:lstStyle/>
          <a:p>
            <a:pPr>
              <a:defRPr/>
            </a:pPr>
            <a:fld id="{250A3D46-062C-4790-95F7-F2C06355D1D6}" type="datetime1">
              <a:rPr lang="en-US" smtClean="0"/>
              <a:pPr>
                <a:defRPr/>
              </a:pPr>
              <a:t>5/17/2022</a:t>
            </a:fld>
            <a:endParaRPr lang="en-US"/>
          </a:p>
        </p:txBody>
      </p:sp>
      <p:sp>
        <p:nvSpPr>
          <p:cNvPr id="5" name="Footer Placeholder 4">
            <a:extLst>
              <a:ext uri="{FF2B5EF4-FFF2-40B4-BE49-F238E27FC236}">
                <a16:creationId xmlns:a16="http://schemas.microsoft.com/office/drawing/2014/main" id="{A760F408-F303-4C2C-B56A-CFD6E362AF93}"/>
              </a:ext>
            </a:extLst>
          </p:cNvPr>
          <p:cNvSpPr>
            <a:spLocks noGrp="1"/>
          </p:cNvSpPr>
          <p:nvPr>
            <p:ph type="ftr" sz="quarter" idx="11"/>
          </p:nvPr>
        </p:nvSpPr>
        <p:spPr>
          <a:xfrm>
            <a:off x="2895600" y="6356350"/>
            <a:ext cx="6934200" cy="365125"/>
          </a:xfrm>
        </p:spPr>
        <p:txBody>
          <a:bodyPr/>
          <a:lstStyle/>
          <a:p>
            <a:pPr>
              <a:defRPr/>
            </a:pPr>
            <a:r>
              <a:rPr lang="en-US"/>
              <a:t>(Programming in Advanced Python)                                 Unit No:2</a:t>
            </a:r>
          </a:p>
        </p:txBody>
      </p:sp>
      <p:sp>
        <p:nvSpPr>
          <p:cNvPr id="47109" name="Slide Number Placeholder 5">
            <a:extLst>
              <a:ext uri="{FF2B5EF4-FFF2-40B4-BE49-F238E27FC236}">
                <a16:creationId xmlns:a16="http://schemas.microsoft.com/office/drawing/2014/main" id="{C31E21DC-2A61-4D68-86D2-4D4C6ACB04DB}"/>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BD668F94-62A0-47D0-A4FB-E2C4B0573A8D}" type="slidenum">
              <a:rPr lang="en-US" altLang="en-US" sz="1200">
                <a:solidFill>
                  <a:srgbClr val="898989"/>
                </a:solidFill>
              </a:rPr>
              <a:pPr>
                <a:spcBef>
                  <a:spcPct val="0"/>
                </a:spcBef>
                <a:buFontTx/>
                <a:buNone/>
              </a:pPr>
              <a:t>51</a:t>
            </a:fld>
            <a:endParaRPr lang="en-US" altLang="en-US" sz="1200">
              <a:solidFill>
                <a:srgbClr val="898989"/>
              </a:solidFill>
            </a:endParaRPr>
          </a:p>
        </p:txBody>
      </p:sp>
      <p:sp>
        <p:nvSpPr>
          <p:cNvPr id="7" name="Title 1">
            <a:extLst>
              <a:ext uri="{FF2B5EF4-FFF2-40B4-BE49-F238E27FC236}">
                <a16:creationId xmlns:a16="http://schemas.microsoft.com/office/drawing/2014/main" id="{48385F84-BC06-48EE-A3D5-B7A3B80381BB}"/>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US" sz="3200" b="1">
                <a:latin typeface="Times New Roman" panose="02020603050405020304" pitchFamily="18" charset="0"/>
                <a:cs typeface="Times New Roman" panose="02020603050405020304" pitchFamily="18" charset="0"/>
              </a:rPr>
              <a:t>Weekly Assignment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6386">
                                            <p:txEl>
                                              <p:pRg st="0" end="0"/>
                                            </p:txEl>
                                          </p:spTgt>
                                        </p:tgtEl>
                                        <p:attrNameLst>
                                          <p:attrName>style.visibility</p:attrName>
                                        </p:attrNameLst>
                                      </p:cBhvr>
                                      <p:to>
                                        <p:strVal val="visible"/>
                                      </p:to>
                                    </p:set>
                                    <p:animEffect transition="in" filter="blinds(horizontal)">
                                      <p:cBhvr>
                                        <p:cTn id="7" dur="500"/>
                                        <p:tgtEl>
                                          <p:spTgt spid="1638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6386">
                                            <p:txEl>
                                              <p:pRg st="1" end="1"/>
                                            </p:txEl>
                                          </p:spTgt>
                                        </p:tgtEl>
                                        <p:attrNameLst>
                                          <p:attrName>style.visibility</p:attrName>
                                        </p:attrNameLst>
                                      </p:cBhvr>
                                      <p:to>
                                        <p:strVal val="visible"/>
                                      </p:to>
                                    </p:set>
                                    <p:animEffect transition="in" filter="blinds(horizontal)">
                                      <p:cBhvr>
                                        <p:cTn id="12" dur="500"/>
                                        <p:tgtEl>
                                          <p:spTgt spid="1638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6386">
                                            <p:txEl>
                                              <p:pRg st="2" end="2"/>
                                            </p:txEl>
                                          </p:spTgt>
                                        </p:tgtEl>
                                        <p:attrNameLst>
                                          <p:attrName>style.visibility</p:attrName>
                                        </p:attrNameLst>
                                      </p:cBhvr>
                                      <p:to>
                                        <p:strVal val="visible"/>
                                      </p:to>
                                    </p:set>
                                    <p:animEffect transition="in" filter="blinds(horizontal)">
                                      <p:cBhvr>
                                        <p:cTn id="17" dur="500"/>
                                        <p:tgtEl>
                                          <p:spTgt spid="1638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6386">
                                            <p:txEl>
                                              <p:pRg st="3" end="3"/>
                                            </p:txEl>
                                          </p:spTgt>
                                        </p:tgtEl>
                                        <p:attrNameLst>
                                          <p:attrName>style.visibility</p:attrName>
                                        </p:attrNameLst>
                                      </p:cBhvr>
                                      <p:to>
                                        <p:strVal val="visible"/>
                                      </p:to>
                                    </p:set>
                                    <p:animEffect transition="in" filter="blinds(horizontal)">
                                      <p:cBhvr>
                                        <p:cTn id="22" dur="500"/>
                                        <p:tgtEl>
                                          <p:spTgt spid="1638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6386">
                                            <p:txEl>
                                              <p:pRg st="4" end="4"/>
                                            </p:txEl>
                                          </p:spTgt>
                                        </p:tgtEl>
                                        <p:attrNameLst>
                                          <p:attrName>style.visibility</p:attrName>
                                        </p:attrNameLst>
                                      </p:cBhvr>
                                      <p:to>
                                        <p:strVal val="visible"/>
                                      </p:to>
                                    </p:set>
                                    <p:animEffect transition="in" filter="blinds(horizontal)">
                                      <p:cBhvr>
                                        <p:cTn id="27" dur="500"/>
                                        <p:tgtEl>
                                          <p:spTgt spid="16386">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6386">
                                            <p:txEl>
                                              <p:pRg st="5" end="5"/>
                                            </p:txEl>
                                          </p:spTgt>
                                        </p:tgtEl>
                                        <p:attrNameLst>
                                          <p:attrName>style.visibility</p:attrName>
                                        </p:attrNameLst>
                                      </p:cBhvr>
                                      <p:to>
                                        <p:strVal val="visible"/>
                                      </p:to>
                                    </p:set>
                                    <p:animEffect transition="in" filter="blinds(horizontal)">
                                      <p:cBhvr>
                                        <p:cTn id="32" dur="500"/>
                                        <p:tgtEl>
                                          <p:spTgt spid="16386">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6386">
                                            <p:txEl>
                                              <p:pRg st="6" end="6"/>
                                            </p:txEl>
                                          </p:spTgt>
                                        </p:tgtEl>
                                        <p:attrNameLst>
                                          <p:attrName>style.visibility</p:attrName>
                                        </p:attrNameLst>
                                      </p:cBhvr>
                                      <p:to>
                                        <p:strVal val="visible"/>
                                      </p:to>
                                    </p:set>
                                    <p:animEffect transition="in" filter="blinds(horizontal)">
                                      <p:cBhvr>
                                        <p:cTn id="37" dur="500"/>
                                        <p:tgtEl>
                                          <p:spTgt spid="16386">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6386">
                                            <p:txEl>
                                              <p:pRg st="7" end="7"/>
                                            </p:txEl>
                                          </p:spTgt>
                                        </p:tgtEl>
                                        <p:attrNameLst>
                                          <p:attrName>style.visibility</p:attrName>
                                        </p:attrNameLst>
                                      </p:cBhvr>
                                      <p:to>
                                        <p:strVal val="visible"/>
                                      </p:to>
                                    </p:set>
                                    <p:animEffect transition="in" filter="blinds(horizontal)">
                                      <p:cBhvr>
                                        <p:cTn id="42" dur="500"/>
                                        <p:tgtEl>
                                          <p:spTgt spid="16386">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16386">
                                            <p:txEl>
                                              <p:pRg st="8" end="8"/>
                                            </p:txEl>
                                          </p:spTgt>
                                        </p:tgtEl>
                                        <p:attrNameLst>
                                          <p:attrName>style.visibility</p:attrName>
                                        </p:attrNameLst>
                                      </p:cBhvr>
                                      <p:to>
                                        <p:strVal val="visible"/>
                                      </p:to>
                                    </p:set>
                                    <p:animEffect transition="in" filter="blinds(horizontal)">
                                      <p:cBhvr>
                                        <p:cTn id="47" dur="500"/>
                                        <p:tgtEl>
                                          <p:spTgt spid="16386">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16386">
                                            <p:txEl>
                                              <p:pRg st="9" end="9"/>
                                            </p:txEl>
                                          </p:spTgt>
                                        </p:tgtEl>
                                        <p:attrNameLst>
                                          <p:attrName>style.visibility</p:attrName>
                                        </p:attrNameLst>
                                      </p:cBhvr>
                                      <p:to>
                                        <p:strVal val="visible"/>
                                      </p:to>
                                    </p:set>
                                    <p:animEffect transition="in" filter="blinds(horizontal)">
                                      <p:cBhvr>
                                        <p:cTn id="52" dur="500"/>
                                        <p:tgtEl>
                                          <p:spTgt spid="16386">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16386">
                                            <p:txEl>
                                              <p:pRg st="10" end="10"/>
                                            </p:txEl>
                                          </p:spTgt>
                                        </p:tgtEl>
                                        <p:attrNameLst>
                                          <p:attrName>style.visibility</p:attrName>
                                        </p:attrNameLst>
                                      </p:cBhvr>
                                      <p:to>
                                        <p:strVal val="visible"/>
                                      </p:to>
                                    </p:set>
                                    <p:animEffect transition="in" filter="blinds(horizontal)">
                                      <p:cBhvr>
                                        <p:cTn id="57" dur="500"/>
                                        <p:tgtEl>
                                          <p:spTgt spid="16386">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6"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Content Placeholder 2">
            <a:extLst>
              <a:ext uri="{FF2B5EF4-FFF2-40B4-BE49-F238E27FC236}">
                <a16:creationId xmlns:a16="http://schemas.microsoft.com/office/drawing/2014/main" id="{5B3FF738-5C49-447E-A2B8-5B8499A98C14}"/>
              </a:ext>
            </a:extLst>
          </p:cNvPr>
          <p:cNvSpPr>
            <a:spLocks noGrp="1"/>
          </p:cNvSpPr>
          <p:nvPr>
            <p:ph idx="1"/>
          </p:nvPr>
        </p:nvSpPr>
        <p:spPr>
          <a:xfrm>
            <a:off x="1585823" y="697302"/>
            <a:ext cx="10377577" cy="5398698"/>
          </a:xfrm>
        </p:spPr>
        <p:txBody>
          <a:bodyPr/>
          <a:lstStyle/>
          <a:p>
            <a:pPr>
              <a:buNone/>
            </a:pPr>
            <a:r>
              <a:rPr lang="en-US" sz="2400">
                <a:latin typeface="Times New Roman"/>
                <a:ea typeface="+mn-lt"/>
                <a:cs typeface="+mn-lt"/>
              </a:rPr>
              <a:t>Q4. What will be the output of the following Python code? </a:t>
            </a:r>
          </a:p>
          <a:p>
            <a:pPr>
              <a:buNone/>
            </a:pPr>
            <a:r>
              <a:rPr lang="en-US" sz="2400" b="1">
                <a:latin typeface="Times New Roman"/>
                <a:ea typeface="+mn-lt"/>
                <a:cs typeface="+mn-lt"/>
              </a:rPr>
              <a:t>class</a:t>
            </a:r>
            <a:r>
              <a:rPr lang="en-US" sz="2400">
                <a:latin typeface="Times New Roman"/>
                <a:ea typeface="+mn-lt"/>
                <a:cs typeface="+mn-lt"/>
              </a:rPr>
              <a:t> A</a:t>
            </a:r>
            <a:r>
              <a:rPr lang="en-US" sz="2400">
                <a:latin typeface="Times New Roman"/>
                <a:cs typeface="Times New Roman"/>
              </a:rPr>
              <a:t>:     </a:t>
            </a:r>
            <a:endParaRPr lang="en-US" sz="2400">
              <a:latin typeface="Times New Roman"/>
              <a:cs typeface="Calibri"/>
            </a:endParaRPr>
          </a:p>
          <a:p>
            <a:pPr>
              <a:buNone/>
            </a:pPr>
            <a:r>
              <a:rPr lang="en-US" sz="2400" b="1">
                <a:latin typeface="Times New Roman"/>
                <a:cs typeface="Times New Roman"/>
              </a:rPr>
              <a:t>def</a:t>
            </a:r>
            <a:r>
              <a:rPr lang="en-US" sz="2400">
                <a:latin typeface="Times New Roman"/>
                <a:cs typeface="Times New Roman"/>
              </a:rPr>
              <a:t> __</a:t>
            </a:r>
            <a:r>
              <a:rPr lang="en-US" sz="2400" err="1">
                <a:latin typeface="Times New Roman"/>
                <a:cs typeface="Times New Roman"/>
              </a:rPr>
              <a:t>init</a:t>
            </a:r>
            <a:r>
              <a:rPr lang="en-US" sz="2400">
                <a:latin typeface="Times New Roman"/>
                <a:cs typeface="Times New Roman"/>
              </a:rPr>
              <a:t>__(self):         </a:t>
            </a:r>
            <a:endParaRPr lang="en-US" sz="2400">
              <a:latin typeface="Times New Roman"/>
              <a:cs typeface="Calibri"/>
            </a:endParaRPr>
          </a:p>
          <a:p>
            <a:pPr>
              <a:buNone/>
            </a:pPr>
            <a:r>
              <a:rPr lang="en-US" sz="2400">
                <a:latin typeface="Times New Roman"/>
                <a:cs typeface="Times New Roman"/>
              </a:rPr>
              <a:t>self.__</a:t>
            </a:r>
            <a:r>
              <a:rPr lang="en-US" sz="2400" err="1">
                <a:latin typeface="Times New Roman"/>
                <a:cs typeface="Times New Roman"/>
              </a:rPr>
              <a:t>i</a:t>
            </a:r>
            <a:r>
              <a:rPr lang="en-US" sz="2400">
                <a:latin typeface="Times New Roman"/>
                <a:cs typeface="Times New Roman"/>
              </a:rPr>
              <a:t> = 1         </a:t>
            </a:r>
            <a:endParaRPr lang="en-US" sz="2400">
              <a:latin typeface="Times New Roman"/>
              <a:cs typeface="Calibri"/>
            </a:endParaRPr>
          </a:p>
          <a:p>
            <a:pPr>
              <a:buNone/>
            </a:pPr>
            <a:r>
              <a:rPr lang="en-US" sz="2400" err="1">
                <a:latin typeface="Times New Roman"/>
                <a:cs typeface="Times New Roman"/>
              </a:rPr>
              <a:t>self.j</a:t>
            </a:r>
            <a:r>
              <a:rPr lang="en-US" sz="2400">
                <a:latin typeface="Times New Roman"/>
                <a:cs typeface="Times New Roman"/>
              </a:rPr>
              <a:t> = 5      </a:t>
            </a:r>
            <a:endParaRPr lang="en-US" sz="2400">
              <a:latin typeface="Times New Roman"/>
              <a:cs typeface="Calibri"/>
            </a:endParaRPr>
          </a:p>
          <a:p>
            <a:pPr>
              <a:buNone/>
            </a:pPr>
            <a:r>
              <a:rPr lang="en-US" sz="2400" b="1">
                <a:latin typeface="Times New Roman"/>
                <a:cs typeface="Times New Roman"/>
              </a:rPr>
              <a:t>def</a:t>
            </a:r>
            <a:r>
              <a:rPr lang="en-US" sz="2400">
                <a:latin typeface="Times New Roman"/>
                <a:cs typeface="Times New Roman"/>
              </a:rPr>
              <a:t> display(self):         </a:t>
            </a:r>
            <a:endParaRPr lang="en-US" sz="2400">
              <a:latin typeface="Times New Roman"/>
              <a:cs typeface="Calibri"/>
            </a:endParaRPr>
          </a:p>
          <a:p>
            <a:pPr>
              <a:buNone/>
            </a:pPr>
            <a:r>
              <a:rPr lang="en-US" sz="2400" b="1">
                <a:latin typeface="Times New Roman"/>
                <a:cs typeface="Times New Roman"/>
              </a:rPr>
              <a:t>print</a:t>
            </a:r>
            <a:r>
              <a:rPr lang="en-US" sz="2400">
                <a:latin typeface="Times New Roman"/>
                <a:cs typeface="Times New Roman"/>
              </a:rPr>
              <a:t>(self.__</a:t>
            </a:r>
            <a:r>
              <a:rPr lang="en-US" sz="2400" err="1">
                <a:latin typeface="Times New Roman"/>
                <a:cs typeface="Times New Roman"/>
              </a:rPr>
              <a:t>i</a:t>
            </a:r>
            <a:r>
              <a:rPr lang="en-US" sz="2400">
                <a:latin typeface="Times New Roman"/>
                <a:cs typeface="Times New Roman"/>
              </a:rPr>
              <a:t>, </a:t>
            </a:r>
            <a:r>
              <a:rPr lang="en-US" sz="2400" err="1">
                <a:latin typeface="Times New Roman"/>
                <a:cs typeface="Times New Roman"/>
              </a:rPr>
              <a:t>self.j</a:t>
            </a:r>
            <a:r>
              <a:rPr lang="en-US" sz="2400">
                <a:latin typeface="Times New Roman"/>
                <a:cs typeface="Times New Roman"/>
              </a:rPr>
              <a:t>)</a:t>
            </a:r>
            <a:endParaRPr lang="en-US" sz="2400">
              <a:latin typeface="Times New Roman"/>
              <a:cs typeface="Calibri"/>
            </a:endParaRPr>
          </a:p>
          <a:p>
            <a:pPr>
              <a:buNone/>
            </a:pPr>
            <a:r>
              <a:rPr lang="en-US" sz="2400" b="1">
                <a:latin typeface="Times New Roman"/>
                <a:cs typeface="Times New Roman"/>
              </a:rPr>
              <a:t>class</a:t>
            </a:r>
            <a:r>
              <a:rPr lang="en-US" sz="2400">
                <a:latin typeface="Times New Roman"/>
                <a:cs typeface="Times New Roman"/>
              </a:rPr>
              <a:t> B(A):     </a:t>
            </a:r>
            <a:endParaRPr lang="en-US" sz="2400">
              <a:latin typeface="Times New Roman"/>
              <a:cs typeface="Calibri"/>
            </a:endParaRPr>
          </a:p>
          <a:p>
            <a:pPr>
              <a:buNone/>
            </a:pPr>
            <a:r>
              <a:rPr lang="en-US" sz="2400" b="1">
                <a:latin typeface="Times New Roman"/>
                <a:cs typeface="Times New Roman"/>
              </a:rPr>
              <a:t>def</a:t>
            </a:r>
            <a:r>
              <a:rPr lang="en-US" sz="2400">
                <a:latin typeface="Times New Roman"/>
                <a:cs typeface="Times New Roman"/>
              </a:rPr>
              <a:t> __</a:t>
            </a:r>
            <a:r>
              <a:rPr lang="en-US" sz="2400" err="1">
                <a:latin typeface="Times New Roman"/>
                <a:cs typeface="Times New Roman"/>
              </a:rPr>
              <a:t>init</a:t>
            </a:r>
            <a:r>
              <a:rPr lang="en-US" sz="2400">
                <a:latin typeface="Times New Roman"/>
                <a:cs typeface="Times New Roman"/>
              </a:rPr>
              <a:t>__(self):         </a:t>
            </a:r>
            <a:endParaRPr lang="en-US" sz="2400">
              <a:latin typeface="Times New Roman"/>
              <a:cs typeface="Calibri"/>
            </a:endParaRPr>
          </a:p>
          <a:p>
            <a:pPr>
              <a:buNone/>
            </a:pPr>
            <a:r>
              <a:rPr lang="en-US" sz="2400">
                <a:latin typeface="Times New Roman"/>
                <a:cs typeface="Times New Roman"/>
              </a:rPr>
              <a:t>super().__</a:t>
            </a:r>
            <a:r>
              <a:rPr lang="en-US" sz="2400" err="1">
                <a:latin typeface="Times New Roman"/>
                <a:cs typeface="Times New Roman"/>
              </a:rPr>
              <a:t>init</a:t>
            </a:r>
            <a:r>
              <a:rPr lang="en-US" sz="2400">
                <a:latin typeface="Times New Roman"/>
                <a:cs typeface="Times New Roman"/>
              </a:rPr>
              <a:t>__()         </a:t>
            </a:r>
            <a:endParaRPr lang="en-US" sz="2400">
              <a:latin typeface="Times New Roman"/>
              <a:cs typeface="Calibri"/>
            </a:endParaRPr>
          </a:p>
          <a:p>
            <a:pPr>
              <a:buNone/>
            </a:pPr>
            <a:r>
              <a:rPr lang="en-US" sz="2400">
                <a:latin typeface="Times New Roman"/>
                <a:cs typeface="Times New Roman"/>
              </a:rPr>
              <a:t>self.__</a:t>
            </a:r>
            <a:r>
              <a:rPr lang="en-US" sz="2400" err="1">
                <a:latin typeface="Times New Roman"/>
                <a:cs typeface="Times New Roman"/>
              </a:rPr>
              <a:t>i</a:t>
            </a:r>
            <a:r>
              <a:rPr lang="en-US" sz="2400">
                <a:latin typeface="Times New Roman"/>
                <a:cs typeface="Times New Roman"/>
              </a:rPr>
              <a:t> = 2         </a:t>
            </a:r>
            <a:endParaRPr lang="en-US" sz="2400">
              <a:latin typeface="Times New Roman"/>
              <a:cs typeface="Calibri"/>
            </a:endParaRPr>
          </a:p>
          <a:p>
            <a:pPr>
              <a:buNone/>
            </a:pPr>
            <a:r>
              <a:rPr lang="en-US" sz="2400" err="1">
                <a:latin typeface="Times New Roman"/>
                <a:cs typeface="Times New Roman"/>
              </a:rPr>
              <a:t>self.j</a:t>
            </a:r>
            <a:r>
              <a:rPr lang="en-US" sz="2400">
                <a:latin typeface="Times New Roman"/>
                <a:cs typeface="Times New Roman"/>
              </a:rPr>
              <a:t> = 7  </a:t>
            </a:r>
            <a:endParaRPr lang="en-US" sz="2400">
              <a:latin typeface="Times New Roman"/>
              <a:cs typeface="Calibri"/>
            </a:endParaRPr>
          </a:p>
          <a:p>
            <a:pPr>
              <a:buNone/>
            </a:pPr>
            <a:r>
              <a:rPr lang="en-US" sz="2400">
                <a:latin typeface="Times New Roman"/>
                <a:cs typeface="Times New Roman"/>
              </a:rPr>
              <a:t>c = B()</a:t>
            </a:r>
            <a:r>
              <a:rPr lang="en-US" sz="2400" err="1">
                <a:latin typeface="Times New Roman"/>
                <a:cs typeface="Times New Roman"/>
              </a:rPr>
              <a:t>c.display</a:t>
            </a:r>
            <a:r>
              <a:rPr lang="en-US" sz="2400">
                <a:latin typeface="Times New Roman"/>
                <a:cs typeface="Times New Roman"/>
              </a:rPr>
              <a:t>()</a:t>
            </a:r>
            <a:endParaRPr lang="en-US" sz="2400">
              <a:latin typeface="Times New Roman"/>
              <a:cs typeface="Calibri"/>
            </a:endParaRPr>
          </a:p>
        </p:txBody>
      </p:sp>
      <p:sp>
        <p:nvSpPr>
          <p:cNvPr id="4" name="Date Placeholder 3">
            <a:extLst>
              <a:ext uri="{FF2B5EF4-FFF2-40B4-BE49-F238E27FC236}">
                <a16:creationId xmlns:a16="http://schemas.microsoft.com/office/drawing/2014/main" id="{4BD0BE16-4925-4007-BB33-C75B15FC9B60}"/>
              </a:ext>
            </a:extLst>
          </p:cNvPr>
          <p:cNvSpPr>
            <a:spLocks noGrp="1"/>
          </p:cNvSpPr>
          <p:nvPr>
            <p:ph type="dt" sz="quarter" idx="10"/>
          </p:nvPr>
        </p:nvSpPr>
        <p:spPr/>
        <p:txBody>
          <a:bodyPr/>
          <a:lstStyle/>
          <a:p>
            <a:pPr>
              <a:defRPr/>
            </a:pPr>
            <a:fld id="{9AFB7764-EAE3-4923-B438-08BD69DFD24A}" type="datetime1">
              <a:rPr lang="en-US" smtClean="0"/>
              <a:pPr>
                <a:defRPr/>
              </a:pPr>
              <a:t>5/17/2022</a:t>
            </a:fld>
            <a:endParaRPr lang="en-US"/>
          </a:p>
        </p:txBody>
      </p:sp>
      <p:sp>
        <p:nvSpPr>
          <p:cNvPr id="5" name="Footer Placeholder 4">
            <a:extLst>
              <a:ext uri="{FF2B5EF4-FFF2-40B4-BE49-F238E27FC236}">
                <a16:creationId xmlns:a16="http://schemas.microsoft.com/office/drawing/2014/main" id="{A760F408-F303-4C2C-B56A-CFD6E362AF93}"/>
              </a:ext>
            </a:extLst>
          </p:cNvPr>
          <p:cNvSpPr>
            <a:spLocks noGrp="1"/>
          </p:cNvSpPr>
          <p:nvPr>
            <p:ph type="ftr" sz="quarter" idx="11"/>
          </p:nvPr>
        </p:nvSpPr>
        <p:spPr>
          <a:xfrm>
            <a:off x="2895600" y="6356350"/>
            <a:ext cx="6934200" cy="365125"/>
          </a:xfrm>
        </p:spPr>
        <p:txBody>
          <a:bodyPr/>
          <a:lstStyle/>
          <a:p>
            <a:pPr>
              <a:defRPr/>
            </a:pPr>
            <a:r>
              <a:rPr lang="en-US"/>
              <a:t>(Programming in Advanced Python)                                 Unit No:2</a:t>
            </a:r>
          </a:p>
        </p:txBody>
      </p:sp>
      <p:sp>
        <p:nvSpPr>
          <p:cNvPr id="47109" name="Slide Number Placeholder 5">
            <a:extLst>
              <a:ext uri="{FF2B5EF4-FFF2-40B4-BE49-F238E27FC236}">
                <a16:creationId xmlns:a16="http://schemas.microsoft.com/office/drawing/2014/main" id="{C31E21DC-2A61-4D68-86D2-4D4C6ACB04DB}"/>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BD668F94-62A0-47D0-A4FB-E2C4B0573A8D}" type="slidenum">
              <a:rPr lang="en-US" altLang="en-US" sz="1200">
                <a:solidFill>
                  <a:srgbClr val="898989"/>
                </a:solidFill>
              </a:rPr>
              <a:pPr>
                <a:spcBef>
                  <a:spcPct val="0"/>
                </a:spcBef>
                <a:buFontTx/>
                <a:buNone/>
              </a:pPr>
              <a:t>52</a:t>
            </a:fld>
            <a:endParaRPr lang="en-US" altLang="en-US" sz="1200">
              <a:solidFill>
                <a:srgbClr val="898989"/>
              </a:solidFill>
            </a:endParaRPr>
          </a:p>
        </p:txBody>
      </p:sp>
      <p:sp>
        <p:nvSpPr>
          <p:cNvPr id="7" name="Title 1">
            <a:extLst>
              <a:ext uri="{FF2B5EF4-FFF2-40B4-BE49-F238E27FC236}">
                <a16:creationId xmlns:a16="http://schemas.microsoft.com/office/drawing/2014/main" id="{48385F84-BC06-48EE-A3D5-B7A3B80381BB}"/>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US" sz="3200" b="1">
                <a:latin typeface="Times New Roman" panose="02020603050405020304" pitchFamily="18" charset="0"/>
                <a:cs typeface="Times New Roman" panose="02020603050405020304" pitchFamily="18" charset="0"/>
              </a:rPr>
              <a:t>Weekly Assignment</a:t>
            </a:r>
          </a:p>
        </p:txBody>
      </p:sp>
    </p:spTree>
    <p:extLst>
      <p:ext uri="{BB962C8B-B14F-4D97-AF65-F5344CB8AC3E}">
        <p14:creationId xmlns:p14="http://schemas.microsoft.com/office/powerpoint/2010/main" val="2483084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6386">
                                            <p:txEl>
                                              <p:pRg st="0" end="0"/>
                                            </p:txEl>
                                          </p:spTgt>
                                        </p:tgtEl>
                                        <p:attrNameLst>
                                          <p:attrName>style.visibility</p:attrName>
                                        </p:attrNameLst>
                                      </p:cBhvr>
                                      <p:to>
                                        <p:strVal val="visible"/>
                                      </p:to>
                                    </p:set>
                                    <p:animEffect transition="in" filter="blinds(horizontal)">
                                      <p:cBhvr>
                                        <p:cTn id="7" dur="500"/>
                                        <p:tgtEl>
                                          <p:spTgt spid="1638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6386">
                                            <p:txEl>
                                              <p:pRg st="1" end="1"/>
                                            </p:txEl>
                                          </p:spTgt>
                                        </p:tgtEl>
                                        <p:attrNameLst>
                                          <p:attrName>style.visibility</p:attrName>
                                        </p:attrNameLst>
                                      </p:cBhvr>
                                      <p:to>
                                        <p:strVal val="visible"/>
                                      </p:to>
                                    </p:set>
                                    <p:animEffect transition="in" filter="blinds(horizontal)">
                                      <p:cBhvr>
                                        <p:cTn id="12" dur="500"/>
                                        <p:tgtEl>
                                          <p:spTgt spid="1638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6386">
                                            <p:txEl>
                                              <p:pRg st="2" end="2"/>
                                            </p:txEl>
                                          </p:spTgt>
                                        </p:tgtEl>
                                        <p:attrNameLst>
                                          <p:attrName>style.visibility</p:attrName>
                                        </p:attrNameLst>
                                      </p:cBhvr>
                                      <p:to>
                                        <p:strVal val="visible"/>
                                      </p:to>
                                    </p:set>
                                    <p:animEffect transition="in" filter="blinds(horizontal)">
                                      <p:cBhvr>
                                        <p:cTn id="17" dur="500"/>
                                        <p:tgtEl>
                                          <p:spTgt spid="1638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6386">
                                            <p:txEl>
                                              <p:pRg st="3" end="3"/>
                                            </p:txEl>
                                          </p:spTgt>
                                        </p:tgtEl>
                                        <p:attrNameLst>
                                          <p:attrName>style.visibility</p:attrName>
                                        </p:attrNameLst>
                                      </p:cBhvr>
                                      <p:to>
                                        <p:strVal val="visible"/>
                                      </p:to>
                                    </p:set>
                                    <p:animEffect transition="in" filter="blinds(horizontal)">
                                      <p:cBhvr>
                                        <p:cTn id="22" dur="500"/>
                                        <p:tgtEl>
                                          <p:spTgt spid="1638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6386">
                                            <p:txEl>
                                              <p:pRg st="4" end="4"/>
                                            </p:txEl>
                                          </p:spTgt>
                                        </p:tgtEl>
                                        <p:attrNameLst>
                                          <p:attrName>style.visibility</p:attrName>
                                        </p:attrNameLst>
                                      </p:cBhvr>
                                      <p:to>
                                        <p:strVal val="visible"/>
                                      </p:to>
                                    </p:set>
                                    <p:animEffect transition="in" filter="blinds(horizontal)">
                                      <p:cBhvr>
                                        <p:cTn id="27" dur="500"/>
                                        <p:tgtEl>
                                          <p:spTgt spid="16386">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6386">
                                            <p:txEl>
                                              <p:pRg st="5" end="5"/>
                                            </p:txEl>
                                          </p:spTgt>
                                        </p:tgtEl>
                                        <p:attrNameLst>
                                          <p:attrName>style.visibility</p:attrName>
                                        </p:attrNameLst>
                                      </p:cBhvr>
                                      <p:to>
                                        <p:strVal val="visible"/>
                                      </p:to>
                                    </p:set>
                                    <p:animEffect transition="in" filter="blinds(horizontal)">
                                      <p:cBhvr>
                                        <p:cTn id="32" dur="500"/>
                                        <p:tgtEl>
                                          <p:spTgt spid="16386">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6386">
                                            <p:txEl>
                                              <p:pRg st="6" end="6"/>
                                            </p:txEl>
                                          </p:spTgt>
                                        </p:tgtEl>
                                        <p:attrNameLst>
                                          <p:attrName>style.visibility</p:attrName>
                                        </p:attrNameLst>
                                      </p:cBhvr>
                                      <p:to>
                                        <p:strVal val="visible"/>
                                      </p:to>
                                    </p:set>
                                    <p:animEffect transition="in" filter="blinds(horizontal)">
                                      <p:cBhvr>
                                        <p:cTn id="37" dur="500"/>
                                        <p:tgtEl>
                                          <p:spTgt spid="16386">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6386">
                                            <p:txEl>
                                              <p:pRg st="7" end="7"/>
                                            </p:txEl>
                                          </p:spTgt>
                                        </p:tgtEl>
                                        <p:attrNameLst>
                                          <p:attrName>style.visibility</p:attrName>
                                        </p:attrNameLst>
                                      </p:cBhvr>
                                      <p:to>
                                        <p:strVal val="visible"/>
                                      </p:to>
                                    </p:set>
                                    <p:animEffect transition="in" filter="blinds(horizontal)">
                                      <p:cBhvr>
                                        <p:cTn id="42" dur="500"/>
                                        <p:tgtEl>
                                          <p:spTgt spid="16386">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16386">
                                            <p:txEl>
                                              <p:pRg st="8" end="8"/>
                                            </p:txEl>
                                          </p:spTgt>
                                        </p:tgtEl>
                                        <p:attrNameLst>
                                          <p:attrName>style.visibility</p:attrName>
                                        </p:attrNameLst>
                                      </p:cBhvr>
                                      <p:to>
                                        <p:strVal val="visible"/>
                                      </p:to>
                                    </p:set>
                                    <p:animEffect transition="in" filter="blinds(horizontal)">
                                      <p:cBhvr>
                                        <p:cTn id="47" dur="500"/>
                                        <p:tgtEl>
                                          <p:spTgt spid="16386">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16386">
                                            <p:txEl>
                                              <p:pRg st="9" end="9"/>
                                            </p:txEl>
                                          </p:spTgt>
                                        </p:tgtEl>
                                        <p:attrNameLst>
                                          <p:attrName>style.visibility</p:attrName>
                                        </p:attrNameLst>
                                      </p:cBhvr>
                                      <p:to>
                                        <p:strVal val="visible"/>
                                      </p:to>
                                    </p:set>
                                    <p:animEffect transition="in" filter="blinds(horizontal)">
                                      <p:cBhvr>
                                        <p:cTn id="52" dur="500"/>
                                        <p:tgtEl>
                                          <p:spTgt spid="16386">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16386">
                                            <p:txEl>
                                              <p:pRg st="10" end="10"/>
                                            </p:txEl>
                                          </p:spTgt>
                                        </p:tgtEl>
                                        <p:attrNameLst>
                                          <p:attrName>style.visibility</p:attrName>
                                        </p:attrNameLst>
                                      </p:cBhvr>
                                      <p:to>
                                        <p:strVal val="visible"/>
                                      </p:to>
                                    </p:set>
                                    <p:animEffect transition="in" filter="blinds(horizontal)">
                                      <p:cBhvr>
                                        <p:cTn id="57" dur="500"/>
                                        <p:tgtEl>
                                          <p:spTgt spid="16386">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16386">
                                            <p:txEl>
                                              <p:pRg st="11" end="11"/>
                                            </p:txEl>
                                          </p:spTgt>
                                        </p:tgtEl>
                                        <p:attrNameLst>
                                          <p:attrName>style.visibility</p:attrName>
                                        </p:attrNameLst>
                                      </p:cBhvr>
                                      <p:to>
                                        <p:strVal val="visible"/>
                                      </p:to>
                                    </p:set>
                                    <p:animEffect transition="in" filter="blinds(horizontal)">
                                      <p:cBhvr>
                                        <p:cTn id="62" dur="500"/>
                                        <p:tgtEl>
                                          <p:spTgt spid="16386">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16386">
                                            <p:txEl>
                                              <p:pRg st="12" end="12"/>
                                            </p:txEl>
                                          </p:spTgt>
                                        </p:tgtEl>
                                        <p:attrNameLst>
                                          <p:attrName>style.visibility</p:attrName>
                                        </p:attrNameLst>
                                      </p:cBhvr>
                                      <p:to>
                                        <p:strVal val="visible"/>
                                      </p:to>
                                    </p:set>
                                    <p:animEffect transition="in" filter="blinds(horizontal)">
                                      <p:cBhvr>
                                        <p:cTn id="67" dur="500"/>
                                        <p:tgtEl>
                                          <p:spTgt spid="16386">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6" grpId="0"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Content Placeholder 2">
            <a:extLst>
              <a:ext uri="{FF2B5EF4-FFF2-40B4-BE49-F238E27FC236}">
                <a16:creationId xmlns:a16="http://schemas.microsoft.com/office/drawing/2014/main" id="{85AE379A-277F-48C9-96E6-BED139D86C0E}"/>
              </a:ext>
            </a:extLst>
          </p:cNvPr>
          <p:cNvSpPr>
            <a:spLocks noGrp="1"/>
          </p:cNvSpPr>
          <p:nvPr>
            <p:ph idx="1"/>
          </p:nvPr>
        </p:nvSpPr>
        <p:spPr>
          <a:xfrm>
            <a:off x="1513936" y="734683"/>
            <a:ext cx="9753600" cy="5029200"/>
          </a:xfrm>
        </p:spPr>
        <p:txBody>
          <a:bodyPr/>
          <a:lstStyle/>
          <a:p>
            <a:pPr>
              <a:buNone/>
            </a:pPr>
            <a:r>
              <a:rPr lang="en-US" sz="2400">
                <a:latin typeface="Times New Roman"/>
                <a:ea typeface="+mn-lt"/>
                <a:cs typeface="+mn-lt"/>
              </a:rPr>
              <a:t>Q5. Consider the figure given below and answer the questions that follows:</a:t>
            </a:r>
            <a:br>
              <a:rPr lang="en-US" sz="2400">
                <a:latin typeface="Times New Roman"/>
                <a:ea typeface="+mn-lt"/>
                <a:cs typeface="+mn-lt"/>
              </a:rPr>
            </a:br>
            <a:endParaRPr lang="en-US" sz="2400">
              <a:latin typeface="Times New Roman"/>
              <a:cs typeface="Calibri"/>
            </a:endParaRPr>
          </a:p>
          <a:p>
            <a:pPr>
              <a:buNone/>
            </a:pPr>
            <a:endParaRPr lang="en-US" sz="2400">
              <a:latin typeface="Times New Roman"/>
              <a:ea typeface="+mn-lt"/>
              <a:cs typeface="+mn-lt"/>
            </a:endParaRPr>
          </a:p>
          <a:p>
            <a:pPr>
              <a:buNone/>
            </a:pPr>
            <a:endParaRPr lang="en-US" sz="2400">
              <a:latin typeface="Times New Roman"/>
              <a:ea typeface="+mn-lt"/>
              <a:cs typeface="+mn-lt"/>
            </a:endParaRPr>
          </a:p>
          <a:p>
            <a:pPr>
              <a:buNone/>
            </a:pPr>
            <a:endParaRPr lang="en-US" sz="2400">
              <a:latin typeface="Times New Roman"/>
              <a:ea typeface="+mn-lt"/>
              <a:cs typeface="+mn-lt"/>
            </a:endParaRPr>
          </a:p>
          <a:p>
            <a:pPr>
              <a:buNone/>
            </a:pPr>
            <a:endParaRPr lang="en-US" sz="2400">
              <a:latin typeface="Times New Roman"/>
              <a:ea typeface="+mn-lt"/>
              <a:cs typeface="+mn-lt"/>
            </a:endParaRPr>
          </a:p>
          <a:p>
            <a:pPr>
              <a:buFont typeface="Arial"/>
              <a:buChar char="•"/>
            </a:pPr>
            <a:endParaRPr lang="en-US" sz="2400">
              <a:latin typeface="Times New Roman"/>
              <a:ea typeface="+mn-lt"/>
              <a:cs typeface="+mn-lt"/>
            </a:endParaRPr>
          </a:p>
          <a:p>
            <a:pPr>
              <a:buFont typeface="Arial"/>
              <a:buChar char="•"/>
            </a:pPr>
            <a:r>
              <a:rPr lang="en-US" sz="2400">
                <a:latin typeface="Times New Roman"/>
                <a:ea typeface="+mn-lt"/>
                <a:cs typeface="+mn-lt"/>
              </a:rPr>
              <a:t>Name the base class and the derived class.</a:t>
            </a:r>
            <a:endParaRPr lang="en-US" sz="2400">
              <a:latin typeface="Times New Roman"/>
              <a:cs typeface="Calibri"/>
            </a:endParaRPr>
          </a:p>
          <a:p>
            <a:pPr>
              <a:buFont typeface="Arial"/>
              <a:buChar char="•"/>
            </a:pPr>
            <a:r>
              <a:rPr lang="en-US" sz="2400">
                <a:latin typeface="Times New Roman"/>
                <a:ea typeface="+mn-lt"/>
                <a:cs typeface="+mn-lt"/>
              </a:rPr>
              <a:t>Which concept of OOP is implemented in the figure given above?</a:t>
            </a:r>
            <a:endParaRPr lang="en-US" sz="2400">
              <a:latin typeface="Times New Roman"/>
              <a:cs typeface="Calibri"/>
            </a:endParaRPr>
          </a:p>
          <a:p>
            <a:pPr marL="0" indent="0">
              <a:buFont typeface="Arial" panose="020B0604020202020204" pitchFamily="34" charset="0"/>
              <a:buNone/>
            </a:pPr>
            <a:endParaRPr lang="en-US" altLang="en-US" sz="2400">
              <a:solidFill>
                <a:srgbClr val="000000"/>
              </a:solidFill>
              <a:latin typeface="Times New Roman"/>
              <a:cs typeface="Times New Roman"/>
            </a:endParaRPr>
          </a:p>
        </p:txBody>
      </p:sp>
      <p:sp>
        <p:nvSpPr>
          <p:cNvPr id="4" name="Date Placeholder 3">
            <a:extLst>
              <a:ext uri="{FF2B5EF4-FFF2-40B4-BE49-F238E27FC236}">
                <a16:creationId xmlns:a16="http://schemas.microsoft.com/office/drawing/2014/main" id="{0CCFA571-6B3C-4A22-97B0-2112A9A3038B}"/>
              </a:ext>
            </a:extLst>
          </p:cNvPr>
          <p:cNvSpPr>
            <a:spLocks noGrp="1"/>
          </p:cNvSpPr>
          <p:nvPr>
            <p:ph type="dt" sz="quarter" idx="10"/>
          </p:nvPr>
        </p:nvSpPr>
        <p:spPr/>
        <p:txBody>
          <a:bodyPr/>
          <a:lstStyle/>
          <a:p>
            <a:pPr>
              <a:defRPr/>
            </a:pPr>
            <a:fld id="{C200D7B9-94A0-44AD-98B7-C345AA625E99}" type="datetime1">
              <a:rPr lang="en-US" smtClean="0"/>
              <a:pPr>
                <a:defRPr/>
              </a:pPr>
              <a:t>5/17/2022</a:t>
            </a:fld>
            <a:endParaRPr lang="en-US"/>
          </a:p>
        </p:txBody>
      </p:sp>
      <p:sp>
        <p:nvSpPr>
          <p:cNvPr id="5" name="Footer Placeholder 4">
            <a:extLst>
              <a:ext uri="{FF2B5EF4-FFF2-40B4-BE49-F238E27FC236}">
                <a16:creationId xmlns:a16="http://schemas.microsoft.com/office/drawing/2014/main" id="{2D74A27F-2C33-4D8C-B709-CBF35F699DF3}"/>
              </a:ext>
            </a:extLst>
          </p:cNvPr>
          <p:cNvSpPr>
            <a:spLocks noGrp="1"/>
          </p:cNvSpPr>
          <p:nvPr>
            <p:ph type="ftr" sz="quarter" idx="11"/>
          </p:nvPr>
        </p:nvSpPr>
        <p:spPr>
          <a:xfrm>
            <a:off x="2895600" y="6324600"/>
            <a:ext cx="6858000" cy="365125"/>
          </a:xfrm>
        </p:spPr>
        <p:txBody>
          <a:bodyPr/>
          <a:lstStyle/>
          <a:p>
            <a:pPr>
              <a:defRPr/>
            </a:pPr>
            <a:r>
              <a:rPr lang="en-US"/>
              <a:t>(Programming in Advanced Python)                                 Unit No:2</a:t>
            </a:r>
          </a:p>
        </p:txBody>
      </p:sp>
      <p:sp>
        <p:nvSpPr>
          <p:cNvPr id="50181" name="Slide Number Placeholder 5">
            <a:extLst>
              <a:ext uri="{FF2B5EF4-FFF2-40B4-BE49-F238E27FC236}">
                <a16:creationId xmlns:a16="http://schemas.microsoft.com/office/drawing/2014/main" id="{CA826A15-566E-4129-A871-2274C0215CB3}"/>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62B1E5CA-CD1A-4744-8A0E-C1D68E55EC6D}" type="slidenum">
              <a:rPr lang="en-US" altLang="en-US" sz="1200">
                <a:solidFill>
                  <a:srgbClr val="898989"/>
                </a:solidFill>
              </a:rPr>
              <a:pPr>
                <a:spcBef>
                  <a:spcPct val="0"/>
                </a:spcBef>
                <a:buFontTx/>
                <a:buNone/>
              </a:pPr>
              <a:t>53</a:t>
            </a:fld>
            <a:endParaRPr lang="en-US" altLang="en-US" sz="1200">
              <a:solidFill>
                <a:srgbClr val="898989"/>
              </a:solidFill>
            </a:endParaRPr>
          </a:p>
        </p:txBody>
      </p:sp>
      <p:sp>
        <p:nvSpPr>
          <p:cNvPr id="7" name="Title 1">
            <a:extLst>
              <a:ext uri="{FF2B5EF4-FFF2-40B4-BE49-F238E27FC236}">
                <a16:creationId xmlns:a16="http://schemas.microsoft.com/office/drawing/2014/main" id="{8266B402-C22F-4D2A-8DB0-9BB99ED28EF8}"/>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lIns="91440" tIns="45720" rIns="91440" bIns="45720" anchor="ctr"/>
          <a:lstStyle/>
          <a:p>
            <a:pPr algn="ctr" eaLnBrk="1" fontAlgn="auto" hangingPunct="1">
              <a:spcAft>
                <a:spcPts val="0"/>
              </a:spcAft>
              <a:defRPr/>
            </a:pPr>
            <a:r>
              <a:rPr lang="en-US" sz="3200" b="1">
                <a:latin typeface="Times New Roman"/>
                <a:cs typeface="Times New Roman"/>
              </a:rPr>
              <a:t>Weekly Assignment</a:t>
            </a:r>
            <a:endParaRPr lang="en-US" sz="3200" b="1">
              <a:latin typeface="Times New Roman" panose="02020603050405020304" pitchFamily="18" charset="0"/>
              <a:cs typeface="Times New Roman" panose="02020603050405020304" pitchFamily="18" charset="0"/>
            </a:endParaRPr>
          </a:p>
        </p:txBody>
      </p:sp>
      <p:pic>
        <p:nvPicPr>
          <p:cNvPr id="2" name="Picture 2" descr="Diagram&#10;&#10;Description automatically generated">
            <a:extLst>
              <a:ext uri="{FF2B5EF4-FFF2-40B4-BE49-F238E27FC236}">
                <a16:creationId xmlns:a16="http://schemas.microsoft.com/office/drawing/2014/main" id="{F65BF5C2-150F-4E54-8ACF-671DB2C6F3A2}"/>
              </a:ext>
            </a:extLst>
          </p:cNvPr>
          <p:cNvPicPr>
            <a:picLocks noChangeAspect="1"/>
          </p:cNvPicPr>
          <p:nvPr/>
        </p:nvPicPr>
        <p:blipFill>
          <a:blip r:embed="rId2"/>
          <a:stretch>
            <a:fillRect/>
          </a:stretch>
        </p:blipFill>
        <p:spPr>
          <a:xfrm>
            <a:off x="2458079" y="1803190"/>
            <a:ext cx="1941841" cy="16126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8434">
                                            <p:txEl>
                                              <p:pRg st="0" end="0"/>
                                            </p:txEl>
                                          </p:spTgt>
                                        </p:tgtEl>
                                        <p:attrNameLst>
                                          <p:attrName>style.visibility</p:attrName>
                                        </p:attrNameLst>
                                      </p:cBhvr>
                                      <p:to>
                                        <p:strVal val="visible"/>
                                      </p:to>
                                    </p:set>
                                    <p:animEffect transition="in" filter="blinds(horizontal)">
                                      <p:cBhvr>
                                        <p:cTn id="7" dur="500"/>
                                        <p:tgtEl>
                                          <p:spTgt spid="1843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8434">
                                            <p:txEl>
                                              <p:pRg st="6" end="6"/>
                                            </p:txEl>
                                          </p:spTgt>
                                        </p:tgtEl>
                                        <p:attrNameLst>
                                          <p:attrName>style.visibility</p:attrName>
                                        </p:attrNameLst>
                                      </p:cBhvr>
                                      <p:to>
                                        <p:strVal val="visible"/>
                                      </p:to>
                                    </p:set>
                                    <p:animEffect transition="in" filter="blinds(horizontal)">
                                      <p:cBhvr>
                                        <p:cTn id="12" dur="500"/>
                                        <p:tgtEl>
                                          <p:spTgt spid="18434">
                                            <p:txEl>
                                              <p:pRg st="6" end="6"/>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8434">
                                            <p:txEl>
                                              <p:pRg st="7" end="7"/>
                                            </p:txEl>
                                          </p:spTgt>
                                        </p:tgtEl>
                                        <p:attrNameLst>
                                          <p:attrName>style.visibility</p:attrName>
                                        </p:attrNameLst>
                                      </p:cBhvr>
                                      <p:to>
                                        <p:strVal val="visible"/>
                                      </p:to>
                                    </p:set>
                                    <p:animEffect transition="in" filter="blinds(horizontal)">
                                      <p:cBhvr>
                                        <p:cTn id="17" dur="500"/>
                                        <p:tgtEl>
                                          <p:spTgt spid="1843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4" grpId="0"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Content Placeholder 2">
            <a:extLst>
              <a:ext uri="{FF2B5EF4-FFF2-40B4-BE49-F238E27FC236}">
                <a16:creationId xmlns:a16="http://schemas.microsoft.com/office/drawing/2014/main" id="{160B8409-8539-4A7B-9D2F-C8BD1F5CE6EB}"/>
              </a:ext>
            </a:extLst>
          </p:cNvPr>
          <p:cNvSpPr>
            <a:spLocks noGrp="1"/>
          </p:cNvSpPr>
          <p:nvPr>
            <p:ph idx="1"/>
          </p:nvPr>
        </p:nvSpPr>
        <p:spPr>
          <a:xfrm>
            <a:off x="1600200" y="688796"/>
            <a:ext cx="10363200" cy="5411487"/>
          </a:xfrm>
        </p:spPr>
        <p:txBody>
          <a:bodyPr/>
          <a:lstStyle/>
          <a:p>
            <a:pPr marL="0" indent="0">
              <a:buNone/>
            </a:pPr>
            <a:endParaRPr lang="en-US" sz="2400">
              <a:latin typeface="Times New Roman"/>
              <a:ea typeface="+mn-lt"/>
              <a:cs typeface="+mn-lt"/>
            </a:endParaRPr>
          </a:p>
          <a:p>
            <a:pPr marL="0" indent="0">
              <a:buNone/>
            </a:pPr>
            <a:r>
              <a:rPr lang="en-US" sz="2400">
                <a:latin typeface="Times New Roman"/>
                <a:ea typeface="+mn-lt"/>
                <a:cs typeface="+mn-lt"/>
              </a:rPr>
              <a:t>Q1. Predict the output of the following program. Also state which concept of OOP is being implemented?</a:t>
            </a:r>
            <a:br>
              <a:rPr lang="en-US" sz="2400">
                <a:latin typeface="Times New Roman"/>
                <a:ea typeface="+mn-lt"/>
                <a:cs typeface="+mn-lt"/>
              </a:rPr>
            </a:br>
            <a:r>
              <a:rPr lang="en-US" sz="2400">
                <a:latin typeface="Times New Roman"/>
                <a:ea typeface="+mn-lt"/>
                <a:cs typeface="+mn-lt"/>
              </a:rPr>
              <a:t> def sum(</a:t>
            </a:r>
            <a:r>
              <a:rPr lang="en-US" sz="2400" err="1">
                <a:latin typeface="Times New Roman"/>
                <a:ea typeface="+mn-lt"/>
                <a:cs typeface="+mn-lt"/>
              </a:rPr>
              <a:t>x,y,z</a:t>
            </a:r>
            <a:r>
              <a:rPr lang="en-US" sz="2400">
                <a:latin typeface="Times New Roman"/>
                <a:ea typeface="+mn-lt"/>
                <a:cs typeface="+mn-lt"/>
              </a:rPr>
              <a:t>):</a:t>
            </a:r>
            <a:br>
              <a:rPr lang="en-US" sz="2400">
                <a:latin typeface="Times New Roman"/>
                <a:ea typeface="+mn-lt"/>
                <a:cs typeface="+mn-lt"/>
              </a:rPr>
            </a:br>
            <a:r>
              <a:rPr lang="en-US" sz="2400">
                <a:latin typeface="Times New Roman"/>
                <a:ea typeface="+mn-lt"/>
                <a:cs typeface="+mn-lt"/>
              </a:rPr>
              <a:t> print “sum= ”, </a:t>
            </a:r>
            <a:r>
              <a:rPr lang="en-US" sz="2400" err="1">
                <a:latin typeface="Times New Roman"/>
                <a:ea typeface="+mn-lt"/>
                <a:cs typeface="+mn-lt"/>
              </a:rPr>
              <a:t>x+y+z</a:t>
            </a:r>
            <a:br>
              <a:rPr lang="en-US" sz="2400">
                <a:latin typeface="Times New Roman"/>
                <a:ea typeface="+mn-lt"/>
                <a:cs typeface="+mn-lt"/>
              </a:rPr>
            </a:br>
            <a:r>
              <a:rPr lang="en-US" sz="2400">
                <a:latin typeface="Times New Roman"/>
                <a:ea typeface="+mn-lt"/>
                <a:cs typeface="+mn-lt"/>
              </a:rPr>
              <a:t> def sum(</a:t>
            </a:r>
            <a:r>
              <a:rPr lang="en-US" sz="2400" err="1">
                <a:latin typeface="Times New Roman"/>
                <a:ea typeface="+mn-lt"/>
                <a:cs typeface="+mn-lt"/>
              </a:rPr>
              <a:t>a,b</a:t>
            </a:r>
            <a:r>
              <a:rPr lang="en-US" sz="2400">
                <a:latin typeface="Times New Roman"/>
                <a:ea typeface="+mn-lt"/>
                <a:cs typeface="+mn-lt"/>
              </a:rPr>
              <a:t>):</a:t>
            </a:r>
            <a:br>
              <a:rPr lang="en-US" sz="2400">
                <a:latin typeface="Times New Roman"/>
                <a:ea typeface="+mn-lt"/>
                <a:cs typeface="+mn-lt"/>
              </a:rPr>
            </a:br>
            <a:r>
              <a:rPr lang="en-US" sz="2400">
                <a:latin typeface="Times New Roman"/>
                <a:ea typeface="+mn-lt"/>
                <a:cs typeface="+mn-lt"/>
              </a:rPr>
              <a:t> print “sum= ”, </a:t>
            </a:r>
            <a:r>
              <a:rPr lang="en-US" sz="2400" err="1">
                <a:latin typeface="Times New Roman"/>
                <a:ea typeface="+mn-lt"/>
                <a:cs typeface="+mn-lt"/>
              </a:rPr>
              <a:t>a+b</a:t>
            </a:r>
            <a:br>
              <a:rPr lang="en-US" sz="2400">
                <a:latin typeface="Times New Roman"/>
                <a:ea typeface="+mn-lt"/>
                <a:cs typeface="+mn-lt"/>
              </a:rPr>
            </a:br>
            <a:r>
              <a:rPr lang="en-US" sz="2400">
                <a:latin typeface="Times New Roman"/>
                <a:ea typeface="+mn-lt"/>
                <a:cs typeface="+mn-lt"/>
              </a:rPr>
              <a:t> sum(10,20)</a:t>
            </a:r>
            <a:br>
              <a:rPr lang="en-US" sz="2400">
                <a:latin typeface="Times New Roman"/>
                <a:ea typeface="+mn-lt"/>
                <a:cs typeface="+mn-lt"/>
              </a:rPr>
            </a:br>
            <a:r>
              <a:rPr lang="en-US" sz="2400">
                <a:latin typeface="Times New Roman"/>
                <a:ea typeface="+mn-lt"/>
                <a:cs typeface="+mn-lt"/>
              </a:rPr>
              <a:t> sum(10,20,30) </a:t>
            </a:r>
            <a:endParaRPr lang="en-US" sz="2400">
              <a:latin typeface="Times New Roman"/>
              <a:cs typeface="Calibri"/>
            </a:endParaRPr>
          </a:p>
          <a:p>
            <a:pPr marL="0" indent="0">
              <a:buNone/>
            </a:pPr>
            <a:endParaRPr lang="en-US" sz="2400">
              <a:latin typeface="Times New Roman"/>
              <a:cs typeface="Calibri"/>
            </a:endParaRPr>
          </a:p>
          <a:p>
            <a:pPr marL="0" indent="0" algn="just">
              <a:buNone/>
            </a:pPr>
            <a:r>
              <a:rPr lang="en-US" sz="2400">
                <a:latin typeface="Times New Roman"/>
                <a:cs typeface="Calibri"/>
              </a:rPr>
              <a:t>Q2. </a:t>
            </a:r>
            <a:r>
              <a:rPr lang="en-US" sz="2400">
                <a:latin typeface="Times New Roman"/>
                <a:ea typeface="+mn-lt"/>
                <a:cs typeface="+mn-lt"/>
              </a:rPr>
              <a:t>Write a program that uses an area() function for the calculation of area of a triangle or a rectangle or a square. Number of sides (3, 2 or 1) suggest the shape for which the area is to be calculated.</a:t>
            </a:r>
            <a:endParaRPr lang="en-US" sz="2400">
              <a:latin typeface="Times New Roman"/>
              <a:cs typeface="Calibri"/>
            </a:endParaRPr>
          </a:p>
        </p:txBody>
      </p:sp>
      <p:sp>
        <p:nvSpPr>
          <p:cNvPr id="4" name="Date Placeholder 3">
            <a:extLst>
              <a:ext uri="{FF2B5EF4-FFF2-40B4-BE49-F238E27FC236}">
                <a16:creationId xmlns:a16="http://schemas.microsoft.com/office/drawing/2014/main" id="{12459379-41CE-4016-9389-7CC66AE746AA}"/>
              </a:ext>
            </a:extLst>
          </p:cNvPr>
          <p:cNvSpPr>
            <a:spLocks noGrp="1"/>
          </p:cNvSpPr>
          <p:nvPr>
            <p:ph type="dt" sz="quarter" idx="10"/>
          </p:nvPr>
        </p:nvSpPr>
        <p:spPr/>
        <p:txBody>
          <a:bodyPr/>
          <a:lstStyle/>
          <a:p>
            <a:pPr>
              <a:defRPr/>
            </a:pPr>
            <a:fld id="{38C3C746-1248-4816-B0B7-BB699B543B50}" type="datetime1">
              <a:rPr lang="en-US" smtClean="0"/>
              <a:pPr>
                <a:defRPr/>
              </a:pPr>
              <a:t>5/17/2022</a:t>
            </a:fld>
            <a:endParaRPr lang="en-US"/>
          </a:p>
        </p:txBody>
      </p:sp>
      <p:sp>
        <p:nvSpPr>
          <p:cNvPr id="5" name="Footer Placeholder 4">
            <a:extLst>
              <a:ext uri="{FF2B5EF4-FFF2-40B4-BE49-F238E27FC236}">
                <a16:creationId xmlns:a16="http://schemas.microsoft.com/office/drawing/2014/main" id="{99203E8E-6AB0-4BE3-8326-016437E81ECF}"/>
              </a:ext>
            </a:extLst>
          </p:cNvPr>
          <p:cNvSpPr>
            <a:spLocks noGrp="1"/>
          </p:cNvSpPr>
          <p:nvPr>
            <p:ph type="ftr" sz="quarter" idx="11"/>
          </p:nvPr>
        </p:nvSpPr>
        <p:spPr>
          <a:xfrm>
            <a:off x="2895600" y="6324600"/>
            <a:ext cx="6858000" cy="365125"/>
          </a:xfrm>
        </p:spPr>
        <p:txBody>
          <a:bodyPr/>
          <a:lstStyle/>
          <a:p>
            <a:pPr>
              <a:defRPr/>
            </a:pPr>
            <a:r>
              <a:rPr lang="en-US"/>
              <a:t>(Programming in Advanced Python)                                 Unit No:2</a:t>
            </a:r>
          </a:p>
        </p:txBody>
      </p:sp>
      <p:sp>
        <p:nvSpPr>
          <p:cNvPr id="51205" name="Slide Number Placeholder 5">
            <a:extLst>
              <a:ext uri="{FF2B5EF4-FFF2-40B4-BE49-F238E27FC236}">
                <a16:creationId xmlns:a16="http://schemas.microsoft.com/office/drawing/2014/main" id="{53C47015-8CCD-47E3-B2FF-30B001AF853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377E8DBF-9D10-419F-A071-2BFF22EDA0F4}" type="slidenum">
              <a:rPr lang="en-US" altLang="en-US" sz="1200">
                <a:solidFill>
                  <a:srgbClr val="898989"/>
                </a:solidFill>
              </a:rPr>
              <a:pPr>
                <a:spcBef>
                  <a:spcPct val="0"/>
                </a:spcBef>
                <a:buFontTx/>
                <a:buNone/>
              </a:pPr>
              <a:t>54</a:t>
            </a:fld>
            <a:endParaRPr lang="en-US" altLang="en-US" sz="1200">
              <a:solidFill>
                <a:srgbClr val="898989"/>
              </a:solidFill>
            </a:endParaRPr>
          </a:p>
        </p:txBody>
      </p:sp>
      <p:sp>
        <p:nvSpPr>
          <p:cNvPr id="7" name="Title 1">
            <a:extLst>
              <a:ext uri="{FF2B5EF4-FFF2-40B4-BE49-F238E27FC236}">
                <a16:creationId xmlns:a16="http://schemas.microsoft.com/office/drawing/2014/main" id="{13B5699B-9FC5-40CF-A66E-02BDEF11993D}"/>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US" sz="3200" b="1">
                <a:latin typeface="Times New Roman" panose="02020603050405020304" pitchFamily="18" charset="0"/>
                <a:cs typeface="Times New Roman" panose="02020603050405020304" pitchFamily="18" charset="0"/>
              </a:rPr>
              <a:t>Old Question Papers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8434">
                                            <p:txEl>
                                              <p:pRg st="1" end="1"/>
                                            </p:txEl>
                                          </p:spTgt>
                                        </p:tgtEl>
                                        <p:attrNameLst>
                                          <p:attrName>style.visibility</p:attrName>
                                        </p:attrNameLst>
                                      </p:cBhvr>
                                      <p:to>
                                        <p:strVal val="visible"/>
                                      </p:to>
                                    </p:set>
                                    <p:animEffect transition="in" filter="blinds(horizontal)">
                                      <p:cBhvr>
                                        <p:cTn id="7" dur="500"/>
                                        <p:tgtEl>
                                          <p:spTgt spid="1843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8434">
                                            <p:txEl>
                                              <p:pRg st="3" end="3"/>
                                            </p:txEl>
                                          </p:spTgt>
                                        </p:tgtEl>
                                        <p:attrNameLst>
                                          <p:attrName>style.visibility</p:attrName>
                                        </p:attrNameLst>
                                      </p:cBhvr>
                                      <p:to>
                                        <p:strVal val="visible"/>
                                      </p:to>
                                    </p:set>
                                    <p:animEffect transition="in" filter="blinds(horizontal)">
                                      <p:cBhvr>
                                        <p:cTn id="12" dur="500"/>
                                        <p:tgtEl>
                                          <p:spTgt spid="1843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4" grpId="0"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Content Placeholder 2">
            <a:extLst>
              <a:ext uri="{FF2B5EF4-FFF2-40B4-BE49-F238E27FC236}">
                <a16:creationId xmlns:a16="http://schemas.microsoft.com/office/drawing/2014/main" id="{160B8409-8539-4A7B-9D2F-C8BD1F5CE6EB}"/>
              </a:ext>
            </a:extLst>
          </p:cNvPr>
          <p:cNvSpPr>
            <a:spLocks noGrp="1"/>
          </p:cNvSpPr>
          <p:nvPr>
            <p:ph idx="1"/>
          </p:nvPr>
        </p:nvSpPr>
        <p:spPr>
          <a:xfrm>
            <a:off x="1600200" y="717550"/>
            <a:ext cx="10363200" cy="4951413"/>
          </a:xfrm>
        </p:spPr>
        <p:txBody>
          <a:bodyPr/>
          <a:lstStyle/>
          <a:p>
            <a:pPr marL="0" indent="0">
              <a:buNone/>
            </a:pPr>
            <a:endParaRPr lang="en-US" sz="2400">
              <a:latin typeface="Times New Roman"/>
              <a:ea typeface="+mn-lt"/>
              <a:cs typeface="+mn-lt"/>
            </a:endParaRPr>
          </a:p>
          <a:p>
            <a:pPr marL="0" indent="0">
              <a:buNone/>
            </a:pPr>
            <a:r>
              <a:rPr lang="en-US" sz="2400">
                <a:latin typeface="Times New Roman"/>
                <a:ea typeface="+mn-lt"/>
                <a:cs typeface="+mn-lt"/>
              </a:rPr>
              <a:t>Q3. Give a suitable example using Python code to illustrate single level inheritance considering COUNTRY to be BASE class and STATE to be derived class.</a:t>
            </a:r>
            <a:endParaRPr lang="en-US" sz="2400">
              <a:latin typeface="Times New Roman"/>
              <a:cs typeface="Times New Roman"/>
            </a:endParaRPr>
          </a:p>
          <a:p>
            <a:pPr marL="0" indent="0">
              <a:buNone/>
            </a:pPr>
            <a:r>
              <a:rPr lang="en-US" sz="2400">
                <a:latin typeface="Times New Roman"/>
                <a:ea typeface="+mn-lt"/>
                <a:cs typeface="+mn-lt"/>
              </a:rPr>
              <a:t>Q4. What is the difference between Multilevel inheritance and multiple inheritance? Give suitable examples to illustrate.</a:t>
            </a:r>
          </a:p>
          <a:p>
            <a:pPr marL="0" indent="0">
              <a:buNone/>
            </a:pPr>
            <a:r>
              <a:rPr lang="en-US" sz="2400">
                <a:latin typeface="Times New Roman"/>
                <a:ea typeface="+mn-lt"/>
                <a:cs typeface="+mn-lt"/>
              </a:rPr>
              <a:t>Q5. What are the different ways of overriding function call in derived class of python? Illustrate with example.</a:t>
            </a:r>
          </a:p>
        </p:txBody>
      </p:sp>
      <p:sp>
        <p:nvSpPr>
          <p:cNvPr id="4" name="Date Placeholder 3">
            <a:extLst>
              <a:ext uri="{FF2B5EF4-FFF2-40B4-BE49-F238E27FC236}">
                <a16:creationId xmlns:a16="http://schemas.microsoft.com/office/drawing/2014/main" id="{12459379-41CE-4016-9389-7CC66AE746AA}"/>
              </a:ext>
            </a:extLst>
          </p:cNvPr>
          <p:cNvSpPr>
            <a:spLocks noGrp="1"/>
          </p:cNvSpPr>
          <p:nvPr>
            <p:ph type="dt" sz="quarter" idx="10"/>
          </p:nvPr>
        </p:nvSpPr>
        <p:spPr/>
        <p:txBody>
          <a:bodyPr/>
          <a:lstStyle/>
          <a:p>
            <a:pPr>
              <a:defRPr/>
            </a:pPr>
            <a:fld id="{99CF6E59-3B30-498A-80F8-EDAA765FB8C4}" type="datetime1">
              <a:rPr lang="en-US" smtClean="0"/>
              <a:pPr>
                <a:defRPr/>
              </a:pPr>
              <a:t>5/17/2022</a:t>
            </a:fld>
            <a:endParaRPr lang="en-US"/>
          </a:p>
        </p:txBody>
      </p:sp>
      <p:sp>
        <p:nvSpPr>
          <p:cNvPr id="5" name="Footer Placeholder 4">
            <a:extLst>
              <a:ext uri="{FF2B5EF4-FFF2-40B4-BE49-F238E27FC236}">
                <a16:creationId xmlns:a16="http://schemas.microsoft.com/office/drawing/2014/main" id="{99203E8E-6AB0-4BE3-8326-016437E81ECF}"/>
              </a:ext>
            </a:extLst>
          </p:cNvPr>
          <p:cNvSpPr>
            <a:spLocks noGrp="1"/>
          </p:cNvSpPr>
          <p:nvPr>
            <p:ph type="ftr" sz="quarter" idx="11"/>
          </p:nvPr>
        </p:nvSpPr>
        <p:spPr>
          <a:xfrm>
            <a:off x="2895600" y="6324600"/>
            <a:ext cx="6858000" cy="365125"/>
          </a:xfrm>
        </p:spPr>
        <p:txBody>
          <a:bodyPr/>
          <a:lstStyle/>
          <a:p>
            <a:pPr>
              <a:defRPr/>
            </a:pPr>
            <a:r>
              <a:rPr lang="en-US"/>
              <a:t>(Programming in Advanced Python)                                 Unit No:2</a:t>
            </a:r>
          </a:p>
        </p:txBody>
      </p:sp>
      <p:sp>
        <p:nvSpPr>
          <p:cNvPr id="51205" name="Slide Number Placeholder 5">
            <a:extLst>
              <a:ext uri="{FF2B5EF4-FFF2-40B4-BE49-F238E27FC236}">
                <a16:creationId xmlns:a16="http://schemas.microsoft.com/office/drawing/2014/main" id="{53C47015-8CCD-47E3-B2FF-30B001AF853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377E8DBF-9D10-419F-A071-2BFF22EDA0F4}" type="slidenum">
              <a:rPr lang="en-US" altLang="en-US" sz="1200">
                <a:solidFill>
                  <a:srgbClr val="898989"/>
                </a:solidFill>
              </a:rPr>
              <a:pPr>
                <a:spcBef>
                  <a:spcPct val="0"/>
                </a:spcBef>
                <a:buFontTx/>
                <a:buNone/>
              </a:pPr>
              <a:t>55</a:t>
            </a:fld>
            <a:endParaRPr lang="en-US" altLang="en-US" sz="1200">
              <a:solidFill>
                <a:srgbClr val="898989"/>
              </a:solidFill>
            </a:endParaRPr>
          </a:p>
        </p:txBody>
      </p:sp>
      <p:sp>
        <p:nvSpPr>
          <p:cNvPr id="7" name="Title 1">
            <a:extLst>
              <a:ext uri="{FF2B5EF4-FFF2-40B4-BE49-F238E27FC236}">
                <a16:creationId xmlns:a16="http://schemas.microsoft.com/office/drawing/2014/main" id="{13B5699B-9FC5-40CF-A66E-02BDEF11993D}"/>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US" sz="3200" b="1">
                <a:latin typeface="Times New Roman" panose="02020603050405020304" pitchFamily="18" charset="0"/>
                <a:cs typeface="Times New Roman" panose="02020603050405020304" pitchFamily="18" charset="0"/>
              </a:rPr>
              <a:t>Old Question Papers</a:t>
            </a:r>
          </a:p>
        </p:txBody>
      </p:sp>
    </p:spTree>
    <p:extLst>
      <p:ext uri="{BB962C8B-B14F-4D97-AF65-F5344CB8AC3E}">
        <p14:creationId xmlns:p14="http://schemas.microsoft.com/office/powerpoint/2010/main" val="24411763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8434">
                                            <p:txEl>
                                              <p:pRg st="1" end="1"/>
                                            </p:txEl>
                                          </p:spTgt>
                                        </p:tgtEl>
                                        <p:attrNameLst>
                                          <p:attrName>style.visibility</p:attrName>
                                        </p:attrNameLst>
                                      </p:cBhvr>
                                      <p:to>
                                        <p:strVal val="visible"/>
                                      </p:to>
                                    </p:set>
                                    <p:animEffect transition="in" filter="blinds(horizontal)">
                                      <p:cBhvr>
                                        <p:cTn id="7" dur="500"/>
                                        <p:tgtEl>
                                          <p:spTgt spid="1843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8434">
                                            <p:txEl>
                                              <p:pRg st="2" end="2"/>
                                            </p:txEl>
                                          </p:spTgt>
                                        </p:tgtEl>
                                        <p:attrNameLst>
                                          <p:attrName>style.visibility</p:attrName>
                                        </p:attrNameLst>
                                      </p:cBhvr>
                                      <p:to>
                                        <p:strVal val="visible"/>
                                      </p:to>
                                    </p:set>
                                    <p:animEffect transition="in" filter="blinds(horizontal)">
                                      <p:cBhvr>
                                        <p:cTn id="12" dur="500"/>
                                        <p:tgtEl>
                                          <p:spTgt spid="1843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8434">
                                            <p:txEl>
                                              <p:pRg st="3" end="3"/>
                                            </p:txEl>
                                          </p:spTgt>
                                        </p:tgtEl>
                                        <p:attrNameLst>
                                          <p:attrName>style.visibility</p:attrName>
                                        </p:attrNameLst>
                                      </p:cBhvr>
                                      <p:to>
                                        <p:strVal val="visible"/>
                                      </p:to>
                                    </p:set>
                                    <p:animEffect transition="in" filter="blinds(horizontal)">
                                      <p:cBhvr>
                                        <p:cTn id="17" dur="500"/>
                                        <p:tgtEl>
                                          <p:spTgt spid="1843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4" grpId="0"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Content Placeholder 2">
            <a:extLst>
              <a:ext uri="{FF2B5EF4-FFF2-40B4-BE49-F238E27FC236}">
                <a16:creationId xmlns:a16="http://schemas.microsoft.com/office/drawing/2014/main" id="{53F31D40-87D7-4441-B4D5-511BA141953A}"/>
              </a:ext>
            </a:extLst>
          </p:cNvPr>
          <p:cNvSpPr>
            <a:spLocks noGrp="1"/>
          </p:cNvSpPr>
          <p:nvPr>
            <p:ph idx="1"/>
          </p:nvPr>
        </p:nvSpPr>
        <p:spPr>
          <a:xfrm>
            <a:off x="1585823" y="697302"/>
            <a:ext cx="10363200" cy="4953000"/>
          </a:xfrm>
        </p:spPr>
        <p:txBody>
          <a:bodyPr/>
          <a:lstStyle/>
          <a:p>
            <a:pPr marL="0" indent="0" algn="just" eaLnBrk="1" hangingPunct="1">
              <a:lnSpc>
                <a:spcPct val="150000"/>
              </a:lnSpc>
              <a:buNone/>
            </a:pPr>
            <a:endParaRPr lang="en-US" altLang="en-US" sz="2400">
              <a:latin typeface="Times New Roman"/>
              <a:cs typeface="Times New Roman"/>
            </a:endParaRPr>
          </a:p>
          <a:p>
            <a:pPr marL="0" indent="0" algn="just">
              <a:lnSpc>
                <a:spcPct val="150000"/>
              </a:lnSpc>
              <a:buNone/>
            </a:pPr>
            <a:r>
              <a:rPr lang="en-US" altLang="en-US" sz="2400">
                <a:latin typeface="Times New Roman"/>
                <a:cs typeface="Times New Roman"/>
              </a:rPr>
              <a:t>Q1.What is the need of object-oriented systems? Explain with the help of classes and objects.</a:t>
            </a:r>
            <a:endParaRPr lang="en-US" sz="2400">
              <a:latin typeface="Times New Roman"/>
              <a:cs typeface="Times New Roman"/>
            </a:endParaRPr>
          </a:p>
          <a:p>
            <a:pPr marL="0" indent="0" algn="just" eaLnBrk="1" hangingPunct="1">
              <a:lnSpc>
                <a:spcPct val="150000"/>
              </a:lnSpc>
              <a:buNone/>
            </a:pPr>
            <a:r>
              <a:rPr lang="en-US" altLang="en-US" sz="2400">
                <a:latin typeface="Times New Roman"/>
                <a:cs typeface="Times New Roman"/>
              </a:rPr>
              <a:t>Q2. What is Inheritance? How code reusability is achieved using inheritance? Explain with the help of a program.</a:t>
            </a:r>
          </a:p>
          <a:p>
            <a:pPr marL="0" indent="0" algn="just">
              <a:lnSpc>
                <a:spcPct val="150000"/>
              </a:lnSpc>
              <a:buNone/>
            </a:pPr>
            <a:r>
              <a:rPr lang="en-US" altLang="en-US" sz="2400">
                <a:latin typeface="Times New Roman"/>
                <a:cs typeface="Times New Roman"/>
              </a:rPr>
              <a:t>Q3. Write short note on hybrid inheritance.</a:t>
            </a:r>
            <a:endParaRPr lang="en-US" sz="2400">
              <a:cs typeface="Calibri"/>
            </a:endParaRPr>
          </a:p>
          <a:p>
            <a:pPr marL="0" indent="0">
              <a:buNone/>
            </a:pPr>
            <a:r>
              <a:rPr lang="en-US" sz="2400">
                <a:latin typeface="Times New Roman"/>
                <a:cs typeface="Times New Roman"/>
              </a:rPr>
              <a:t>Q4. What is the difference between Multilevel inheritance and multiple inheritance? Give suitable examples to illustrate.</a:t>
            </a:r>
            <a:endParaRPr lang="en-US" sz="2400">
              <a:ea typeface="+mn-lt"/>
              <a:cs typeface="+mn-lt"/>
            </a:endParaRPr>
          </a:p>
          <a:p>
            <a:pPr marL="0" indent="0">
              <a:buNone/>
            </a:pPr>
            <a:endParaRPr lang="en-US" sz="2400">
              <a:ea typeface="+mn-lt"/>
              <a:cs typeface="+mn-lt"/>
            </a:endParaRPr>
          </a:p>
          <a:p>
            <a:pPr marL="0" indent="0">
              <a:buNone/>
            </a:pPr>
            <a:endParaRPr lang="en-US" sz="2400">
              <a:latin typeface="Times New Roman"/>
              <a:cs typeface="Times New Roman"/>
            </a:endParaRPr>
          </a:p>
          <a:p>
            <a:pPr algn="just" eaLnBrk="1" hangingPunct="1">
              <a:lnSpc>
                <a:spcPct val="150000"/>
              </a:lnSpc>
              <a:buNone/>
            </a:pPr>
            <a:r>
              <a:rPr lang="en-US" altLang="en-US" sz="2400">
                <a:latin typeface="Times New Roman"/>
                <a:cs typeface="Times New Roman"/>
              </a:rPr>
              <a:t>                                       </a:t>
            </a:r>
            <a:endParaRPr lang="en-US" altLang="en-US" sz="240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97434535-2E41-4C11-A3E9-CE72A2B14599}"/>
              </a:ext>
            </a:extLst>
          </p:cNvPr>
          <p:cNvSpPr>
            <a:spLocks noGrp="1"/>
          </p:cNvSpPr>
          <p:nvPr>
            <p:ph type="dt" sz="quarter" idx="10"/>
          </p:nvPr>
        </p:nvSpPr>
        <p:spPr/>
        <p:txBody>
          <a:bodyPr/>
          <a:lstStyle/>
          <a:p>
            <a:pPr>
              <a:defRPr/>
            </a:pPr>
            <a:fld id="{1D069A9D-975C-42FA-A807-7DA6BD13F12F}" type="datetime1">
              <a:rPr lang="en-US" smtClean="0"/>
              <a:pPr>
                <a:defRPr/>
              </a:pPr>
              <a:t>5/17/2022</a:t>
            </a:fld>
            <a:endParaRPr lang="en-US"/>
          </a:p>
        </p:txBody>
      </p:sp>
      <p:sp>
        <p:nvSpPr>
          <p:cNvPr id="5" name="Footer Placeholder 4">
            <a:extLst>
              <a:ext uri="{FF2B5EF4-FFF2-40B4-BE49-F238E27FC236}">
                <a16:creationId xmlns:a16="http://schemas.microsoft.com/office/drawing/2014/main" id="{21118847-4E8D-49D3-A23A-C5EB46AFEDC5}"/>
              </a:ext>
            </a:extLst>
          </p:cNvPr>
          <p:cNvSpPr>
            <a:spLocks noGrp="1"/>
          </p:cNvSpPr>
          <p:nvPr>
            <p:ph type="ftr" sz="quarter" idx="11"/>
          </p:nvPr>
        </p:nvSpPr>
        <p:spPr>
          <a:xfrm>
            <a:off x="2819400" y="6356350"/>
            <a:ext cx="6934200" cy="365125"/>
          </a:xfrm>
        </p:spPr>
        <p:txBody>
          <a:bodyPr/>
          <a:lstStyle/>
          <a:p>
            <a:pPr>
              <a:defRPr/>
            </a:pPr>
            <a:r>
              <a:rPr lang="en-US"/>
              <a:t>(Programming in Advanced Python)                                 Unit No:2</a:t>
            </a:r>
          </a:p>
        </p:txBody>
      </p:sp>
      <p:sp>
        <p:nvSpPr>
          <p:cNvPr id="52229" name="Slide Number Placeholder 5">
            <a:extLst>
              <a:ext uri="{FF2B5EF4-FFF2-40B4-BE49-F238E27FC236}">
                <a16:creationId xmlns:a16="http://schemas.microsoft.com/office/drawing/2014/main" id="{F0250EA4-961F-4374-958C-83D0F5E08C17}"/>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3BE986B6-FF1E-4F48-9790-493323AD47C2}" type="slidenum">
              <a:rPr lang="en-US" altLang="en-US" sz="1200">
                <a:solidFill>
                  <a:srgbClr val="898989"/>
                </a:solidFill>
              </a:rPr>
              <a:pPr>
                <a:spcBef>
                  <a:spcPct val="0"/>
                </a:spcBef>
                <a:buFontTx/>
                <a:buNone/>
              </a:pPr>
              <a:t>56</a:t>
            </a:fld>
            <a:endParaRPr lang="en-US" altLang="en-US" sz="1200">
              <a:solidFill>
                <a:srgbClr val="898989"/>
              </a:solidFill>
            </a:endParaRPr>
          </a:p>
        </p:txBody>
      </p:sp>
      <p:sp>
        <p:nvSpPr>
          <p:cNvPr id="7" name="Title 1">
            <a:extLst>
              <a:ext uri="{FF2B5EF4-FFF2-40B4-BE49-F238E27FC236}">
                <a16:creationId xmlns:a16="http://schemas.microsoft.com/office/drawing/2014/main" id="{AAFA6CCF-A425-4BC9-8076-6337E00C08B1}"/>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fontAlgn="auto">
              <a:spcAft>
                <a:spcPts val="0"/>
              </a:spcAft>
              <a:defRPr/>
            </a:pPr>
            <a:r>
              <a:rPr lang="en-US" sz="3200" b="1">
                <a:latin typeface="Times New Roman" pitchFamily="18" charset="0"/>
                <a:cs typeface="Times New Roman" pitchFamily="18" charset="0"/>
              </a:rPr>
              <a:t>Expected Questions for University Exam </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19458">
                                            <p:txEl>
                                              <p:pRg st="1" end="1"/>
                                            </p:txEl>
                                          </p:spTgt>
                                        </p:tgtEl>
                                        <p:attrNameLst>
                                          <p:attrName>style.visibility</p:attrName>
                                        </p:attrNameLst>
                                      </p:cBhvr>
                                      <p:to>
                                        <p:strVal val="visible"/>
                                      </p:to>
                                    </p:set>
                                    <p:animEffect transition="in" filter="box(in)">
                                      <p:cBhvr>
                                        <p:cTn id="7" dur="500"/>
                                        <p:tgtEl>
                                          <p:spTgt spid="19458">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19458">
                                            <p:txEl>
                                              <p:pRg st="2" end="2"/>
                                            </p:txEl>
                                          </p:spTgt>
                                        </p:tgtEl>
                                        <p:attrNameLst>
                                          <p:attrName>style.visibility</p:attrName>
                                        </p:attrNameLst>
                                      </p:cBhvr>
                                      <p:to>
                                        <p:strVal val="visible"/>
                                      </p:to>
                                    </p:set>
                                    <p:animEffect transition="in" filter="box(in)">
                                      <p:cBhvr>
                                        <p:cTn id="12" dur="500"/>
                                        <p:tgtEl>
                                          <p:spTgt spid="19458">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19458">
                                            <p:txEl>
                                              <p:pRg st="3" end="3"/>
                                            </p:txEl>
                                          </p:spTgt>
                                        </p:tgtEl>
                                        <p:attrNameLst>
                                          <p:attrName>style.visibility</p:attrName>
                                        </p:attrNameLst>
                                      </p:cBhvr>
                                      <p:to>
                                        <p:strVal val="visible"/>
                                      </p:to>
                                    </p:set>
                                    <p:animEffect transition="in" filter="box(in)">
                                      <p:cBhvr>
                                        <p:cTn id="17" dur="500"/>
                                        <p:tgtEl>
                                          <p:spTgt spid="19458">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19458">
                                            <p:txEl>
                                              <p:pRg st="4" end="4"/>
                                            </p:txEl>
                                          </p:spTgt>
                                        </p:tgtEl>
                                        <p:attrNameLst>
                                          <p:attrName>style.visibility</p:attrName>
                                        </p:attrNameLst>
                                      </p:cBhvr>
                                      <p:to>
                                        <p:strVal val="visible"/>
                                      </p:to>
                                    </p:set>
                                    <p:animEffect transition="in" filter="box(in)">
                                      <p:cBhvr>
                                        <p:cTn id="22" dur="500"/>
                                        <p:tgtEl>
                                          <p:spTgt spid="19458">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nodeType="clickEffect">
                                  <p:stCondLst>
                                    <p:cond delay="0"/>
                                  </p:stCondLst>
                                  <p:childTnLst>
                                    <p:set>
                                      <p:cBhvr>
                                        <p:cTn id="26" dur="1" fill="hold">
                                          <p:stCondLst>
                                            <p:cond delay="0"/>
                                          </p:stCondLst>
                                        </p:cTn>
                                        <p:tgtEl>
                                          <p:spTgt spid="19458">
                                            <p:txEl>
                                              <p:pRg st="7" end="7"/>
                                            </p:txEl>
                                          </p:spTgt>
                                        </p:tgtEl>
                                        <p:attrNameLst>
                                          <p:attrName>style.visibility</p:attrName>
                                        </p:attrNameLst>
                                      </p:cBhvr>
                                      <p:to>
                                        <p:strVal val="visible"/>
                                      </p:to>
                                    </p:set>
                                    <p:animEffect transition="in" filter="box(in)">
                                      <p:cBhvr>
                                        <p:cTn id="27" dur="500"/>
                                        <p:tgtEl>
                                          <p:spTgt spid="19458">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Content Placeholder 2">
            <a:extLst>
              <a:ext uri="{FF2B5EF4-FFF2-40B4-BE49-F238E27FC236}">
                <a16:creationId xmlns:a16="http://schemas.microsoft.com/office/drawing/2014/main" id="{53F31D40-87D7-4441-B4D5-511BA141953A}"/>
              </a:ext>
            </a:extLst>
          </p:cNvPr>
          <p:cNvSpPr>
            <a:spLocks noGrp="1"/>
          </p:cNvSpPr>
          <p:nvPr>
            <p:ph idx="1"/>
          </p:nvPr>
        </p:nvSpPr>
        <p:spPr>
          <a:xfrm>
            <a:off x="1542691" y="697302"/>
            <a:ext cx="10363200" cy="4953000"/>
          </a:xfrm>
        </p:spPr>
        <p:txBody>
          <a:bodyPr/>
          <a:lstStyle/>
          <a:p>
            <a:pPr algn="just">
              <a:buNone/>
            </a:pPr>
            <a:endParaRPr lang="en-US" sz="2400">
              <a:ea typeface="+mn-lt"/>
              <a:cs typeface="+mn-lt"/>
            </a:endParaRPr>
          </a:p>
          <a:p>
            <a:pPr algn="just">
              <a:buNone/>
            </a:pPr>
            <a:r>
              <a:rPr lang="en-US" sz="2400">
                <a:ea typeface="+mn-lt"/>
                <a:cs typeface="+mn-lt"/>
              </a:rPr>
              <a:t>Q5. </a:t>
            </a:r>
            <a:r>
              <a:rPr lang="en-US" sz="2400">
                <a:latin typeface="Times"/>
                <a:ea typeface="+mn-lt"/>
                <a:cs typeface="+mn-lt"/>
              </a:rPr>
              <a:t>Based on the diagram, answer the following:</a:t>
            </a:r>
            <a:endParaRPr lang="en-US"/>
          </a:p>
          <a:p>
            <a:pPr algn="just">
              <a:buNone/>
            </a:pPr>
            <a:endParaRPr lang="en-US" sz="2400">
              <a:ea typeface="+mn-lt"/>
              <a:cs typeface="+mn-lt"/>
            </a:endParaRPr>
          </a:p>
          <a:p>
            <a:pPr algn="just">
              <a:buNone/>
            </a:pPr>
            <a:endParaRPr lang="en-US" sz="2400">
              <a:ea typeface="+mn-lt"/>
              <a:cs typeface="+mn-lt"/>
            </a:endParaRPr>
          </a:p>
          <a:p>
            <a:pPr algn="just">
              <a:buNone/>
            </a:pPr>
            <a:endParaRPr lang="en-US" sz="2400">
              <a:ea typeface="+mn-lt"/>
              <a:cs typeface="+mn-lt"/>
            </a:endParaRPr>
          </a:p>
          <a:p>
            <a:pPr algn="just">
              <a:buNone/>
            </a:pPr>
            <a:endParaRPr lang="en-US" sz="2400">
              <a:ea typeface="+mn-lt"/>
              <a:cs typeface="+mn-lt"/>
            </a:endParaRPr>
          </a:p>
          <a:p>
            <a:pPr algn="just">
              <a:buNone/>
            </a:pPr>
            <a:br>
              <a:rPr lang="en-US" sz="2400">
                <a:ea typeface="+mn-lt"/>
                <a:cs typeface="+mn-lt"/>
              </a:rPr>
            </a:br>
            <a:r>
              <a:rPr lang="en-US" sz="2400">
                <a:ea typeface="+mn-lt"/>
                <a:cs typeface="+mn-lt"/>
              </a:rPr>
              <a:t> </a:t>
            </a:r>
            <a:endParaRPr lang="en-US" sz="2400">
              <a:cs typeface="Calibri"/>
            </a:endParaRPr>
          </a:p>
          <a:p>
            <a:pPr algn="just">
              <a:buFont typeface="Arial"/>
              <a:buChar char="•"/>
            </a:pPr>
            <a:r>
              <a:rPr lang="en-US" sz="2400">
                <a:latin typeface="Times"/>
                <a:ea typeface="+mn-lt"/>
                <a:cs typeface="+mn-lt"/>
              </a:rPr>
              <a:t>Write the name of the base class and the derived classes.</a:t>
            </a:r>
          </a:p>
          <a:p>
            <a:pPr algn="just">
              <a:buFont typeface="Arial"/>
              <a:buChar char="•"/>
            </a:pPr>
            <a:r>
              <a:rPr lang="en-US" sz="2400">
                <a:latin typeface="Times"/>
                <a:ea typeface="+mn-lt"/>
                <a:cs typeface="+mn-lt"/>
              </a:rPr>
              <a:t>Write the type of inheritance depicted in the above diagram.</a:t>
            </a:r>
          </a:p>
          <a:p>
            <a:pPr marL="0" indent="0" algn="just">
              <a:lnSpc>
                <a:spcPct val="150000"/>
              </a:lnSpc>
              <a:buNone/>
            </a:pPr>
            <a:endParaRPr lang="en-US" altLang="en-US" sz="240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97434535-2E41-4C11-A3E9-CE72A2B14599}"/>
              </a:ext>
            </a:extLst>
          </p:cNvPr>
          <p:cNvSpPr>
            <a:spLocks noGrp="1"/>
          </p:cNvSpPr>
          <p:nvPr>
            <p:ph type="dt" sz="quarter" idx="10"/>
          </p:nvPr>
        </p:nvSpPr>
        <p:spPr/>
        <p:txBody>
          <a:bodyPr/>
          <a:lstStyle/>
          <a:p>
            <a:pPr>
              <a:defRPr/>
            </a:pPr>
            <a:fld id="{4F7E0939-531D-4133-9EDD-52FBC67E7F18}" type="datetime1">
              <a:rPr lang="en-US" smtClean="0"/>
              <a:pPr>
                <a:defRPr/>
              </a:pPr>
              <a:t>5/17/2022</a:t>
            </a:fld>
            <a:endParaRPr lang="en-US"/>
          </a:p>
        </p:txBody>
      </p:sp>
      <p:sp>
        <p:nvSpPr>
          <p:cNvPr id="5" name="Footer Placeholder 4">
            <a:extLst>
              <a:ext uri="{FF2B5EF4-FFF2-40B4-BE49-F238E27FC236}">
                <a16:creationId xmlns:a16="http://schemas.microsoft.com/office/drawing/2014/main" id="{21118847-4E8D-49D3-A23A-C5EB46AFEDC5}"/>
              </a:ext>
            </a:extLst>
          </p:cNvPr>
          <p:cNvSpPr>
            <a:spLocks noGrp="1"/>
          </p:cNvSpPr>
          <p:nvPr>
            <p:ph type="ftr" sz="quarter" idx="11"/>
          </p:nvPr>
        </p:nvSpPr>
        <p:spPr>
          <a:xfrm>
            <a:off x="2819400" y="6356350"/>
            <a:ext cx="6934200" cy="365125"/>
          </a:xfrm>
        </p:spPr>
        <p:txBody>
          <a:bodyPr/>
          <a:lstStyle/>
          <a:p>
            <a:pPr>
              <a:defRPr/>
            </a:pPr>
            <a:r>
              <a:rPr lang="en-US"/>
              <a:t>(Programming in Advanced Python)                                 Unit No:2</a:t>
            </a:r>
          </a:p>
        </p:txBody>
      </p:sp>
      <p:sp>
        <p:nvSpPr>
          <p:cNvPr id="52229" name="Slide Number Placeholder 5">
            <a:extLst>
              <a:ext uri="{FF2B5EF4-FFF2-40B4-BE49-F238E27FC236}">
                <a16:creationId xmlns:a16="http://schemas.microsoft.com/office/drawing/2014/main" id="{F0250EA4-961F-4374-958C-83D0F5E08C17}"/>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3BE986B6-FF1E-4F48-9790-493323AD47C2}" type="slidenum">
              <a:rPr lang="en-US" altLang="en-US" sz="1200">
                <a:solidFill>
                  <a:srgbClr val="898989"/>
                </a:solidFill>
              </a:rPr>
              <a:pPr>
                <a:spcBef>
                  <a:spcPct val="0"/>
                </a:spcBef>
                <a:buFontTx/>
                <a:buNone/>
              </a:pPr>
              <a:t>57</a:t>
            </a:fld>
            <a:endParaRPr lang="en-US" altLang="en-US" sz="1200">
              <a:solidFill>
                <a:srgbClr val="898989"/>
              </a:solidFill>
            </a:endParaRPr>
          </a:p>
        </p:txBody>
      </p:sp>
      <p:sp>
        <p:nvSpPr>
          <p:cNvPr id="7" name="Title 1">
            <a:extLst>
              <a:ext uri="{FF2B5EF4-FFF2-40B4-BE49-F238E27FC236}">
                <a16:creationId xmlns:a16="http://schemas.microsoft.com/office/drawing/2014/main" id="{AAFA6CCF-A425-4BC9-8076-6337E00C08B1}"/>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fontAlgn="auto">
              <a:spcAft>
                <a:spcPts val="0"/>
              </a:spcAft>
              <a:defRPr/>
            </a:pPr>
            <a:r>
              <a:rPr lang="en-US" sz="3200" b="1">
                <a:latin typeface="Times New Roman" pitchFamily="18" charset="0"/>
                <a:cs typeface="Times New Roman" pitchFamily="18" charset="0"/>
              </a:rPr>
              <a:t>Expected Questions for University Exam </a:t>
            </a:r>
          </a:p>
        </p:txBody>
      </p:sp>
      <p:pic>
        <p:nvPicPr>
          <p:cNvPr id="2" name="Picture 2" descr="Diagram&#10;&#10;Description automatically generated">
            <a:extLst>
              <a:ext uri="{FF2B5EF4-FFF2-40B4-BE49-F238E27FC236}">
                <a16:creationId xmlns:a16="http://schemas.microsoft.com/office/drawing/2014/main" id="{E18884E3-7A0A-406A-81D9-952D717C41EF}"/>
              </a:ext>
            </a:extLst>
          </p:cNvPr>
          <p:cNvPicPr>
            <a:picLocks noChangeAspect="1"/>
          </p:cNvPicPr>
          <p:nvPr/>
        </p:nvPicPr>
        <p:blipFill>
          <a:blip r:embed="rId2"/>
          <a:stretch>
            <a:fillRect/>
          </a:stretch>
        </p:blipFill>
        <p:spPr>
          <a:xfrm>
            <a:off x="4005532" y="1865954"/>
            <a:ext cx="3706482" cy="1947151"/>
          </a:xfrm>
          <a:prstGeom prst="rect">
            <a:avLst/>
          </a:prstGeom>
          <a:ln>
            <a:solidFill>
              <a:schemeClr val="bg1"/>
            </a:solidFill>
          </a:ln>
        </p:spPr>
      </p:pic>
    </p:spTree>
    <p:extLst>
      <p:ext uri="{BB962C8B-B14F-4D97-AF65-F5344CB8AC3E}">
        <p14:creationId xmlns:p14="http://schemas.microsoft.com/office/powerpoint/2010/main" val="2549746657"/>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19458">
                                            <p:txEl>
                                              <p:pRg st="7" end="7"/>
                                            </p:txEl>
                                          </p:spTgt>
                                        </p:tgtEl>
                                        <p:attrNameLst>
                                          <p:attrName>style.visibility</p:attrName>
                                        </p:attrNameLst>
                                      </p:cBhvr>
                                      <p:to>
                                        <p:strVal val="visible"/>
                                      </p:to>
                                    </p:set>
                                    <p:animEffect transition="in" filter="box(in)">
                                      <p:cBhvr>
                                        <p:cTn id="7" dur="500"/>
                                        <p:tgtEl>
                                          <p:spTgt spid="19458">
                                            <p:txEl>
                                              <p:pRg st="7" end="7"/>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19458">
                                            <p:txEl>
                                              <p:pRg st="1" end="1"/>
                                            </p:txEl>
                                          </p:spTgt>
                                        </p:tgtEl>
                                        <p:attrNameLst>
                                          <p:attrName>style.visibility</p:attrName>
                                        </p:attrNameLst>
                                      </p:cBhvr>
                                      <p:to>
                                        <p:strVal val="visible"/>
                                      </p:to>
                                    </p:set>
                                    <p:animEffect transition="in" filter="box(in)">
                                      <p:cBhvr>
                                        <p:cTn id="12" dur="500"/>
                                        <p:tgtEl>
                                          <p:spTgt spid="1945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19458">
                                            <p:txEl>
                                              <p:pRg st="6" end="6"/>
                                            </p:txEl>
                                          </p:spTgt>
                                        </p:tgtEl>
                                        <p:attrNameLst>
                                          <p:attrName>style.visibility</p:attrName>
                                        </p:attrNameLst>
                                      </p:cBhvr>
                                      <p:to>
                                        <p:strVal val="visible"/>
                                      </p:to>
                                    </p:set>
                                    <p:animEffect transition="in" filter="box(in)">
                                      <p:cBhvr>
                                        <p:cTn id="17" dur="500"/>
                                        <p:tgtEl>
                                          <p:spTgt spid="19458">
                                            <p:txEl>
                                              <p:pRg st="6" end="6"/>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19458">
                                            <p:txEl>
                                              <p:pRg st="8" end="8"/>
                                            </p:txEl>
                                          </p:spTgt>
                                        </p:tgtEl>
                                        <p:attrNameLst>
                                          <p:attrName>style.visibility</p:attrName>
                                        </p:attrNameLst>
                                      </p:cBhvr>
                                      <p:to>
                                        <p:strVal val="visible"/>
                                      </p:to>
                                    </p:set>
                                    <p:animEffect transition="in" filter="box(in)">
                                      <p:cBhvr>
                                        <p:cTn id="22" dur="500"/>
                                        <p:tgtEl>
                                          <p:spTgt spid="19458">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56293F3B-ACE8-4D10-B1AD-A2233C9C9DCE}"/>
              </a:ext>
            </a:extLst>
          </p:cNvPr>
          <p:cNvSpPr>
            <a:spLocks noGrp="1"/>
          </p:cNvSpPr>
          <p:nvPr>
            <p:ph type="dt" sz="quarter" idx="10"/>
          </p:nvPr>
        </p:nvSpPr>
        <p:spPr/>
        <p:txBody>
          <a:bodyPr/>
          <a:lstStyle/>
          <a:p>
            <a:pPr>
              <a:defRPr/>
            </a:pPr>
            <a:fld id="{1A3491E4-0525-402D-9476-2FEBA2840436}" type="datetime1">
              <a:rPr lang="en-US" smtClean="0"/>
              <a:pPr>
                <a:defRPr/>
              </a:pPr>
              <a:t>5/17/2022</a:t>
            </a:fld>
            <a:endParaRPr lang="en-US"/>
          </a:p>
        </p:txBody>
      </p:sp>
      <p:sp>
        <p:nvSpPr>
          <p:cNvPr id="5" name="Footer Placeholder 4">
            <a:extLst>
              <a:ext uri="{FF2B5EF4-FFF2-40B4-BE49-F238E27FC236}">
                <a16:creationId xmlns:a16="http://schemas.microsoft.com/office/drawing/2014/main" id="{3DFD6D47-6DA4-4160-87D3-CCF591417AD7}"/>
              </a:ext>
            </a:extLst>
          </p:cNvPr>
          <p:cNvSpPr>
            <a:spLocks noGrp="1"/>
          </p:cNvSpPr>
          <p:nvPr>
            <p:ph type="ftr" sz="quarter" idx="11"/>
          </p:nvPr>
        </p:nvSpPr>
        <p:spPr>
          <a:xfrm>
            <a:off x="2971800" y="6356350"/>
            <a:ext cx="6858000" cy="365125"/>
          </a:xfrm>
        </p:spPr>
        <p:txBody>
          <a:bodyPr/>
          <a:lstStyle/>
          <a:p>
            <a:pPr>
              <a:defRPr/>
            </a:pPr>
            <a:r>
              <a:rPr lang="en-US"/>
              <a:t>(Programming in Advanced Python)                                 Unit No:2</a:t>
            </a:r>
          </a:p>
        </p:txBody>
      </p:sp>
      <p:sp>
        <p:nvSpPr>
          <p:cNvPr id="53252" name="Slide Number Placeholder 5">
            <a:extLst>
              <a:ext uri="{FF2B5EF4-FFF2-40B4-BE49-F238E27FC236}">
                <a16:creationId xmlns:a16="http://schemas.microsoft.com/office/drawing/2014/main" id="{39DB4BCE-855A-4A74-A502-F8C083ED2B5B}"/>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18DB879A-4F14-4049-BF01-3DC156801FFF}" type="slidenum">
              <a:rPr lang="en-US" altLang="en-US" sz="1200">
                <a:solidFill>
                  <a:srgbClr val="898989"/>
                </a:solidFill>
              </a:rPr>
              <a:pPr>
                <a:spcBef>
                  <a:spcPct val="0"/>
                </a:spcBef>
                <a:buFontTx/>
                <a:buNone/>
              </a:pPr>
              <a:t>58</a:t>
            </a:fld>
            <a:endParaRPr lang="en-US" altLang="en-US" sz="1200">
              <a:solidFill>
                <a:srgbClr val="898989"/>
              </a:solidFill>
            </a:endParaRPr>
          </a:p>
        </p:txBody>
      </p:sp>
      <p:sp>
        <p:nvSpPr>
          <p:cNvPr id="7" name="Title 1">
            <a:extLst>
              <a:ext uri="{FF2B5EF4-FFF2-40B4-BE49-F238E27FC236}">
                <a16:creationId xmlns:a16="http://schemas.microsoft.com/office/drawing/2014/main" id="{90A9CC62-E0F2-4324-B757-B1A892F02999}"/>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US" sz="3200" b="1">
                <a:latin typeface="Times New Roman" panose="02020603050405020304" pitchFamily="18" charset="0"/>
                <a:cs typeface="Times New Roman" panose="02020603050405020304" pitchFamily="18" charset="0"/>
              </a:rPr>
              <a:t>SUMMARY</a:t>
            </a:r>
          </a:p>
        </p:txBody>
      </p:sp>
      <p:sp>
        <p:nvSpPr>
          <p:cNvPr id="10" name="Rounded Rectangle 9">
            <a:extLst>
              <a:ext uri="{FF2B5EF4-FFF2-40B4-BE49-F238E27FC236}">
                <a16:creationId xmlns:a16="http://schemas.microsoft.com/office/drawing/2014/main" id="{FF806455-C1AD-4755-9566-053EC299A163}"/>
              </a:ext>
            </a:extLst>
          </p:cNvPr>
          <p:cNvSpPr/>
          <p:nvPr/>
        </p:nvSpPr>
        <p:spPr>
          <a:xfrm>
            <a:off x="1744213" y="1715218"/>
            <a:ext cx="10042346" cy="2704382"/>
          </a:xfrm>
          <a:prstGeom prst="roundRect">
            <a:avLst/>
          </a:prstGeom>
        </p:spPr>
        <p:style>
          <a:lnRef idx="2">
            <a:schemeClr val="accent6"/>
          </a:lnRef>
          <a:fillRef idx="1">
            <a:schemeClr val="lt1"/>
          </a:fillRef>
          <a:effectRef idx="0">
            <a:schemeClr val="accent6"/>
          </a:effectRef>
          <a:fontRef idx="minor">
            <a:schemeClr val="dk1"/>
          </a:fontRef>
        </p:style>
        <p:txBody>
          <a:bodyPr anchor="ctr"/>
          <a:lstStyle/>
          <a:p>
            <a:pPr algn="just" eaLnBrk="1" hangingPunct="1">
              <a:defRPr/>
            </a:pPr>
            <a:r>
              <a:rPr lang="en-US" sz="2800" b="1">
                <a:latin typeface="Times New Roman" panose="02020603050405020304" pitchFamily="18" charset="0"/>
                <a:cs typeface="Times New Roman" panose="02020603050405020304" pitchFamily="18" charset="0"/>
              </a:rPr>
              <a:t>Inheritance</a:t>
            </a:r>
            <a:r>
              <a:rPr lang="en-US" sz="2800">
                <a:latin typeface="Times New Roman" panose="02020603050405020304" pitchFamily="18" charset="0"/>
                <a:cs typeface="Times New Roman" panose="02020603050405020304" pitchFamily="18" charset="0"/>
              </a:rPr>
              <a:t> allows us to define a class that </a:t>
            </a:r>
            <a:r>
              <a:rPr lang="en-US" sz="2800" b="1">
                <a:latin typeface="Times New Roman" panose="02020603050405020304" pitchFamily="18" charset="0"/>
                <a:cs typeface="Times New Roman" panose="02020603050405020304" pitchFamily="18" charset="0"/>
              </a:rPr>
              <a:t>inherits</a:t>
            </a:r>
            <a:r>
              <a:rPr lang="en-US" sz="2800">
                <a:latin typeface="Times New Roman" panose="02020603050405020304" pitchFamily="18" charset="0"/>
                <a:cs typeface="Times New Roman" panose="02020603050405020304" pitchFamily="18" charset="0"/>
              </a:rPr>
              <a:t> all the methods and properties from another class. Parent class is the class being </a:t>
            </a:r>
            <a:r>
              <a:rPr lang="en-US" sz="2800" b="1">
                <a:latin typeface="Times New Roman" panose="02020603050405020304" pitchFamily="18" charset="0"/>
                <a:cs typeface="Times New Roman" panose="02020603050405020304" pitchFamily="18" charset="0"/>
              </a:rPr>
              <a:t>inherited</a:t>
            </a:r>
            <a:r>
              <a:rPr lang="en-US" sz="2800">
                <a:latin typeface="Times New Roman" panose="02020603050405020304" pitchFamily="18" charset="0"/>
                <a:cs typeface="Times New Roman" panose="02020603050405020304" pitchFamily="18" charset="0"/>
              </a:rPr>
              <a:t> from, also called base class. </a:t>
            </a:r>
            <a:endParaRPr lang="en-IN" sz="280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diamond(in)">
                                      <p:cBhvr>
                                        <p:cTn id="7"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56293F3B-ACE8-4D10-B1AD-A2233C9C9DCE}"/>
              </a:ext>
            </a:extLst>
          </p:cNvPr>
          <p:cNvSpPr>
            <a:spLocks noGrp="1"/>
          </p:cNvSpPr>
          <p:nvPr>
            <p:ph type="dt" sz="quarter" idx="10"/>
          </p:nvPr>
        </p:nvSpPr>
        <p:spPr/>
        <p:txBody>
          <a:bodyPr/>
          <a:lstStyle/>
          <a:p>
            <a:pPr>
              <a:defRPr/>
            </a:pPr>
            <a:fld id="{1A3491E4-0525-402D-9476-2FEBA2840436}" type="datetime1">
              <a:rPr lang="en-US" smtClean="0"/>
              <a:pPr>
                <a:defRPr/>
              </a:pPr>
              <a:t>5/17/2022</a:t>
            </a:fld>
            <a:endParaRPr lang="en-US"/>
          </a:p>
        </p:txBody>
      </p:sp>
      <p:sp>
        <p:nvSpPr>
          <p:cNvPr id="5" name="Footer Placeholder 4">
            <a:extLst>
              <a:ext uri="{FF2B5EF4-FFF2-40B4-BE49-F238E27FC236}">
                <a16:creationId xmlns:a16="http://schemas.microsoft.com/office/drawing/2014/main" id="{3DFD6D47-6DA4-4160-87D3-CCF591417AD7}"/>
              </a:ext>
            </a:extLst>
          </p:cNvPr>
          <p:cNvSpPr>
            <a:spLocks noGrp="1"/>
          </p:cNvSpPr>
          <p:nvPr>
            <p:ph type="ftr" sz="quarter" idx="11"/>
          </p:nvPr>
        </p:nvSpPr>
        <p:spPr>
          <a:xfrm>
            <a:off x="2971800" y="6356350"/>
            <a:ext cx="6858000" cy="365125"/>
          </a:xfrm>
        </p:spPr>
        <p:txBody>
          <a:bodyPr/>
          <a:lstStyle/>
          <a:p>
            <a:pPr>
              <a:defRPr/>
            </a:pPr>
            <a:r>
              <a:rPr lang="en-US"/>
              <a:t>(Programming in Advanced Python)                                 Unit No:2</a:t>
            </a:r>
          </a:p>
        </p:txBody>
      </p:sp>
      <p:sp>
        <p:nvSpPr>
          <p:cNvPr id="53252" name="Slide Number Placeholder 5">
            <a:extLst>
              <a:ext uri="{FF2B5EF4-FFF2-40B4-BE49-F238E27FC236}">
                <a16:creationId xmlns:a16="http://schemas.microsoft.com/office/drawing/2014/main" id="{39DB4BCE-855A-4A74-A502-F8C083ED2B5B}"/>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18DB879A-4F14-4049-BF01-3DC156801FFF}" type="slidenum">
              <a:rPr lang="en-US" altLang="en-US" sz="1200">
                <a:solidFill>
                  <a:srgbClr val="898989"/>
                </a:solidFill>
              </a:rPr>
              <a:pPr>
                <a:spcBef>
                  <a:spcPct val="0"/>
                </a:spcBef>
                <a:buFontTx/>
                <a:buNone/>
              </a:pPr>
              <a:t>59</a:t>
            </a:fld>
            <a:endParaRPr lang="en-US" altLang="en-US" sz="1200">
              <a:solidFill>
                <a:srgbClr val="898989"/>
              </a:solidFill>
            </a:endParaRPr>
          </a:p>
        </p:txBody>
      </p:sp>
      <p:sp>
        <p:nvSpPr>
          <p:cNvPr id="7" name="Title 1">
            <a:extLst>
              <a:ext uri="{FF2B5EF4-FFF2-40B4-BE49-F238E27FC236}">
                <a16:creationId xmlns:a16="http://schemas.microsoft.com/office/drawing/2014/main" id="{90A9CC62-E0F2-4324-B757-B1A892F02999}"/>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lIns="91440" tIns="45720" rIns="91440" bIns="45720" anchor="ctr"/>
          <a:lstStyle/>
          <a:p>
            <a:pPr algn="ctr"/>
            <a:r>
              <a:rPr lang="en-IN" sz="3200" dirty="0"/>
              <a:t>Duck Typing</a:t>
            </a:r>
          </a:p>
        </p:txBody>
      </p:sp>
      <p:sp>
        <p:nvSpPr>
          <p:cNvPr id="8" name="Rectangle 7"/>
          <p:cNvSpPr/>
          <p:nvPr/>
        </p:nvSpPr>
        <p:spPr>
          <a:xfrm>
            <a:off x="1595326" y="734522"/>
            <a:ext cx="9812189" cy="4832092"/>
          </a:xfrm>
          <a:prstGeom prst="rect">
            <a:avLst/>
          </a:prstGeom>
        </p:spPr>
        <p:txBody>
          <a:bodyPr wrap="square" lIns="91440" tIns="45720" rIns="91440" bIns="45720" anchor="t">
            <a:spAutoFit/>
          </a:bodyPr>
          <a:lstStyle/>
          <a:p>
            <a:pPr algn="just">
              <a:buFont typeface="Arial" pitchFamily="34" charset="0"/>
              <a:buChar char="•"/>
            </a:pPr>
            <a:r>
              <a:rPr lang="en-US" sz="2800" dirty="0">
                <a:solidFill>
                  <a:srgbClr val="202124"/>
                </a:solidFill>
                <a:latin typeface="Times New Roman"/>
                <a:ea typeface="arial"/>
                <a:cs typeface="arial"/>
              </a:rPr>
              <a:t>Duck typing is a concept related to dynamic typing, where the type or the class of an object is less important than the methods it defines.</a:t>
            </a:r>
          </a:p>
          <a:p>
            <a:pPr algn="just">
              <a:buFont typeface="Arial" pitchFamily="34" charset="0"/>
              <a:buChar char="•"/>
            </a:pPr>
            <a:r>
              <a:rPr lang="en-US" sz="2800" dirty="0">
                <a:latin typeface="Times New Roman"/>
                <a:cs typeface="Arial"/>
              </a:rPr>
              <a:t>For example, you can call </a:t>
            </a:r>
            <a:r>
              <a:rPr lang="en-US" sz="2800" dirty="0">
                <a:latin typeface="Times New Roman"/>
                <a:cs typeface="arial"/>
              </a:rPr>
              <a:t>len()</a:t>
            </a:r>
            <a:r>
              <a:rPr lang="en-US" sz="2800" dirty="0">
                <a:latin typeface="Times New Roman"/>
                <a:cs typeface="Arial"/>
              </a:rPr>
              <a:t> on any Python object that defines a </a:t>
            </a:r>
            <a:r>
              <a:rPr lang="en-US" sz="2800" dirty="0">
                <a:latin typeface="Times New Roman"/>
                <a:cs typeface="arial"/>
              </a:rPr>
              <a:t>.__len__()</a:t>
            </a:r>
            <a:r>
              <a:rPr lang="en-US" sz="2800" dirty="0">
                <a:latin typeface="Times New Roman"/>
                <a:cs typeface="Arial"/>
              </a:rPr>
              <a:t> method</a:t>
            </a:r>
          </a:p>
          <a:p>
            <a:pPr algn="just">
              <a:buFont typeface="Arial" pitchFamily="34" charset="0"/>
              <a:buChar char="•"/>
            </a:pPr>
            <a:r>
              <a:rPr lang="en-US" sz="2800" dirty="0">
                <a:latin typeface="Times New Roman"/>
                <a:cs typeface="Arial"/>
              </a:rPr>
              <a:t>Python follows the </a:t>
            </a:r>
            <a:r>
              <a:rPr lang="en-US" sz="2800" b="1" dirty="0">
                <a:latin typeface="Times New Roman"/>
                <a:cs typeface="Arial"/>
              </a:rPr>
              <a:t>EAFP</a:t>
            </a:r>
            <a:r>
              <a:rPr lang="en-US" sz="2800" dirty="0">
                <a:latin typeface="Times New Roman"/>
                <a:cs typeface="Arial"/>
              </a:rPr>
              <a:t> (Easier to Ask Forgiveness than Permission) rather than the </a:t>
            </a:r>
            <a:r>
              <a:rPr lang="en-US" sz="2800" b="1" dirty="0">
                <a:latin typeface="Times New Roman"/>
                <a:cs typeface="Arial"/>
              </a:rPr>
              <a:t>LBLY</a:t>
            </a:r>
            <a:r>
              <a:rPr lang="en-US" sz="2800" dirty="0">
                <a:latin typeface="Times New Roman"/>
                <a:cs typeface="Arial"/>
              </a:rPr>
              <a:t> (Look Before You Leap) philosophy. The EAFP is somewhat linked to the "duck typing" style.</a:t>
            </a:r>
          </a:p>
          <a:p>
            <a:pPr algn="just">
              <a:buFont typeface="Arial" pitchFamily="34" charset="0"/>
              <a:buChar char="•"/>
            </a:pPr>
            <a:r>
              <a:rPr lang="en-US" sz="2800" dirty="0">
                <a:latin typeface="Times New Roman"/>
                <a:cs typeface="Arial"/>
              </a:rPr>
              <a:t>The main reason for using duck typing is to provide support for dynamic typing in Python programming. </a:t>
            </a:r>
            <a:endParaRPr lang="en-US" sz="2800" dirty="0">
              <a:solidFill>
                <a:srgbClr val="000000"/>
              </a:solidFill>
              <a:latin typeface="Times New Roman"/>
              <a:cs typeface="Arial"/>
            </a:endParaRPr>
          </a:p>
        </p:txBody>
      </p:sp>
    </p:spTree>
    <p:extLst>
      <p:ext uri="{BB962C8B-B14F-4D97-AF65-F5344CB8AC3E}">
        <p14:creationId xmlns:p14="http://schemas.microsoft.com/office/powerpoint/2010/main" val="446759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additive="base">
                                        <p:cTn id="7"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xEl>
                                              <p:pRg st="1" end="1"/>
                                            </p:txEl>
                                          </p:spTgt>
                                        </p:tgtEl>
                                        <p:attrNameLst>
                                          <p:attrName>style.visibility</p:attrName>
                                        </p:attrNameLst>
                                      </p:cBhvr>
                                      <p:to>
                                        <p:strVal val="visible"/>
                                      </p:to>
                                    </p:set>
                                    <p:anim calcmode="lin" valueType="num">
                                      <p:cBhvr additive="base">
                                        <p:cTn id="13" dur="500" fill="hold"/>
                                        <p:tgtEl>
                                          <p:spTgt spid="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
                                            <p:txEl>
                                              <p:pRg st="2" end="2"/>
                                            </p:txEl>
                                          </p:spTgt>
                                        </p:tgtEl>
                                        <p:attrNameLst>
                                          <p:attrName>style.visibility</p:attrName>
                                        </p:attrNameLst>
                                      </p:cBhvr>
                                      <p:to>
                                        <p:strVal val="visible"/>
                                      </p:to>
                                    </p:set>
                                    <p:anim calcmode="lin" valueType="num">
                                      <p:cBhvr additive="base">
                                        <p:cTn id="19"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8">
                                            <p:txEl>
                                              <p:pRg st="3" end="3"/>
                                            </p:txEl>
                                          </p:spTgt>
                                        </p:tgtEl>
                                        <p:attrNameLst>
                                          <p:attrName>style.visibility</p:attrName>
                                        </p:attrNameLst>
                                      </p:cBhvr>
                                      <p:to>
                                        <p:strVal val="visible"/>
                                      </p:to>
                                    </p:set>
                                    <p:anim calcmode="lin" valueType="num">
                                      <p:cBhvr additive="base">
                                        <p:cTn id="25" dur="500" fill="hold"/>
                                        <p:tgtEl>
                                          <p:spTgt spid="8">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8">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56293F3B-ACE8-4D10-B1AD-A2233C9C9DCE}"/>
              </a:ext>
            </a:extLst>
          </p:cNvPr>
          <p:cNvSpPr>
            <a:spLocks noGrp="1"/>
          </p:cNvSpPr>
          <p:nvPr>
            <p:ph type="dt" sz="quarter" idx="10"/>
          </p:nvPr>
        </p:nvSpPr>
        <p:spPr/>
        <p:txBody>
          <a:bodyPr/>
          <a:lstStyle/>
          <a:p>
            <a:pPr>
              <a:defRPr/>
            </a:pPr>
            <a:fld id="{1A3491E4-0525-402D-9476-2FEBA2840436}" type="datetime1">
              <a:rPr lang="en-US" smtClean="0"/>
              <a:pPr>
                <a:defRPr/>
              </a:pPr>
              <a:t>5/17/2022</a:t>
            </a:fld>
            <a:endParaRPr lang="en-US"/>
          </a:p>
        </p:txBody>
      </p:sp>
      <p:sp>
        <p:nvSpPr>
          <p:cNvPr id="5" name="Footer Placeholder 4">
            <a:extLst>
              <a:ext uri="{FF2B5EF4-FFF2-40B4-BE49-F238E27FC236}">
                <a16:creationId xmlns:a16="http://schemas.microsoft.com/office/drawing/2014/main" id="{3DFD6D47-6DA4-4160-87D3-CCF591417AD7}"/>
              </a:ext>
            </a:extLst>
          </p:cNvPr>
          <p:cNvSpPr>
            <a:spLocks noGrp="1"/>
          </p:cNvSpPr>
          <p:nvPr>
            <p:ph type="ftr" sz="quarter" idx="11"/>
          </p:nvPr>
        </p:nvSpPr>
        <p:spPr>
          <a:xfrm>
            <a:off x="2971800" y="6356350"/>
            <a:ext cx="6858000" cy="365125"/>
          </a:xfrm>
        </p:spPr>
        <p:txBody>
          <a:bodyPr/>
          <a:lstStyle/>
          <a:p>
            <a:pPr>
              <a:defRPr/>
            </a:pPr>
            <a:r>
              <a:rPr lang="en-US"/>
              <a:t>(Programming in Advanced Python)                                 Unit No:2</a:t>
            </a:r>
          </a:p>
        </p:txBody>
      </p:sp>
      <p:sp>
        <p:nvSpPr>
          <p:cNvPr id="53252" name="Slide Number Placeholder 5">
            <a:extLst>
              <a:ext uri="{FF2B5EF4-FFF2-40B4-BE49-F238E27FC236}">
                <a16:creationId xmlns:a16="http://schemas.microsoft.com/office/drawing/2014/main" id="{39DB4BCE-855A-4A74-A502-F8C083ED2B5B}"/>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18DB879A-4F14-4049-BF01-3DC156801FFF}" type="slidenum">
              <a:rPr lang="en-US" altLang="en-US" sz="1200">
                <a:solidFill>
                  <a:srgbClr val="898989"/>
                </a:solidFill>
              </a:rPr>
              <a:pPr>
                <a:spcBef>
                  <a:spcPct val="0"/>
                </a:spcBef>
                <a:buFontTx/>
                <a:buNone/>
              </a:pPr>
              <a:t>60</a:t>
            </a:fld>
            <a:endParaRPr lang="en-US" altLang="en-US" sz="1200">
              <a:solidFill>
                <a:srgbClr val="898989"/>
              </a:solidFill>
            </a:endParaRPr>
          </a:p>
        </p:txBody>
      </p:sp>
      <p:sp>
        <p:nvSpPr>
          <p:cNvPr id="7" name="Title 1">
            <a:extLst>
              <a:ext uri="{FF2B5EF4-FFF2-40B4-BE49-F238E27FC236}">
                <a16:creationId xmlns:a16="http://schemas.microsoft.com/office/drawing/2014/main" id="{90A9CC62-E0F2-4324-B757-B1A892F02999}"/>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lIns="91440" tIns="45720" rIns="91440" bIns="45720" anchor="ctr"/>
          <a:lstStyle/>
          <a:p>
            <a:pPr algn="ctr"/>
            <a:r>
              <a:rPr lang="en-IN" sz="3200" dirty="0"/>
              <a:t>Duck Typing</a:t>
            </a:r>
          </a:p>
        </p:txBody>
      </p:sp>
      <p:sp>
        <p:nvSpPr>
          <p:cNvPr id="8" name="Rectangle 7"/>
          <p:cNvSpPr/>
          <p:nvPr/>
        </p:nvSpPr>
        <p:spPr>
          <a:xfrm>
            <a:off x="1595327" y="927705"/>
            <a:ext cx="9812188" cy="3970318"/>
          </a:xfrm>
          <a:prstGeom prst="rect">
            <a:avLst/>
          </a:prstGeom>
        </p:spPr>
        <p:txBody>
          <a:bodyPr wrap="square" lIns="91440" tIns="45720" rIns="91440" bIns="45720" anchor="t">
            <a:spAutoFit/>
          </a:bodyPr>
          <a:lstStyle/>
          <a:p>
            <a:pPr algn="just">
              <a:buFont typeface="Arial" pitchFamily="34" charset="0"/>
              <a:buChar char="•"/>
            </a:pPr>
            <a:r>
              <a:rPr lang="en-US" sz="2800" dirty="0">
                <a:latin typeface="Times New Roman"/>
                <a:cs typeface="Arial"/>
              </a:rPr>
              <a:t>Duck Typing is a concept related to Dynamic Typing, where the type or the class of an object is less important than the method it defines.</a:t>
            </a:r>
            <a:endParaRPr lang="en-US" sz="2800">
              <a:solidFill>
                <a:srgbClr val="202124"/>
              </a:solidFill>
              <a:latin typeface="Times New Roman"/>
              <a:cs typeface="arial"/>
            </a:endParaRPr>
          </a:p>
          <a:p>
            <a:pPr algn="just">
              <a:buFont typeface="Arial" pitchFamily="34" charset="0"/>
              <a:buChar char="•"/>
            </a:pPr>
            <a:r>
              <a:rPr lang="en-US" sz="2800" dirty="0">
                <a:latin typeface="Times New Roman"/>
                <a:cs typeface="Arial"/>
              </a:rPr>
              <a:t>Using Duck Typing, we do not check types at all. Instead we check for the presence of a given method or attribute.</a:t>
            </a:r>
            <a:br>
              <a:rPr lang="en-US" sz="2800" dirty="0">
                <a:latin typeface="Times New Roman"/>
                <a:cs typeface="Arial"/>
              </a:rPr>
            </a:br>
            <a:r>
              <a:rPr lang="en-US" sz="2800" dirty="0">
                <a:latin typeface="Times New Roman"/>
                <a:cs typeface="Arial"/>
              </a:rPr>
              <a:t>The reason behind the name is the duck test: “If it looks like a duck, swims like a duck, and quack like a duck, then it probably is a duck”.</a:t>
            </a:r>
            <a:endParaRPr lang="en-US" sz="2800" dirty="0">
              <a:solidFill>
                <a:srgbClr val="202124"/>
              </a:solidFill>
              <a:latin typeface="Times New Roman"/>
              <a:cs typeface="arial"/>
            </a:endParaRPr>
          </a:p>
          <a:p>
            <a:pPr algn="just"/>
            <a:endParaRPr lang="en-US" sz="2800" dirty="0">
              <a:solidFill>
                <a:srgbClr val="000000"/>
              </a:solidFill>
              <a:latin typeface="Arial"/>
              <a:cs typeface="Arial"/>
            </a:endParaRPr>
          </a:p>
        </p:txBody>
      </p:sp>
    </p:spTree>
    <p:extLst>
      <p:ext uri="{BB962C8B-B14F-4D97-AF65-F5344CB8AC3E}">
        <p14:creationId xmlns:p14="http://schemas.microsoft.com/office/powerpoint/2010/main" val="32260766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additive="base">
                                        <p:cTn id="7"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xEl>
                                              <p:pRg st="1" end="1"/>
                                            </p:txEl>
                                          </p:spTgt>
                                        </p:tgtEl>
                                        <p:attrNameLst>
                                          <p:attrName>style.visibility</p:attrName>
                                        </p:attrNameLst>
                                      </p:cBhvr>
                                      <p:to>
                                        <p:strVal val="visible"/>
                                      </p:to>
                                    </p:set>
                                    <p:anim calcmode="lin" valueType="num">
                                      <p:cBhvr additive="base">
                                        <p:cTn id="13" dur="500" fill="hold"/>
                                        <p:tgtEl>
                                          <p:spTgt spid="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56293F3B-ACE8-4D10-B1AD-A2233C9C9DCE}"/>
              </a:ext>
            </a:extLst>
          </p:cNvPr>
          <p:cNvSpPr>
            <a:spLocks noGrp="1"/>
          </p:cNvSpPr>
          <p:nvPr>
            <p:ph type="dt" sz="quarter" idx="10"/>
          </p:nvPr>
        </p:nvSpPr>
        <p:spPr/>
        <p:txBody>
          <a:bodyPr/>
          <a:lstStyle/>
          <a:p>
            <a:pPr>
              <a:defRPr/>
            </a:pPr>
            <a:fld id="{1A3491E4-0525-402D-9476-2FEBA2840436}" type="datetime1">
              <a:rPr lang="en-US" smtClean="0"/>
              <a:pPr>
                <a:defRPr/>
              </a:pPr>
              <a:t>5/17/2022</a:t>
            </a:fld>
            <a:endParaRPr lang="en-US"/>
          </a:p>
        </p:txBody>
      </p:sp>
      <p:sp>
        <p:nvSpPr>
          <p:cNvPr id="5" name="Footer Placeholder 4">
            <a:extLst>
              <a:ext uri="{FF2B5EF4-FFF2-40B4-BE49-F238E27FC236}">
                <a16:creationId xmlns:a16="http://schemas.microsoft.com/office/drawing/2014/main" id="{3DFD6D47-6DA4-4160-87D3-CCF591417AD7}"/>
              </a:ext>
            </a:extLst>
          </p:cNvPr>
          <p:cNvSpPr>
            <a:spLocks noGrp="1"/>
          </p:cNvSpPr>
          <p:nvPr>
            <p:ph type="ftr" sz="quarter" idx="11"/>
          </p:nvPr>
        </p:nvSpPr>
        <p:spPr>
          <a:xfrm>
            <a:off x="2971800" y="6356350"/>
            <a:ext cx="6858000" cy="365125"/>
          </a:xfrm>
        </p:spPr>
        <p:txBody>
          <a:bodyPr/>
          <a:lstStyle/>
          <a:p>
            <a:pPr>
              <a:defRPr/>
            </a:pPr>
            <a:r>
              <a:rPr lang="en-US"/>
              <a:t>(Programming in Advanced Python)                                 Unit No:2</a:t>
            </a:r>
          </a:p>
        </p:txBody>
      </p:sp>
      <p:sp>
        <p:nvSpPr>
          <p:cNvPr id="53252" name="Slide Number Placeholder 5">
            <a:extLst>
              <a:ext uri="{FF2B5EF4-FFF2-40B4-BE49-F238E27FC236}">
                <a16:creationId xmlns:a16="http://schemas.microsoft.com/office/drawing/2014/main" id="{39DB4BCE-855A-4A74-A502-F8C083ED2B5B}"/>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18DB879A-4F14-4049-BF01-3DC156801FFF}" type="slidenum">
              <a:rPr lang="en-US" altLang="en-US" sz="1200">
                <a:solidFill>
                  <a:srgbClr val="898989"/>
                </a:solidFill>
              </a:rPr>
              <a:pPr>
                <a:spcBef>
                  <a:spcPct val="0"/>
                </a:spcBef>
                <a:buFontTx/>
                <a:buNone/>
              </a:pPr>
              <a:t>61</a:t>
            </a:fld>
            <a:endParaRPr lang="en-US" altLang="en-US" sz="1200">
              <a:solidFill>
                <a:srgbClr val="898989"/>
              </a:solidFill>
            </a:endParaRPr>
          </a:p>
        </p:txBody>
      </p:sp>
      <p:sp>
        <p:nvSpPr>
          <p:cNvPr id="7" name="Title 1">
            <a:extLst>
              <a:ext uri="{FF2B5EF4-FFF2-40B4-BE49-F238E27FC236}">
                <a16:creationId xmlns:a16="http://schemas.microsoft.com/office/drawing/2014/main" id="{90A9CC62-E0F2-4324-B757-B1A892F02999}"/>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lIns="91440" tIns="45720" rIns="91440" bIns="45720" anchor="ctr"/>
          <a:lstStyle/>
          <a:p>
            <a:pPr algn="ctr"/>
            <a:r>
              <a:rPr lang="en-IN" sz="3200" dirty="0"/>
              <a:t>Duck Typing Program</a:t>
            </a:r>
          </a:p>
        </p:txBody>
      </p:sp>
      <p:sp>
        <p:nvSpPr>
          <p:cNvPr id="8" name="Rectangle 7"/>
          <p:cNvSpPr/>
          <p:nvPr/>
        </p:nvSpPr>
        <p:spPr>
          <a:xfrm>
            <a:off x="1616792" y="734522"/>
            <a:ext cx="10134159" cy="6801862"/>
          </a:xfrm>
          <a:prstGeom prst="rect">
            <a:avLst/>
          </a:prstGeom>
        </p:spPr>
        <p:txBody>
          <a:bodyPr wrap="square" lIns="91440" tIns="45720" rIns="91440" bIns="45720" anchor="t">
            <a:spAutoFit/>
          </a:bodyPr>
          <a:lstStyle/>
          <a:p>
            <a:r>
              <a:rPr lang="en-US" sz="2000" b="1" dirty="0">
                <a:latin typeface="Consolas"/>
                <a:cs typeface="Arial"/>
              </a:rPr>
              <a:t>class</a:t>
            </a:r>
            <a:r>
              <a:rPr lang="en-US" sz="2000" dirty="0">
                <a:latin typeface="Arial"/>
                <a:cs typeface="Arial"/>
              </a:rPr>
              <a:t> </a:t>
            </a:r>
            <a:r>
              <a:rPr lang="en-US" sz="2000" dirty="0">
                <a:latin typeface="Consolas"/>
                <a:cs typeface="Arial"/>
              </a:rPr>
              <a:t>Duck:</a:t>
            </a:r>
            <a:endParaRPr lang="en-US" sz="2000">
              <a:solidFill>
                <a:srgbClr val="202124"/>
              </a:solidFill>
              <a:latin typeface="arial"/>
              <a:cs typeface="arial"/>
            </a:endParaRPr>
          </a:p>
          <a:p>
            <a:r>
              <a:rPr lang="en-US" sz="2000" dirty="0">
                <a:latin typeface="Consolas"/>
                <a:cs typeface="Arial"/>
              </a:rPr>
              <a:t>    </a:t>
            </a:r>
            <a:r>
              <a:rPr lang="en-US" sz="2000" b="1" dirty="0">
                <a:latin typeface="Consolas"/>
                <a:cs typeface="Arial"/>
              </a:rPr>
              <a:t>def</a:t>
            </a:r>
            <a:r>
              <a:rPr lang="en-US" sz="2000" dirty="0">
                <a:latin typeface="Arial"/>
                <a:cs typeface="Arial"/>
              </a:rPr>
              <a:t> </a:t>
            </a:r>
            <a:r>
              <a:rPr lang="en-US" sz="2000" dirty="0">
                <a:latin typeface="Consolas"/>
                <a:cs typeface="Arial"/>
              </a:rPr>
              <a:t>quack(self):</a:t>
            </a:r>
            <a:endParaRPr lang="en-US" sz="2000"/>
          </a:p>
          <a:p>
            <a:r>
              <a:rPr lang="en-US" sz="2000" dirty="0">
                <a:latin typeface="Consolas"/>
                <a:cs typeface="Arial"/>
              </a:rPr>
              <a:t>        print("Quack")</a:t>
            </a:r>
            <a:endParaRPr lang="en-US" sz="2000"/>
          </a:p>
          <a:p>
            <a:r>
              <a:rPr lang="en-US" sz="2000" dirty="0">
                <a:latin typeface="Consolas"/>
                <a:cs typeface="Arial"/>
              </a:rPr>
              <a:t> </a:t>
            </a:r>
            <a:r>
              <a:rPr lang="en-US" sz="2000" dirty="0">
                <a:latin typeface="Arial"/>
                <a:cs typeface="Arial"/>
              </a:rPr>
              <a:t> </a:t>
            </a:r>
            <a:endParaRPr lang="en-US" sz="2000"/>
          </a:p>
          <a:p>
            <a:r>
              <a:rPr lang="en-US" sz="2000" b="1" dirty="0">
                <a:latin typeface="Consolas"/>
                <a:cs typeface="Arial"/>
              </a:rPr>
              <a:t>class</a:t>
            </a:r>
            <a:r>
              <a:rPr lang="en-US" sz="2000" dirty="0">
                <a:latin typeface="Arial"/>
                <a:cs typeface="Arial"/>
              </a:rPr>
              <a:t> </a:t>
            </a:r>
            <a:r>
              <a:rPr lang="en-US" sz="2000" dirty="0">
                <a:latin typeface="Consolas"/>
                <a:cs typeface="Arial"/>
              </a:rPr>
              <a:t>Goose:</a:t>
            </a:r>
            <a:endParaRPr lang="en-US" sz="2000"/>
          </a:p>
          <a:p>
            <a:r>
              <a:rPr lang="en-US" sz="2000" dirty="0">
                <a:latin typeface="Consolas"/>
                <a:cs typeface="Arial"/>
              </a:rPr>
              <a:t>    </a:t>
            </a:r>
            <a:r>
              <a:rPr lang="en-US" sz="2000" b="1" dirty="0">
                <a:latin typeface="Consolas"/>
                <a:cs typeface="Arial"/>
              </a:rPr>
              <a:t>def</a:t>
            </a:r>
            <a:r>
              <a:rPr lang="en-US" sz="2000" dirty="0">
                <a:latin typeface="Arial"/>
                <a:cs typeface="Arial"/>
              </a:rPr>
              <a:t> </a:t>
            </a:r>
            <a:r>
              <a:rPr lang="en-US" sz="2000" dirty="0">
                <a:latin typeface="Consolas"/>
                <a:cs typeface="Arial"/>
              </a:rPr>
              <a:t>quack(self):</a:t>
            </a:r>
            <a:endParaRPr lang="en-US" sz="2000"/>
          </a:p>
          <a:p>
            <a:r>
              <a:rPr lang="en-US" sz="2000" dirty="0">
                <a:latin typeface="Consolas"/>
                <a:cs typeface="Arial"/>
              </a:rPr>
              <a:t>        </a:t>
            </a:r>
            <a:r>
              <a:rPr lang="en-US" sz="2000" b="1" dirty="0">
                <a:latin typeface="Consolas"/>
                <a:cs typeface="Arial"/>
              </a:rPr>
              <a:t>print</a:t>
            </a:r>
            <a:r>
              <a:rPr lang="en-US" sz="2000" dirty="0">
                <a:latin typeface="Consolas"/>
                <a:cs typeface="Arial"/>
              </a:rPr>
              <a:t>("Quack Quack")</a:t>
            </a:r>
            <a:endParaRPr lang="en-US" sz="2000"/>
          </a:p>
          <a:p>
            <a:r>
              <a:rPr lang="en-US" sz="2000" dirty="0">
                <a:latin typeface="Consolas"/>
                <a:cs typeface="Arial"/>
              </a:rPr>
              <a:t> </a:t>
            </a:r>
            <a:r>
              <a:rPr lang="en-US" sz="2000" dirty="0">
                <a:latin typeface="Arial"/>
                <a:cs typeface="Arial"/>
              </a:rPr>
              <a:t> </a:t>
            </a:r>
            <a:endParaRPr lang="en-US" sz="2000"/>
          </a:p>
          <a:p>
            <a:r>
              <a:rPr lang="en-US" sz="2000" b="1" dirty="0">
                <a:latin typeface="Consolas"/>
                <a:cs typeface="Arial"/>
              </a:rPr>
              <a:t>class</a:t>
            </a:r>
            <a:r>
              <a:rPr lang="en-US" sz="2000" dirty="0">
                <a:latin typeface="Arial"/>
                <a:cs typeface="Arial"/>
              </a:rPr>
              <a:t> </a:t>
            </a:r>
            <a:r>
              <a:rPr lang="en-US" sz="2000" dirty="0">
                <a:latin typeface="Consolas"/>
                <a:cs typeface="Arial"/>
              </a:rPr>
              <a:t>Dog:</a:t>
            </a:r>
            <a:endParaRPr lang="en-US" sz="2000"/>
          </a:p>
          <a:p>
            <a:r>
              <a:rPr lang="en-US" sz="2000" dirty="0">
                <a:latin typeface="Consolas"/>
                <a:cs typeface="Arial"/>
              </a:rPr>
              <a:t>    </a:t>
            </a:r>
            <a:r>
              <a:rPr lang="en-US" sz="2000" b="1" dirty="0">
                <a:latin typeface="Consolas"/>
                <a:cs typeface="Arial"/>
              </a:rPr>
              <a:t>def</a:t>
            </a:r>
            <a:r>
              <a:rPr lang="en-US" sz="2000" dirty="0">
                <a:latin typeface="Arial"/>
                <a:cs typeface="Arial"/>
              </a:rPr>
              <a:t> </a:t>
            </a:r>
            <a:r>
              <a:rPr lang="en-US" sz="2000" dirty="0">
                <a:latin typeface="Consolas"/>
                <a:cs typeface="Arial"/>
              </a:rPr>
              <a:t>bark(self):</a:t>
            </a:r>
            <a:endParaRPr lang="en-US" sz="2000"/>
          </a:p>
          <a:p>
            <a:r>
              <a:rPr lang="en-US" sz="2000" dirty="0">
                <a:latin typeface="Consolas"/>
                <a:cs typeface="Arial"/>
              </a:rPr>
              <a:t>        </a:t>
            </a:r>
            <a:r>
              <a:rPr lang="en-US" sz="2000" b="1" dirty="0">
                <a:latin typeface="Consolas"/>
                <a:cs typeface="Arial"/>
              </a:rPr>
              <a:t>print</a:t>
            </a:r>
            <a:r>
              <a:rPr lang="en-US" sz="2000" dirty="0">
                <a:latin typeface="Consolas"/>
                <a:cs typeface="Arial"/>
              </a:rPr>
              <a:t>("I just bark")</a:t>
            </a:r>
            <a:endParaRPr lang="en-US" sz="2000"/>
          </a:p>
          <a:p>
            <a:r>
              <a:rPr lang="en-US" sz="2000" dirty="0">
                <a:latin typeface="Consolas"/>
                <a:cs typeface="Arial"/>
              </a:rPr>
              <a:t> </a:t>
            </a:r>
            <a:r>
              <a:rPr lang="en-US" sz="2000" dirty="0">
                <a:latin typeface="Arial"/>
                <a:cs typeface="Arial"/>
              </a:rPr>
              <a:t> </a:t>
            </a:r>
            <a:endParaRPr lang="en-US" sz="2000"/>
          </a:p>
          <a:p>
            <a:r>
              <a:rPr lang="en-US" sz="2000" b="1" dirty="0">
                <a:latin typeface="Consolas"/>
                <a:cs typeface="Arial"/>
              </a:rPr>
              <a:t>class</a:t>
            </a:r>
            <a:r>
              <a:rPr lang="en-US" sz="2000" dirty="0">
                <a:latin typeface="Arial"/>
                <a:cs typeface="Arial"/>
              </a:rPr>
              <a:t> </a:t>
            </a:r>
            <a:r>
              <a:rPr lang="en-US" sz="2000" dirty="0">
                <a:latin typeface="Consolas"/>
                <a:cs typeface="Arial"/>
              </a:rPr>
              <a:t>ItQuacks:</a:t>
            </a:r>
            <a:endParaRPr lang="en-US" sz="2000">
              <a:latin typeface="Consolas"/>
            </a:endParaRPr>
          </a:p>
          <a:p>
            <a:r>
              <a:rPr lang="en-US" sz="2000" dirty="0">
                <a:latin typeface="Consolas"/>
                <a:cs typeface="Arial"/>
              </a:rPr>
              <a:t>    </a:t>
            </a:r>
            <a:r>
              <a:rPr lang="en-US" sz="2000" b="1" dirty="0">
                <a:latin typeface="Consolas"/>
                <a:cs typeface="Arial"/>
              </a:rPr>
              <a:t>def</a:t>
            </a:r>
            <a:r>
              <a:rPr lang="en-US" sz="2000" dirty="0">
                <a:latin typeface="Arial"/>
                <a:cs typeface="Arial"/>
              </a:rPr>
              <a:t> </a:t>
            </a:r>
            <a:r>
              <a:rPr lang="en-US" sz="2000" dirty="0">
                <a:latin typeface="Consolas"/>
                <a:cs typeface="Arial"/>
              </a:rPr>
              <a:t>__init__(self, animal):</a:t>
            </a:r>
            <a:endParaRPr lang="en-US" sz="2000"/>
          </a:p>
          <a:p>
            <a:r>
              <a:rPr lang="en-US" sz="2000" dirty="0">
                <a:latin typeface="Consolas"/>
                <a:cs typeface="Arial"/>
              </a:rPr>
              <a:t>        animal.quack()</a:t>
            </a:r>
            <a:endParaRPr lang="en-US" sz="2000"/>
          </a:p>
          <a:p>
            <a:r>
              <a:rPr lang="en-US" sz="2000" dirty="0">
                <a:latin typeface="Consolas"/>
                <a:cs typeface="Arial"/>
              </a:rPr>
              <a:t> </a:t>
            </a:r>
            <a:r>
              <a:rPr lang="en-US" sz="2000" dirty="0">
                <a:latin typeface="Arial"/>
                <a:cs typeface="Arial"/>
              </a:rPr>
              <a:t> </a:t>
            </a:r>
            <a:endParaRPr lang="en-US" sz="2000"/>
          </a:p>
          <a:p>
            <a:r>
              <a:rPr lang="en-US" sz="2000" dirty="0">
                <a:latin typeface="Consolas"/>
                <a:cs typeface="Arial"/>
              </a:rPr>
              <a:t>ItQuacks(Duck())</a:t>
            </a:r>
            <a:endParaRPr lang="en-US" sz="2000"/>
          </a:p>
          <a:p>
            <a:r>
              <a:rPr lang="en-US" sz="2000" dirty="0">
                <a:latin typeface="Consolas"/>
                <a:cs typeface="Arial"/>
              </a:rPr>
              <a:t>ItQuacks(Goose())</a:t>
            </a:r>
            <a:endParaRPr lang="en-US" sz="2000"/>
          </a:p>
          <a:p>
            <a:r>
              <a:rPr lang="en-US" sz="2000" dirty="0">
                <a:latin typeface="Consolas"/>
                <a:cs typeface="Arial"/>
              </a:rPr>
              <a:t>ItQuacks(Dog())</a:t>
            </a:r>
            <a:endParaRPr lang="en-US" sz="2000"/>
          </a:p>
          <a:p>
            <a:pPr algn="just">
              <a:buFont typeface="Arial" pitchFamily="34" charset="0"/>
              <a:buChar char="•"/>
            </a:pPr>
            <a:endParaRPr lang="en-US" sz="2800" dirty="0">
              <a:solidFill>
                <a:srgbClr val="000000"/>
              </a:solidFill>
              <a:latin typeface="Arial"/>
              <a:cs typeface="Arial"/>
            </a:endParaRPr>
          </a:p>
          <a:p>
            <a:pPr algn="just">
              <a:buFont typeface="Arial" pitchFamily="34" charset="0"/>
              <a:buChar char="•"/>
            </a:pPr>
            <a:endParaRPr lang="en-US" sz="2800" dirty="0">
              <a:solidFill>
                <a:srgbClr val="000000"/>
              </a:solidFill>
              <a:latin typeface="Arial"/>
              <a:cs typeface="Arial"/>
            </a:endParaRPr>
          </a:p>
        </p:txBody>
      </p:sp>
    </p:spTree>
    <p:extLst>
      <p:ext uri="{BB962C8B-B14F-4D97-AF65-F5344CB8AC3E}">
        <p14:creationId xmlns:p14="http://schemas.microsoft.com/office/powerpoint/2010/main" val="2407758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additive="base">
                                        <p:cTn id="7"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xEl>
                                              <p:pRg st="1" end="1"/>
                                            </p:txEl>
                                          </p:spTgt>
                                        </p:tgtEl>
                                        <p:attrNameLst>
                                          <p:attrName>style.visibility</p:attrName>
                                        </p:attrNameLst>
                                      </p:cBhvr>
                                      <p:to>
                                        <p:strVal val="visible"/>
                                      </p:to>
                                    </p:set>
                                    <p:anim calcmode="lin" valueType="num">
                                      <p:cBhvr additive="base">
                                        <p:cTn id="13" dur="500" fill="hold"/>
                                        <p:tgtEl>
                                          <p:spTgt spid="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
                                            <p:txEl>
                                              <p:pRg st="2" end="2"/>
                                            </p:txEl>
                                          </p:spTgt>
                                        </p:tgtEl>
                                        <p:attrNameLst>
                                          <p:attrName>style.visibility</p:attrName>
                                        </p:attrNameLst>
                                      </p:cBhvr>
                                      <p:to>
                                        <p:strVal val="visible"/>
                                      </p:to>
                                    </p:set>
                                    <p:anim calcmode="lin" valueType="num">
                                      <p:cBhvr additive="base">
                                        <p:cTn id="19"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8">
                                            <p:txEl>
                                              <p:pRg st="3" end="3"/>
                                            </p:txEl>
                                          </p:spTgt>
                                        </p:tgtEl>
                                        <p:attrNameLst>
                                          <p:attrName>style.visibility</p:attrName>
                                        </p:attrNameLst>
                                      </p:cBhvr>
                                      <p:to>
                                        <p:strVal val="visible"/>
                                      </p:to>
                                    </p:set>
                                    <p:anim calcmode="lin" valueType="num">
                                      <p:cBhvr additive="base">
                                        <p:cTn id="25" dur="500" fill="hold"/>
                                        <p:tgtEl>
                                          <p:spTgt spid="8">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8">
                                            <p:txEl>
                                              <p:pRg st="4" end="4"/>
                                            </p:txEl>
                                          </p:spTgt>
                                        </p:tgtEl>
                                        <p:attrNameLst>
                                          <p:attrName>style.visibility</p:attrName>
                                        </p:attrNameLst>
                                      </p:cBhvr>
                                      <p:to>
                                        <p:strVal val="visible"/>
                                      </p:to>
                                    </p:set>
                                    <p:anim calcmode="lin" valueType="num">
                                      <p:cBhvr additive="base">
                                        <p:cTn id="31" dur="500" fill="hold"/>
                                        <p:tgtEl>
                                          <p:spTgt spid="8">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8">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8">
                                            <p:txEl>
                                              <p:pRg st="5" end="5"/>
                                            </p:txEl>
                                          </p:spTgt>
                                        </p:tgtEl>
                                        <p:attrNameLst>
                                          <p:attrName>style.visibility</p:attrName>
                                        </p:attrNameLst>
                                      </p:cBhvr>
                                      <p:to>
                                        <p:strVal val="visible"/>
                                      </p:to>
                                    </p:set>
                                    <p:anim calcmode="lin" valueType="num">
                                      <p:cBhvr additive="base">
                                        <p:cTn id="37" dur="500" fill="hold"/>
                                        <p:tgtEl>
                                          <p:spTgt spid="8">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8">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8">
                                            <p:txEl>
                                              <p:pRg st="6" end="6"/>
                                            </p:txEl>
                                          </p:spTgt>
                                        </p:tgtEl>
                                        <p:attrNameLst>
                                          <p:attrName>style.visibility</p:attrName>
                                        </p:attrNameLst>
                                      </p:cBhvr>
                                      <p:to>
                                        <p:strVal val="visible"/>
                                      </p:to>
                                    </p:set>
                                    <p:anim calcmode="lin" valueType="num">
                                      <p:cBhvr additive="base">
                                        <p:cTn id="43" dur="500" fill="hold"/>
                                        <p:tgtEl>
                                          <p:spTgt spid="8">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8">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8">
                                            <p:txEl>
                                              <p:pRg st="7" end="7"/>
                                            </p:txEl>
                                          </p:spTgt>
                                        </p:tgtEl>
                                        <p:attrNameLst>
                                          <p:attrName>style.visibility</p:attrName>
                                        </p:attrNameLst>
                                      </p:cBhvr>
                                      <p:to>
                                        <p:strVal val="visible"/>
                                      </p:to>
                                    </p:set>
                                    <p:anim calcmode="lin" valueType="num">
                                      <p:cBhvr additive="base">
                                        <p:cTn id="49" dur="500" fill="hold"/>
                                        <p:tgtEl>
                                          <p:spTgt spid="8">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8">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8">
                                            <p:txEl>
                                              <p:pRg st="8" end="8"/>
                                            </p:txEl>
                                          </p:spTgt>
                                        </p:tgtEl>
                                        <p:attrNameLst>
                                          <p:attrName>style.visibility</p:attrName>
                                        </p:attrNameLst>
                                      </p:cBhvr>
                                      <p:to>
                                        <p:strVal val="visible"/>
                                      </p:to>
                                    </p:set>
                                    <p:anim calcmode="lin" valueType="num">
                                      <p:cBhvr additive="base">
                                        <p:cTn id="55" dur="500" fill="hold"/>
                                        <p:tgtEl>
                                          <p:spTgt spid="8">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8">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8">
                                            <p:txEl>
                                              <p:pRg st="9" end="9"/>
                                            </p:txEl>
                                          </p:spTgt>
                                        </p:tgtEl>
                                        <p:attrNameLst>
                                          <p:attrName>style.visibility</p:attrName>
                                        </p:attrNameLst>
                                      </p:cBhvr>
                                      <p:to>
                                        <p:strVal val="visible"/>
                                      </p:to>
                                    </p:set>
                                    <p:anim calcmode="lin" valueType="num">
                                      <p:cBhvr additive="base">
                                        <p:cTn id="61" dur="500" fill="hold"/>
                                        <p:tgtEl>
                                          <p:spTgt spid="8">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8">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8">
                                            <p:txEl>
                                              <p:pRg st="10" end="10"/>
                                            </p:txEl>
                                          </p:spTgt>
                                        </p:tgtEl>
                                        <p:attrNameLst>
                                          <p:attrName>style.visibility</p:attrName>
                                        </p:attrNameLst>
                                      </p:cBhvr>
                                      <p:to>
                                        <p:strVal val="visible"/>
                                      </p:to>
                                    </p:set>
                                    <p:anim calcmode="lin" valueType="num">
                                      <p:cBhvr additive="base">
                                        <p:cTn id="67" dur="500" fill="hold"/>
                                        <p:tgtEl>
                                          <p:spTgt spid="8">
                                            <p:txEl>
                                              <p:pRg st="10" end="10"/>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8">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8">
                                            <p:txEl>
                                              <p:pRg st="11" end="11"/>
                                            </p:txEl>
                                          </p:spTgt>
                                        </p:tgtEl>
                                        <p:attrNameLst>
                                          <p:attrName>style.visibility</p:attrName>
                                        </p:attrNameLst>
                                      </p:cBhvr>
                                      <p:to>
                                        <p:strVal val="visible"/>
                                      </p:to>
                                    </p:set>
                                    <p:anim calcmode="lin" valueType="num">
                                      <p:cBhvr additive="base">
                                        <p:cTn id="73" dur="500" fill="hold"/>
                                        <p:tgtEl>
                                          <p:spTgt spid="8">
                                            <p:txEl>
                                              <p:pRg st="11" end="11"/>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8">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grpId="0" nodeType="clickEffect">
                                  <p:stCondLst>
                                    <p:cond delay="0"/>
                                  </p:stCondLst>
                                  <p:childTnLst>
                                    <p:set>
                                      <p:cBhvr>
                                        <p:cTn id="78" dur="1" fill="hold">
                                          <p:stCondLst>
                                            <p:cond delay="0"/>
                                          </p:stCondLst>
                                        </p:cTn>
                                        <p:tgtEl>
                                          <p:spTgt spid="8">
                                            <p:txEl>
                                              <p:pRg st="12" end="12"/>
                                            </p:txEl>
                                          </p:spTgt>
                                        </p:tgtEl>
                                        <p:attrNameLst>
                                          <p:attrName>style.visibility</p:attrName>
                                        </p:attrNameLst>
                                      </p:cBhvr>
                                      <p:to>
                                        <p:strVal val="visible"/>
                                      </p:to>
                                    </p:set>
                                    <p:anim calcmode="lin" valueType="num">
                                      <p:cBhvr additive="base">
                                        <p:cTn id="79" dur="500" fill="hold"/>
                                        <p:tgtEl>
                                          <p:spTgt spid="8">
                                            <p:txEl>
                                              <p:pRg st="12" end="12"/>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8">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grpId="0" nodeType="clickEffect">
                                  <p:stCondLst>
                                    <p:cond delay="0"/>
                                  </p:stCondLst>
                                  <p:childTnLst>
                                    <p:set>
                                      <p:cBhvr>
                                        <p:cTn id="84" dur="1" fill="hold">
                                          <p:stCondLst>
                                            <p:cond delay="0"/>
                                          </p:stCondLst>
                                        </p:cTn>
                                        <p:tgtEl>
                                          <p:spTgt spid="8">
                                            <p:txEl>
                                              <p:pRg st="13" end="13"/>
                                            </p:txEl>
                                          </p:spTgt>
                                        </p:tgtEl>
                                        <p:attrNameLst>
                                          <p:attrName>style.visibility</p:attrName>
                                        </p:attrNameLst>
                                      </p:cBhvr>
                                      <p:to>
                                        <p:strVal val="visible"/>
                                      </p:to>
                                    </p:set>
                                    <p:anim calcmode="lin" valueType="num">
                                      <p:cBhvr additive="base">
                                        <p:cTn id="85" dur="500" fill="hold"/>
                                        <p:tgtEl>
                                          <p:spTgt spid="8">
                                            <p:txEl>
                                              <p:pRg st="13" end="13"/>
                                            </p:txEl>
                                          </p:spTgt>
                                        </p:tgtEl>
                                        <p:attrNameLst>
                                          <p:attrName>ppt_x</p:attrName>
                                        </p:attrNameLst>
                                      </p:cBhvr>
                                      <p:tavLst>
                                        <p:tav tm="0">
                                          <p:val>
                                            <p:strVal val="#ppt_x"/>
                                          </p:val>
                                        </p:tav>
                                        <p:tav tm="100000">
                                          <p:val>
                                            <p:strVal val="#ppt_x"/>
                                          </p:val>
                                        </p:tav>
                                      </p:tavLst>
                                    </p:anim>
                                    <p:anim calcmode="lin" valueType="num">
                                      <p:cBhvr additive="base">
                                        <p:cTn id="86" dur="500" fill="hold"/>
                                        <p:tgtEl>
                                          <p:spTgt spid="8">
                                            <p:txEl>
                                              <p:pRg st="13" end="13"/>
                                            </p:txEl>
                                          </p:spTgt>
                                        </p:tgtEl>
                                        <p:attrNameLst>
                                          <p:attrName>ppt_y</p:attrName>
                                        </p:attrNameLst>
                                      </p:cBhvr>
                                      <p:tavLst>
                                        <p:tav tm="0">
                                          <p:val>
                                            <p:strVal val="1+#ppt_h/2"/>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4" fill="hold" grpId="0" nodeType="clickEffect">
                                  <p:stCondLst>
                                    <p:cond delay="0"/>
                                  </p:stCondLst>
                                  <p:childTnLst>
                                    <p:set>
                                      <p:cBhvr>
                                        <p:cTn id="90" dur="1" fill="hold">
                                          <p:stCondLst>
                                            <p:cond delay="0"/>
                                          </p:stCondLst>
                                        </p:cTn>
                                        <p:tgtEl>
                                          <p:spTgt spid="8">
                                            <p:txEl>
                                              <p:pRg st="14" end="14"/>
                                            </p:txEl>
                                          </p:spTgt>
                                        </p:tgtEl>
                                        <p:attrNameLst>
                                          <p:attrName>style.visibility</p:attrName>
                                        </p:attrNameLst>
                                      </p:cBhvr>
                                      <p:to>
                                        <p:strVal val="visible"/>
                                      </p:to>
                                    </p:set>
                                    <p:anim calcmode="lin" valueType="num">
                                      <p:cBhvr additive="base">
                                        <p:cTn id="91" dur="500" fill="hold"/>
                                        <p:tgtEl>
                                          <p:spTgt spid="8">
                                            <p:txEl>
                                              <p:pRg st="14" end="14"/>
                                            </p:txEl>
                                          </p:spTgt>
                                        </p:tgtEl>
                                        <p:attrNameLst>
                                          <p:attrName>ppt_x</p:attrName>
                                        </p:attrNameLst>
                                      </p:cBhvr>
                                      <p:tavLst>
                                        <p:tav tm="0">
                                          <p:val>
                                            <p:strVal val="#ppt_x"/>
                                          </p:val>
                                        </p:tav>
                                        <p:tav tm="100000">
                                          <p:val>
                                            <p:strVal val="#ppt_x"/>
                                          </p:val>
                                        </p:tav>
                                      </p:tavLst>
                                    </p:anim>
                                    <p:anim calcmode="lin" valueType="num">
                                      <p:cBhvr additive="base">
                                        <p:cTn id="92" dur="500" fill="hold"/>
                                        <p:tgtEl>
                                          <p:spTgt spid="8">
                                            <p:txEl>
                                              <p:pRg st="14" end="14"/>
                                            </p:txEl>
                                          </p:spTgt>
                                        </p:tgtEl>
                                        <p:attrNameLst>
                                          <p:attrName>ppt_y</p:attrName>
                                        </p:attrNameLst>
                                      </p:cBhvr>
                                      <p:tavLst>
                                        <p:tav tm="0">
                                          <p:val>
                                            <p:strVal val="1+#ppt_h/2"/>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4" fill="hold" grpId="0" nodeType="clickEffect">
                                  <p:stCondLst>
                                    <p:cond delay="0"/>
                                  </p:stCondLst>
                                  <p:childTnLst>
                                    <p:set>
                                      <p:cBhvr>
                                        <p:cTn id="96" dur="1" fill="hold">
                                          <p:stCondLst>
                                            <p:cond delay="0"/>
                                          </p:stCondLst>
                                        </p:cTn>
                                        <p:tgtEl>
                                          <p:spTgt spid="8">
                                            <p:txEl>
                                              <p:pRg st="15" end="15"/>
                                            </p:txEl>
                                          </p:spTgt>
                                        </p:tgtEl>
                                        <p:attrNameLst>
                                          <p:attrName>style.visibility</p:attrName>
                                        </p:attrNameLst>
                                      </p:cBhvr>
                                      <p:to>
                                        <p:strVal val="visible"/>
                                      </p:to>
                                    </p:set>
                                    <p:anim calcmode="lin" valueType="num">
                                      <p:cBhvr additive="base">
                                        <p:cTn id="97" dur="500" fill="hold"/>
                                        <p:tgtEl>
                                          <p:spTgt spid="8">
                                            <p:txEl>
                                              <p:pRg st="15" end="15"/>
                                            </p:txEl>
                                          </p:spTgt>
                                        </p:tgtEl>
                                        <p:attrNameLst>
                                          <p:attrName>ppt_x</p:attrName>
                                        </p:attrNameLst>
                                      </p:cBhvr>
                                      <p:tavLst>
                                        <p:tav tm="0">
                                          <p:val>
                                            <p:strVal val="#ppt_x"/>
                                          </p:val>
                                        </p:tav>
                                        <p:tav tm="100000">
                                          <p:val>
                                            <p:strVal val="#ppt_x"/>
                                          </p:val>
                                        </p:tav>
                                      </p:tavLst>
                                    </p:anim>
                                    <p:anim calcmode="lin" valueType="num">
                                      <p:cBhvr additive="base">
                                        <p:cTn id="98" dur="500" fill="hold"/>
                                        <p:tgtEl>
                                          <p:spTgt spid="8">
                                            <p:txEl>
                                              <p:pRg st="15" end="15"/>
                                            </p:txEl>
                                          </p:spTgt>
                                        </p:tgtEl>
                                        <p:attrNameLst>
                                          <p:attrName>ppt_y</p:attrName>
                                        </p:attrNameLst>
                                      </p:cBhvr>
                                      <p:tavLst>
                                        <p:tav tm="0">
                                          <p:val>
                                            <p:strVal val="1+#ppt_h/2"/>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2" presetClass="entr" presetSubtype="4" fill="hold" grpId="0" nodeType="clickEffect">
                                  <p:stCondLst>
                                    <p:cond delay="0"/>
                                  </p:stCondLst>
                                  <p:childTnLst>
                                    <p:set>
                                      <p:cBhvr>
                                        <p:cTn id="102" dur="1" fill="hold">
                                          <p:stCondLst>
                                            <p:cond delay="0"/>
                                          </p:stCondLst>
                                        </p:cTn>
                                        <p:tgtEl>
                                          <p:spTgt spid="8">
                                            <p:txEl>
                                              <p:pRg st="16" end="16"/>
                                            </p:txEl>
                                          </p:spTgt>
                                        </p:tgtEl>
                                        <p:attrNameLst>
                                          <p:attrName>style.visibility</p:attrName>
                                        </p:attrNameLst>
                                      </p:cBhvr>
                                      <p:to>
                                        <p:strVal val="visible"/>
                                      </p:to>
                                    </p:set>
                                    <p:anim calcmode="lin" valueType="num">
                                      <p:cBhvr additive="base">
                                        <p:cTn id="103" dur="500" fill="hold"/>
                                        <p:tgtEl>
                                          <p:spTgt spid="8">
                                            <p:txEl>
                                              <p:pRg st="16" end="16"/>
                                            </p:txEl>
                                          </p:spTgt>
                                        </p:tgtEl>
                                        <p:attrNameLst>
                                          <p:attrName>ppt_x</p:attrName>
                                        </p:attrNameLst>
                                      </p:cBhvr>
                                      <p:tavLst>
                                        <p:tav tm="0">
                                          <p:val>
                                            <p:strVal val="#ppt_x"/>
                                          </p:val>
                                        </p:tav>
                                        <p:tav tm="100000">
                                          <p:val>
                                            <p:strVal val="#ppt_x"/>
                                          </p:val>
                                        </p:tav>
                                      </p:tavLst>
                                    </p:anim>
                                    <p:anim calcmode="lin" valueType="num">
                                      <p:cBhvr additive="base">
                                        <p:cTn id="104" dur="500" fill="hold"/>
                                        <p:tgtEl>
                                          <p:spTgt spid="8">
                                            <p:txEl>
                                              <p:pRg st="16" end="16"/>
                                            </p:txEl>
                                          </p:spTgt>
                                        </p:tgtEl>
                                        <p:attrNameLst>
                                          <p:attrName>ppt_y</p:attrName>
                                        </p:attrNameLst>
                                      </p:cBhvr>
                                      <p:tavLst>
                                        <p:tav tm="0">
                                          <p:val>
                                            <p:strVal val="1+#ppt_h/2"/>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2" presetClass="entr" presetSubtype="4" fill="hold" grpId="0" nodeType="clickEffect">
                                  <p:stCondLst>
                                    <p:cond delay="0"/>
                                  </p:stCondLst>
                                  <p:childTnLst>
                                    <p:set>
                                      <p:cBhvr>
                                        <p:cTn id="108" dur="1" fill="hold">
                                          <p:stCondLst>
                                            <p:cond delay="0"/>
                                          </p:stCondLst>
                                        </p:cTn>
                                        <p:tgtEl>
                                          <p:spTgt spid="8">
                                            <p:txEl>
                                              <p:pRg st="17" end="17"/>
                                            </p:txEl>
                                          </p:spTgt>
                                        </p:tgtEl>
                                        <p:attrNameLst>
                                          <p:attrName>style.visibility</p:attrName>
                                        </p:attrNameLst>
                                      </p:cBhvr>
                                      <p:to>
                                        <p:strVal val="visible"/>
                                      </p:to>
                                    </p:set>
                                    <p:anim calcmode="lin" valueType="num">
                                      <p:cBhvr additive="base">
                                        <p:cTn id="109" dur="500" fill="hold"/>
                                        <p:tgtEl>
                                          <p:spTgt spid="8">
                                            <p:txEl>
                                              <p:pRg st="17" end="17"/>
                                            </p:txEl>
                                          </p:spTgt>
                                        </p:tgtEl>
                                        <p:attrNameLst>
                                          <p:attrName>ppt_x</p:attrName>
                                        </p:attrNameLst>
                                      </p:cBhvr>
                                      <p:tavLst>
                                        <p:tav tm="0">
                                          <p:val>
                                            <p:strVal val="#ppt_x"/>
                                          </p:val>
                                        </p:tav>
                                        <p:tav tm="100000">
                                          <p:val>
                                            <p:strVal val="#ppt_x"/>
                                          </p:val>
                                        </p:tav>
                                      </p:tavLst>
                                    </p:anim>
                                    <p:anim calcmode="lin" valueType="num">
                                      <p:cBhvr additive="base">
                                        <p:cTn id="110" dur="500" fill="hold"/>
                                        <p:tgtEl>
                                          <p:spTgt spid="8">
                                            <p:txEl>
                                              <p:pRg st="17" end="17"/>
                                            </p:txEl>
                                          </p:spTgt>
                                        </p:tgtEl>
                                        <p:attrNameLst>
                                          <p:attrName>ppt_y</p:attrName>
                                        </p:attrNameLst>
                                      </p:cBhvr>
                                      <p:tavLst>
                                        <p:tav tm="0">
                                          <p:val>
                                            <p:strVal val="1+#ppt_h/2"/>
                                          </p:val>
                                        </p:tav>
                                        <p:tav tm="100000">
                                          <p:val>
                                            <p:strVal val="#ppt_y"/>
                                          </p:val>
                                        </p:tav>
                                      </p:tavLst>
                                    </p:anim>
                                  </p:childTnLst>
                                </p:cTn>
                              </p:par>
                            </p:childTnLst>
                          </p:cTn>
                        </p:par>
                      </p:childTnLst>
                    </p:cTn>
                  </p:par>
                  <p:par>
                    <p:cTn id="111" fill="hold">
                      <p:stCondLst>
                        <p:cond delay="indefinite"/>
                      </p:stCondLst>
                      <p:childTnLst>
                        <p:par>
                          <p:cTn id="112" fill="hold">
                            <p:stCondLst>
                              <p:cond delay="0"/>
                            </p:stCondLst>
                            <p:childTnLst>
                              <p:par>
                                <p:cTn id="113" presetID="2" presetClass="entr" presetSubtype="4" fill="hold" grpId="0" nodeType="clickEffect">
                                  <p:stCondLst>
                                    <p:cond delay="0"/>
                                  </p:stCondLst>
                                  <p:childTnLst>
                                    <p:set>
                                      <p:cBhvr>
                                        <p:cTn id="114" dur="1" fill="hold">
                                          <p:stCondLst>
                                            <p:cond delay="0"/>
                                          </p:stCondLst>
                                        </p:cTn>
                                        <p:tgtEl>
                                          <p:spTgt spid="8">
                                            <p:txEl>
                                              <p:pRg st="18" end="18"/>
                                            </p:txEl>
                                          </p:spTgt>
                                        </p:tgtEl>
                                        <p:attrNameLst>
                                          <p:attrName>style.visibility</p:attrName>
                                        </p:attrNameLst>
                                      </p:cBhvr>
                                      <p:to>
                                        <p:strVal val="visible"/>
                                      </p:to>
                                    </p:set>
                                    <p:anim calcmode="lin" valueType="num">
                                      <p:cBhvr additive="base">
                                        <p:cTn id="115" dur="500" fill="hold"/>
                                        <p:tgtEl>
                                          <p:spTgt spid="8">
                                            <p:txEl>
                                              <p:pRg st="18" end="18"/>
                                            </p:txEl>
                                          </p:spTgt>
                                        </p:tgtEl>
                                        <p:attrNameLst>
                                          <p:attrName>ppt_x</p:attrName>
                                        </p:attrNameLst>
                                      </p:cBhvr>
                                      <p:tavLst>
                                        <p:tav tm="0">
                                          <p:val>
                                            <p:strVal val="#ppt_x"/>
                                          </p:val>
                                        </p:tav>
                                        <p:tav tm="100000">
                                          <p:val>
                                            <p:strVal val="#ppt_x"/>
                                          </p:val>
                                        </p:tav>
                                      </p:tavLst>
                                    </p:anim>
                                    <p:anim calcmode="lin" valueType="num">
                                      <p:cBhvr additive="base">
                                        <p:cTn id="116" dur="500" fill="hold"/>
                                        <p:tgtEl>
                                          <p:spTgt spid="8">
                                            <p:txEl>
                                              <p:pRg st="18" end="1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56293F3B-ACE8-4D10-B1AD-A2233C9C9DCE}"/>
              </a:ext>
            </a:extLst>
          </p:cNvPr>
          <p:cNvSpPr>
            <a:spLocks noGrp="1"/>
          </p:cNvSpPr>
          <p:nvPr>
            <p:ph type="dt" sz="quarter" idx="10"/>
          </p:nvPr>
        </p:nvSpPr>
        <p:spPr/>
        <p:txBody>
          <a:bodyPr/>
          <a:lstStyle/>
          <a:p>
            <a:pPr>
              <a:defRPr/>
            </a:pPr>
            <a:fld id="{1A3491E4-0525-402D-9476-2FEBA2840436}" type="datetime1">
              <a:rPr lang="en-US" smtClean="0"/>
              <a:pPr>
                <a:defRPr/>
              </a:pPr>
              <a:t>5/17/2022</a:t>
            </a:fld>
            <a:endParaRPr lang="en-US"/>
          </a:p>
        </p:txBody>
      </p:sp>
      <p:sp>
        <p:nvSpPr>
          <p:cNvPr id="5" name="Footer Placeholder 4">
            <a:extLst>
              <a:ext uri="{FF2B5EF4-FFF2-40B4-BE49-F238E27FC236}">
                <a16:creationId xmlns:a16="http://schemas.microsoft.com/office/drawing/2014/main" id="{3DFD6D47-6DA4-4160-87D3-CCF591417AD7}"/>
              </a:ext>
            </a:extLst>
          </p:cNvPr>
          <p:cNvSpPr>
            <a:spLocks noGrp="1"/>
          </p:cNvSpPr>
          <p:nvPr>
            <p:ph type="ftr" sz="quarter" idx="11"/>
          </p:nvPr>
        </p:nvSpPr>
        <p:spPr>
          <a:xfrm>
            <a:off x="2971800" y="6356350"/>
            <a:ext cx="6858000" cy="365125"/>
          </a:xfrm>
        </p:spPr>
        <p:txBody>
          <a:bodyPr/>
          <a:lstStyle/>
          <a:p>
            <a:pPr>
              <a:defRPr/>
            </a:pPr>
            <a:r>
              <a:rPr lang="en-US"/>
              <a:t>(Programming in Advanced Python)                                 Unit No:2</a:t>
            </a:r>
          </a:p>
        </p:txBody>
      </p:sp>
      <p:sp>
        <p:nvSpPr>
          <p:cNvPr id="53252" name="Slide Number Placeholder 5">
            <a:extLst>
              <a:ext uri="{FF2B5EF4-FFF2-40B4-BE49-F238E27FC236}">
                <a16:creationId xmlns:a16="http://schemas.microsoft.com/office/drawing/2014/main" id="{39DB4BCE-855A-4A74-A502-F8C083ED2B5B}"/>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18DB879A-4F14-4049-BF01-3DC156801FFF}" type="slidenum">
              <a:rPr lang="en-US" altLang="en-US" sz="1200">
                <a:solidFill>
                  <a:srgbClr val="898989"/>
                </a:solidFill>
              </a:rPr>
              <a:pPr>
                <a:spcBef>
                  <a:spcPct val="0"/>
                </a:spcBef>
                <a:buFontTx/>
                <a:buNone/>
              </a:pPr>
              <a:t>62</a:t>
            </a:fld>
            <a:endParaRPr lang="en-US" altLang="en-US" sz="1200">
              <a:solidFill>
                <a:srgbClr val="898989"/>
              </a:solidFill>
            </a:endParaRPr>
          </a:p>
        </p:txBody>
      </p:sp>
      <p:sp>
        <p:nvSpPr>
          <p:cNvPr id="7" name="Title 1">
            <a:extLst>
              <a:ext uri="{FF2B5EF4-FFF2-40B4-BE49-F238E27FC236}">
                <a16:creationId xmlns:a16="http://schemas.microsoft.com/office/drawing/2014/main" id="{90A9CC62-E0F2-4324-B757-B1A892F02999}"/>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lIns="91440" tIns="45720" rIns="91440" bIns="45720" anchor="ctr"/>
          <a:lstStyle/>
          <a:p>
            <a:pPr algn="ctr"/>
            <a:r>
              <a:rPr lang="en-IN" sz="3200" dirty="0"/>
              <a:t>Duck Typing Program</a:t>
            </a:r>
          </a:p>
        </p:txBody>
      </p:sp>
      <p:pic>
        <p:nvPicPr>
          <p:cNvPr id="2" name="Picture 2" descr="Text&#10;&#10;Description automatically generated">
            <a:extLst>
              <a:ext uri="{FF2B5EF4-FFF2-40B4-BE49-F238E27FC236}">
                <a16:creationId xmlns:a16="http://schemas.microsoft.com/office/drawing/2014/main" id="{D0243769-7960-4C82-B8CC-9B67AA7717A4}"/>
              </a:ext>
            </a:extLst>
          </p:cNvPr>
          <p:cNvPicPr>
            <a:picLocks noChangeAspect="1"/>
          </p:cNvPicPr>
          <p:nvPr/>
        </p:nvPicPr>
        <p:blipFill>
          <a:blip r:embed="rId2"/>
          <a:stretch>
            <a:fillRect/>
          </a:stretch>
        </p:blipFill>
        <p:spPr>
          <a:xfrm>
            <a:off x="1596415" y="809400"/>
            <a:ext cx="9824958" cy="5541125"/>
          </a:xfrm>
          <a:prstGeom prst="rect">
            <a:avLst/>
          </a:prstGeom>
        </p:spPr>
      </p:pic>
    </p:spTree>
    <p:extLst>
      <p:ext uri="{BB962C8B-B14F-4D97-AF65-F5344CB8AC3E}">
        <p14:creationId xmlns:p14="http://schemas.microsoft.com/office/powerpoint/2010/main" val="29910271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63673FA-BFC4-4F96-B894-069FDD8F992F}"/>
              </a:ext>
            </a:extLst>
          </p:cNvPr>
          <p:cNvSpPr>
            <a:spLocks noGrp="1"/>
          </p:cNvSpPr>
          <p:nvPr>
            <p:ph idx="1"/>
          </p:nvPr>
        </p:nvSpPr>
        <p:spPr>
          <a:xfrm>
            <a:off x="1227909" y="1280160"/>
            <a:ext cx="10354491" cy="4846003"/>
          </a:xfrm>
        </p:spPr>
        <p:txBody>
          <a:bodyPr/>
          <a:lstStyle/>
          <a:p>
            <a:pPr marL="0" indent="0">
              <a:buNone/>
            </a:pPr>
            <a:r>
              <a:rPr lang="en-US" sz="2400" b="1" dirty="0">
                <a:latin typeface="Times New Roman" pitchFamily="18" charset="0"/>
                <a:cs typeface="Times New Roman" pitchFamily="18" charset="0"/>
              </a:rPr>
              <a:t>1.</a:t>
            </a:r>
            <a:r>
              <a:rPr lang="en-US" sz="2400" b="1" dirty="0">
                <a:latin typeface="Times New Roman" pitchFamily="18" charset="0"/>
                <a:ea typeface="+mn-lt"/>
                <a:cs typeface="Times New Roman" pitchFamily="18" charset="0"/>
              </a:rPr>
              <a:t>What is the use of duck typing?</a:t>
            </a:r>
            <a:br>
              <a:rPr lang="en-US" sz="2400" b="1" dirty="0">
                <a:latin typeface="Times New Roman" pitchFamily="18" charset="0"/>
                <a:ea typeface="+mn-lt"/>
                <a:cs typeface="Times New Roman" pitchFamily="18" charset="0"/>
              </a:rPr>
            </a:br>
            <a:r>
              <a:rPr lang="en-US" sz="2400" dirty="0">
                <a:latin typeface="Times New Roman" pitchFamily="18" charset="0"/>
                <a:ea typeface="+mn-lt"/>
                <a:cs typeface="Times New Roman" pitchFamily="18" charset="0"/>
              </a:rPr>
              <a:t>a) No restriction on the type values that can be passed to a given method</a:t>
            </a:r>
            <a:endParaRPr lang="en-US" sz="2400" dirty="0">
              <a:latin typeface="Times New Roman" pitchFamily="18" charset="0"/>
              <a:cs typeface="Times New Roman" pitchFamily="18" charset="0"/>
            </a:endParaRPr>
          </a:p>
          <a:p>
            <a:pPr marL="0" indent="0">
              <a:buNone/>
            </a:pPr>
            <a:r>
              <a:rPr lang="en-US" sz="2400" dirty="0">
                <a:latin typeface="Times New Roman" pitchFamily="18" charset="0"/>
                <a:ea typeface="+mn-lt"/>
                <a:cs typeface="Times New Roman" pitchFamily="18" charset="0"/>
              </a:rPr>
              <a:t>b)More restriction on the type values that can be passed to a given method</a:t>
            </a:r>
            <a:br>
              <a:rPr lang="en-US" sz="2400" dirty="0">
                <a:latin typeface="Times New Roman" pitchFamily="18" charset="0"/>
                <a:ea typeface="+mn-lt"/>
                <a:cs typeface="Times New Roman" pitchFamily="18" charset="0"/>
              </a:rPr>
            </a:br>
            <a:r>
              <a:rPr lang="en-US" sz="2400" dirty="0">
                <a:latin typeface="Times New Roman" pitchFamily="18" charset="0"/>
                <a:ea typeface="+mn-lt"/>
                <a:cs typeface="Times New Roman" pitchFamily="18" charset="0"/>
              </a:rPr>
              <a:t>c) Less restriction on the type values that can be passed to a given method</a:t>
            </a:r>
            <a:br>
              <a:rPr lang="en-US" sz="2400" dirty="0">
                <a:latin typeface="Times New Roman" pitchFamily="18" charset="0"/>
                <a:ea typeface="+mn-lt"/>
                <a:cs typeface="Times New Roman" pitchFamily="18" charset="0"/>
              </a:rPr>
            </a:br>
            <a:r>
              <a:rPr lang="en-US" sz="2400" dirty="0">
                <a:latin typeface="Times New Roman" pitchFamily="18" charset="0"/>
                <a:ea typeface="+mn-lt"/>
                <a:cs typeface="Times New Roman" pitchFamily="18" charset="0"/>
              </a:rPr>
              <a:t>d) Makes the program code smaller</a:t>
            </a:r>
            <a:endParaRPr lang="en-US" sz="2400" dirty="0">
              <a:latin typeface="Times New Roman" pitchFamily="18" charset="0"/>
              <a:cs typeface="Times New Roman" pitchFamily="18" charset="0"/>
            </a:endParaRPr>
          </a:p>
          <a:p>
            <a:pPr marL="0" indent="0">
              <a:buNone/>
            </a:pPr>
            <a:endParaRPr lang="en-US" sz="2400" dirty="0">
              <a:latin typeface="Times New Roman" pitchFamily="18" charset="0"/>
              <a:cs typeface="Times New Roman" pitchFamily="18" charset="0"/>
            </a:endParaRPr>
          </a:p>
          <a:p>
            <a:pPr marL="0" indent="0">
              <a:buNone/>
            </a:pPr>
            <a:r>
              <a:rPr lang="en-US" sz="2400" dirty="0">
                <a:solidFill>
                  <a:schemeClr val="accent3">
                    <a:lumMod val="75000"/>
                  </a:schemeClr>
                </a:solidFill>
                <a:latin typeface="Times New Roman" pitchFamily="18" charset="0"/>
                <a:cs typeface="Times New Roman" pitchFamily="18" charset="0"/>
              </a:rPr>
              <a:t>Answer-c</a:t>
            </a:r>
          </a:p>
          <a:p>
            <a:pPr marL="0" indent="0">
              <a:buNone/>
            </a:pPr>
            <a:r>
              <a:rPr lang="en-US" sz="2400" dirty="0">
                <a:latin typeface="Times New Roman" pitchFamily="18" charset="0"/>
                <a:cs typeface="Times New Roman" pitchFamily="18" charset="0"/>
              </a:rPr>
              <a:t>2.Duck typing is static or dynamic language.</a:t>
            </a:r>
          </a:p>
          <a:p>
            <a:pPr marL="0" indent="0">
              <a:buNone/>
            </a:pPr>
            <a:r>
              <a:rPr lang="en-US" sz="2400" dirty="0">
                <a:latin typeface="Times New Roman" pitchFamily="18" charset="0"/>
                <a:cs typeface="Times New Roman" pitchFamily="18" charset="0"/>
              </a:rPr>
              <a:t>a) static                                   b) Dynamic </a:t>
            </a:r>
          </a:p>
          <a:p>
            <a:pPr marL="0" indent="0">
              <a:buNone/>
            </a:pPr>
            <a:endParaRPr lang="en-US" sz="2400" dirty="0">
              <a:latin typeface="Times New Roman" pitchFamily="18" charset="0"/>
              <a:cs typeface="Times New Roman" pitchFamily="18" charset="0"/>
            </a:endParaRPr>
          </a:p>
          <a:p>
            <a:pPr marL="0" indent="0">
              <a:buNone/>
            </a:pPr>
            <a:r>
              <a:rPr lang="en-US" sz="2400" dirty="0">
                <a:solidFill>
                  <a:schemeClr val="accent3">
                    <a:lumMod val="75000"/>
                  </a:schemeClr>
                </a:solidFill>
                <a:latin typeface="Times New Roman" pitchFamily="18" charset="0"/>
                <a:cs typeface="Times New Roman" pitchFamily="18" charset="0"/>
              </a:rPr>
              <a:t>Answer b</a:t>
            </a:r>
          </a:p>
        </p:txBody>
      </p:sp>
      <p:sp>
        <p:nvSpPr>
          <p:cNvPr id="4" name="Date Placeholder 3">
            <a:extLst>
              <a:ext uri="{FF2B5EF4-FFF2-40B4-BE49-F238E27FC236}">
                <a16:creationId xmlns:a16="http://schemas.microsoft.com/office/drawing/2014/main" id="{865BAD8C-7E8F-4EDD-9755-1E8F13FCA266}"/>
              </a:ext>
            </a:extLst>
          </p:cNvPr>
          <p:cNvSpPr>
            <a:spLocks noGrp="1"/>
          </p:cNvSpPr>
          <p:nvPr>
            <p:ph type="dt" sz="half" idx="10"/>
          </p:nvPr>
        </p:nvSpPr>
        <p:spPr/>
        <p:txBody>
          <a:bodyPr/>
          <a:lstStyle/>
          <a:p>
            <a:pPr>
              <a:defRPr/>
            </a:pPr>
            <a:fld id="{DDAADE14-7B7F-4773-9C0F-018B4D4CD0EA}" type="datetime1">
              <a:rPr lang="en-US" smtClean="0"/>
              <a:pPr>
                <a:defRPr/>
              </a:pPr>
              <a:t>5/17/2022</a:t>
            </a:fld>
            <a:endParaRPr lang="en-US"/>
          </a:p>
        </p:txBody>
      </p:sp>
      <p:sp>
        <p:nvSpPr>
          <p:cNvPr id="5" name="Footer Placeholder 4">
            <a:extLst>
              <a:ext uri="{FF2B5EF4-FFF2-40B4-BE49-F238E27FC236}">
                <a16:creationId xmlns:a16="http://schemas.microsoft.com/office/drawing/2014/main" id="{8345BBDD-AB21-4431-BE0F-7C2405CA2628}"/>
              </a:ext>
            </a:extLst>
          </p:cNvPr>
          <p:cNvSpPr>
            <a:spLocks noGrp="1"/>
          </p:cNvSpPr>
          <p:nvPr>
            <p:ph type="ftr" sz="quarter" idx="11"/>
          </p:nvPr>
        </p:nvSpPr>
        <p:spPr/>
        <p:txBody>
          <a:bodyPr/>
          <a:lstStyle/>
          <a:p>
            <a:pPr>
              <a:defRPr/>
            </a:pPr>
            <a:r>
              <a:rPr lang="en-US"/>
              <a:t>(Programming in Advanced Python)                                 Unit No:2</a:t>
            </a:r>
          </a:p>
        </p:txBody>
      </p:sp>
      <p:sp>
        <p:nvSpPr>
          <p:cNvPr id="6" name="Slide Number Placeholder 5">
            <a:extLst>
              <a:ext uri="{FF2B5EF4-FFF2-40B4-BE49-F238E27FC236}">
                <a16:creationId xmlns:a16="http://schemas.microsoft.com/office/drawing/2014/main" id="{8A443043-811F-4D4C-B8EB-17632AD9AA0F}"/>
              </a:ext>
            </a:extLst>
          </p:cNvPr>
          <p:cNvSpPr>
            <a:spLocks noGrp="1"/>
          </p:cNvSpPr>
          <p:nvPr>
            <p:ph type="sldNum" sz="quarter" idx="12"/>
          </p:nvPr>
        </p:nvSpPr>
        <p:spPr/>
        <p:txBody>
          <a:bodyPr/>
          <a:lstStyle/>
          <a:p>
            <a:fld id="{C77C10F3-51E8-47AA-8570-6B63F9EF7985}" type="slidenum">
              <a:rPr lang="en-US" altLang="en-US"/>
              <a:pPr/>
              <a:t>63</a:t>
            </a:fld>
            <a:endParaRPr lang="en-US" altLang="en-US"/>
          </a:p>
        </p:txBody>
      </p:sp>
      <p:sp>
        <p:nvSpPr>
          <p:cNvPr id="8" name="Title 1">
            <a:extLst>
              <a:ext uri="{FF2B5EF4-FFF2-40B4-BE49-F238E27FC236}">
                <a16:creationId xmlns:a16="http://schemas.microsoft.com/office/drawing/2014/main" id="{CEFCA019-0F43-4592-A61F-A332CA8EB65B}"/>
              </a:ext>
            </a:extLst>
          </p:cNvPr>
          <p:cNvSpPr txBox="1">
            <a:spLocks/>
          </p:cNvSpPr>
          <p:nvPr/>
        </p:nvSpPr>
        <p:spPr>
          <a:xfrm>
            <a:off x="1564560" y="79988"/>
            <a:ext cx="10581068" cy="963424"/>
          </a:xfrm>
          <a:prstGeom prst="rect">
            <a:avLst/>
          </a:prstGeom>
        </p:spPr>
        <p:style>
          <a:lnRef idx="1">
            <a:schemeClr val="accent5"/>
          </a:lnRef>
          <a:fillRef idx="2">
            <a:schemeClr val="accent5"/>
          </a:fillRef>
          <a:effectRef idx="1">
            <a:schemeClr val="accent5"/>
          </a:effectRef>
          <a:fontRef idx="minor">
            <a:schemeClr val="dk1"/>
          </a:fontRef>
        </p:style>
        <p:txBody>
          <a:bodyPr lIns="91440" tIns="45720" rIns="91440" bIns="45720" anchor="ctr"/>
          <a:lstStyle/>
          <a:p>
            <a:pPr algn="ctr"/>
            <a:r>
              <a:rPr lang="en-IN" sz="3200" dirty="0">
                <a:cs typeface="Calibri"/>
              </a:rPr>
              <a:t>Daily Quiz</a:t>
            </a:r>
          </a:p>
        </p:txBody>
      </p:sp>
    </p:spTree>
    <p:extLst>
      <p:ext uri="{BB962C8B-B14F-4D97-AF65-F5344CB8AC3E}">
        <p14:creationId xmlns:p14="http://schemas.microsoft.com/office/powerpoint/2010/main" val="377377672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56293F3B-ACE8-4D10-B1AD-A2233C9C9DCE}"/>
              </a:ext>
            </a:extLst>
          </p:cNvPr>
          <p:cNvSpPr>
            <a:spLocks noGrp="1"/>
          </p:cNvSpPr>
          <p:nvPr>
            <p:ph type="dt" sz="quarter" idx="10"/>
          </p:nvPr>
        </p:nvSpPr>
        <p:spPr/>
        <p:txBody>
          <a:bodyPr/>
          <a:lstStyle/>
          <a:p>
            <a:pPr>
              <a:defRPr/>
            </a:pPr>
            <a:fld id="{1A3491E4-0525-402D-9476-2FEBA2840436}" type="datetime1">
              <a:rPr lang="en-US" smtClean="0"/>
              <a:pPr>
                <a:defRPr/>
              </a:pPr>
              <a:t>5/17/2022</a:t>
            </a:fld>
            <a:endParaRPr lang="en-US"/>
          </a:p>
        </p:txBody>
      </p:sp>
      <p:sp>
        <p:nvSpPr>
          <p:cNvPr id="5" name="Footer Placeholder 4">
            <a:extLst>
              <a:ext uri="{FF2B5EF4-FFF2-40B4-BE49-F238E27FC236}">
                <a16:creationId xmlns:a16="http://schemas.microsoft.com/office/drawing/2014/main" id="{3DFD6D47-6DA4-4160-87D3-CCF591417AD7}"/>
              </a:ext>
            </a:extLst>
          </p:cNvPr>
          <p:cNvSpPr>
            <a:spLocks noGrp="1"/>
          </p:cNvSpPr>
          <p:nvPr>
            <p:ph type="ftr" sz="quarter" idx="11"/>
          </p:nvPr>
        </p:nvSpPr>
        <p:spPr>
          <a:xfrm>
            <a:off x="2971800" y="6356350"/>
            <a:ext cx="6858000" cy="365125"/>
          </a:xfrm>
        </p:spPr>
        <p:txBody>
          <a:bodyPr/>
          <a:lstStyle/>
          <a:p>
            <a:pPr>
              <a:defRPr/>
            </a:pPr>
            <a:r>
              <a:rPr lang="en-US"/>
              <a:t>(Programming in Advanced Python)                                 Unit No:2</a:t>
            </a:r>
          </a:p>
        </p:txBody>
      </p:sp>
      <p:sp>
        <p:nvSpPr>
          <p:cNvPr id="53252" name="Slide Number Placeholder 5">
            <a:extLst>
              <a:ext uri="{FF2B5EF4-FFF2-40B4-BE49-F238E27FC236}">
                <a16:creationId xmlns:a16="http://schemas.microsoft.com/office/drawing/2014/main" id="{39DB4BCE-855A-4A74-A502-F8C083ED2B5B}"/>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18DB879A-4F14-4049-BF01-3DC156801FFF}" type="slidenum">
              <a:rPr lang="en-US" altLang="en-US" sz="1200">
                <a:solidFill>
                  <a:srgbClr val="898989"/>
                </a:solidFill>
              </a:rPr>
              <a:pPr>
                <a:spcBef>
                  <a:spcPct val="0"/>
                </a:spcBef>
                <a:buFontTx/>
                <a:buNone/>
              </a:pPr>
              <a:t>64</a:t>
            </a:fld>
            <a:endParaRPr lang="en-US" altLang="en-US" sz="1200">
              <a:solidFill>
                <a:srgbClr val="898989"/>
              </a:solidFill>
            </a:endParaRPr>
          </a:p>
        </p:txBody>
      </p:sp>
      <p:sp>
        <p:nvSpPr>
          <p:cNvPr id="7" name="Title 1">
            <a:extLst>
              <a:ext uri="{FF2B5EF4-FFF2-40B4-BE49-F238E27FC236}">
                <a16:creationId xmlns:a16="http://schemas.microsoft.com/office/drawing/2014/main" id="{90A9CC62-E0F2-4324-B757-B1A892F02999}"/>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a:r>
              <a:rPr lang="en-IN" sz="3200"/>
              <a:t>Python Access Modifiers</a:t>
            </a:r>
          </a:p>
        </p:txBody>
      </p:sp>
      <p:sp>
        <p:nvSpPr>
          <p:cNvPr id="8" name="Rectangle 7"/>
          <p:cNvSpPr/>
          <p:nvPr/>
        </p:nvSpPr>
        <p:spPr>
          <a:xfrm>
            <a:off x="1434341" y="734522"/>
            <a:ext cx="9973174" cy="4524315"/>
          </a:xfrm>
          <a:prstGeom prst="rect">
            <a:avLst/>
          </a:prstGeom>
        </p:spPr>
        <p:txBody>
          <a:bodyPr wrap="square">
            <a:spAutoFit/>
          </a:bodyPr>
          <a:lstStyle/>
          <a:p>
            <a:pPr algn="just">
              <a:buFont typeface="Arial" pitchFamily="34" charset="0"/>
              <a:buChar char="•"/>
            </a:pPr>
            <a:r>
              <a:rPr lang="en-IN" sz="2400">
                <a:latin typeface="+mj-lt"/>
              </a:rPr>
              <a:t>Access modifiers are used in an object-oriented programming language to limit the access of the variable and functions of a class.</a:t>
            </a:r>
          </a:p>
          <a:p>
            <a:pPr algn="just">
              <a:buFont typeface="Arial" pitchFamily="34" charset="0"/>
              <a:buChar char="•"/>
            </a:pPr>
            <a:r>
              <a:rPr lang="en-IN" sz="2400">
                <a:latin typeface="+mj-lt"/>
              </a:rPr>
              <a:t> Most of the object-oriented programming languages use three types of access modifiers these are public, protected, and private.</a:t>
            </a:r>
          </a:p>
          <a:p>
            <a:pPr algn="just"/>
            <a:endParaRPr lang="en-IN" sz="2400" b="1">
              <a:latin typeface="+mj-lt"/>
            </a:endParaRPr>
          </a:p>
          <a:p>
            <a:pPr algn="just"/>
            <a:r>
              <a:rPr lang="en-IN" sz="2400" b="1">
                <a:latin typeface="+mj-lt"/>
              </a:rPr>
              <a:t>Public Access Modifier</a:t>
            </a:r>
          </a:p>
          <a:p>
            <a:pPr algn="just">
              <a:buFont typeface="Arial" pitchFamily="34" charset="0"/>
              <a:buChar char="•"/>
            </a:pPr>
            <a:r>
              <a:rPr lang="en-IN" sz="2400">
                <a:latin typeface="+mj-lt"/>
              </a:rPr>
              <a:t> Public members (generally methods declared in a class) are accessible from outside the class. </a:t>
            </a:r>
          </a:p>
          <a:p>
            <a:pPr algn="just">
              <a:buFont typeface="Arial" pitchFamily="34" charset="0"/>
              <a:buChar char="•"/>
            </a:pPr>
            <a:r>
              <a:rPr lang="en-IN" sz="2400">
                <a:latin typeface="+mj-lt"/>
              </a:rPr>
              <a:t>The object of the same class is required to invoke a public method. </a:t>
            </a:r>
          </a:p>
          <a:p>
            <a:pPr algn="just">
              <a:buFont typeface="Arial" pitchFamily="34" charset="0"/>
              <a:buChar char="•"/>
            </a:pPr>
            <a:r>
              <a:rPr lang="en-IN" sz="2400">
                <a:latin typeface="+mj-lt"/>
              </a:rPr>
              <a:t>This arrangement of private instance variables and public methods ensures the principle of data encapsulation.</a:t>
            </a:r>
          </a:p>
          <a:p>
            <a:pPr algn="just"/>
            <a:endParaRPr lang="en-IN" sz="2400">
              <a:latin typeface="+mj-lt"/>
              <a:cs typeface="Aharoni" pitchFamily="2" charset="-79"/>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additive="base">
                                        <p:cTn id="7"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xEl>
                                              <p:pRg st="1" end="1"/>
                                            </p:txEl>
                                          </p:spTgt>
                                        </p:tgtEl>
                                        <p:attrNameLst>
                                          <p:attrName>style.visibility</p:attrName>
                                        </p:attrNameLst>
                                      </p:cBhvr>
                                      <p:to>
                                        <p:strVal val="visible"/>
                                      </p:to>
                                    </p:set>
                                    <p:anim calcmode="lin" valueType="num">
                                      <p:cBhvr additive="base">
                                        <p:cTn id="13" dur="500" fill="hold"/>
                                        <p:tgtEl>
                                          <p:spTgt spid="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anim calcmode="lin" valueType="num">
                                      <p:cBhvr additive="base">
                                        <p:cTn id="19" dur="500" fill="hold"/>
                                        <p:tgtEl>
                                          <p:spTgt spid="8">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8">
                                            <p:txEl>
                                              <p:pRg st="4" end="4"/>
                                            </p:txEl>
                                          </p:spTgt>
                                        </p:tgtEl>
                                        <p:attrNameLst>
                                          <p:attrName>style.visibility</p:attrName>
                                        </p:attrNameLst>
                                      </p:cBhvr>
                                      <p:to>
                                        <p:strVal val="visible"/>
                                      </p:to>
                                    </p:set>
                                    <p:anim calcmode="lin" valueType="num">
                                      <p:cBhvr additive="base">
                                        <p:cTn id="25" dur="500" fill="hold"/>
                                        <p:tgtEl>
                                          <p:spTgt spid="8">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8">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8">
                                            <p:txEl>
                                              <p:pRg st="5" end="5"/>
                                            </p:txEl>
                                          </p:spTgt>
                                        </p:tgtEl>
                                        <p:attrNameLst>
                                          <p:attrName>style.visibility</p:attrName>
                                        </p:attrNameLst>
                                      </p:cBhvr>
                                      <p:to>
                                        <p:strVal val="visible"/>
                                      </p:to>
                                    </p:set>
                                    <p:anim calcmode="lin" valueType="num">
                                      <p:cBhvr additive="base">
                                        <p:cTn id="31" dur="500" fill="hold"/>
                                        <p:tgtEl>
                                          <p:spTgt spid="8">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8">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8">
                                            <p:txEl>
                                              <p:pRg st="6" end="6"/>
                                            </p:txEl>
                                          </p:spTgt>
                                        </p:tgtEl>
                                        <p:attrNameLst>
                                          <p:attrName>style.visibility</p:attrName>
                                        </p:attrNameLst>
                                      </p:cBhvr>
                                      <p:to>
                                        <p:strVal val="visible"/>
                                      </p:to>
                                    </p:set>
                                    <p:anim calcmode="lin" valueType="num">
                                      <p:cBhvr additive="base">
                                        <p:cTn id="37" dur="500" fill="hold"/>
                                        <p:tgtEl>
                                          <p:spTgt spid="8">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8">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56293F3B-ACE8-4D10-B1AD-A2233C9C9DCE}"/>
              </a:ext>
            </a:extLst>
          </p:cNvPr>
          <p:cNvSpPr>
            <a:spLocks noGrp="1"/>
          </p:cNvSpPr>
          <p:nvPr>
            <p:ph type="dt" sz="quarter" idx="10"/>
          </p:nvPr>
        </p:nvSpPr>
        <p:spPr/>
        <p:txBody>
          <a:bodyPr/>
          <a:lstStyle/>
          <a:p>
            <a:pPr>
              <a:defRPr/>
            </a:pPr>
            <a:fld id="{1A3491E4-0525-402D-9476-2FEBA2840436}" type="datetime1">
              <a:rPr lang="en-US" smtClean="0"/>
              <a:pPr>
                <a:defRPr/>
              </a:pPr>
              <a:t>5/17/2022</a:t>
            </a:fld>
            <a:endParaRPr lang="en-US"/>
          </a:p>
        </p:txBody>
      </p:sp>
      <p:sp>
        <p:nvSpPr>
          <p:cNvPr id="5" name="Footer Placeholder 4">
            <a:extLst>
              <a:ext uri="{FF2B5EF4-FFF2-40B4-BE49-F238E27FC236}">
                <a16:creationId xmlns:a16="http://schemas.microsoft.com/office/drawing/2014/main" id="{3DFD6D47-6DA4-4160-87D3-CCF591417AD7}"/>
              </a:ext>
            </a:extLst>
          </p:cNvPr>
          <p:cNvSpPr>
            <a:spLocks noGrp="1"/>
          </p:cNvSpPr>
          <p:nvPr>
            <p:ph type="ftr" sz="quarter" idx="11"/>
          </p:nvPr>
        </p:nvSpPr>
        <p:spPr>
          <a:xfrm>
            <a:off x="2971800" y="6356350"/>
            <a:ext cx="6858000" cy="365125"/>
          </a:xfrm>
        </p:spPr>
        <p:txBody>
          <a:bodyPr/>
          <a:lstStyle/>
          <a:p>
            <a:pPr>
              <a:defRPr/>
            </a:pPr>
            <a:r>
              <a:rPr lang="en-US"/>
              <a:t>(Programming in Advanced Python)                                 Unit No:2</a:t>
            </a:r>
          </a:p>
        </p:txBody>
      </p:sp>
      <p:sp>
        <p:nvSpPr>
          <p:cNvPr id="53252" name="Slide Number Placeholder 5">
            <a:extLst>
              <a:ext uri="{FF2B5EF4-FFF2-40B4-BE49-F238E27FC236}">
                <a16:creationId xmlns:a16="http://schemas.microsoft.com/office/drawing/2014/main" id="{39DB4BCE-855A-4A74-A502-F8C083ED2B5B}"/>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18DB879A-4F14-4049-BF01-3DC156801FFF}" type="slidenum">
              <a:rPr lang="en-US" altLang="en-US" sz="1200">
                <a:solidFill>
                  <a:srgbClr val="898989"/>
                </a:solidFill>
              </a:rPr>
              <a:pPr>
                <a:spcBef>
                  <a:spcPct val="0"/>
                </a:spcBef>
                <a:buFontTx/>
                <a:buNone/>
              </a:pPr>
              <a:t>65</a:t>
            </a:fld>
            <a:endParaRPr lang="en-US" altLang="en-US" sz="1200">
              <a:solidFill>
                <a:srgbClr val="898989"/>
              </a:solidFill>
            </a:endParaRPr>
          </a:p>
        </p:txBody>
      </p:sp>
      <p:sp>
        <p:nvSpPr>
          <p:cNvPr id="7" name="Title 1">
            <a:extLst>
              <a:ext uri="{FF2B5EF4-FFF2-40B4-BE49-F238E27FC236}">
                <a16:creationId xmlns:a16="http://schemas.microsoft.com/office/drawing/2014/main" id="{90A9CC62-E0F2-4324-B757-B1A892F02999}"/>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a:r>
              <a:rPr lang="en-IN" sz="3200"/>
              <a:t>Python Access Modifiers</a:t>
            </a:r>
          </a:p>
        </p:txBody>
      </p:sp>
      <p:sp>
        <p:nvSpPr>
          <p:cNvPr id="8" name="Rectangle 7"/>
          <p:cNvSpPr/>
          <p:nvPr/>
        </p:nvSpPr>
        <p:spPr>
          <a:xfrm>
            <a:off x="1541665" y="734522"/>
            <a:ext cx="9865850" cy="4524315"/>
          </a:xfrm>
          <a:prstGeom prst="rect">
            <a:avLst/>
          </a:prstGeom>
        </p:spPr>
        <p:txBody>
          <a:bodyPr wrap="square">
            <a:spAutoFit/>
          </a:bodyPr>
          <a:lstStyle/>
          <a:p>
            <a:pPr algn="just"/>
            <a:r>
              <a:rPr lang="en-IN" sz="2400" b="1">
                <a:latin typeface="+mj-lt"/>
                <a:cs typeface="Aharoni" pitchFamily="2" charset="-79"/>
              </a:rPr>
              <a:t>Example of Public access Modifier</a:t>
            </a:r>
          </a:p>
          <a:p>
            <a:pPr algn="just"/>
            <a:r>
              <a:rPr lang="en-IN" sz="2400">
                <a:latin typeface="+mj-lt"/>
                <a:cs typeface="Aharoni" pitchFamily="2" charset="-79"/>
              </a:rPr>
              <a:t>class employee:</a:t>
            </a:r>
          </a:p>
          <a:p>
            <a:pPr algn="just"/>
            <a:r>
              <a:rPr lang="en-IN" sz="2400">
                <a:latin typeface="+mj-lt"/>
                <a:cs typeface="Aharoni" pitchFamily="2" charset="-79"/>
              </a:rPr>
              <a:t>    def __init__(self, name, </a:t>
            </a:r>
            <a:r>
              <a:rPr lang="en-IN" sz="2400" err="1">
                <a:latin typeface="+mj-lt"/>
                <a:cs typeface="Aharoni" pitchFamily="2" charset="-79"/>
              </a:rPr>
              <a:t>sal</a:t>
            </a:r>
            <a:r>
              <a:rPr lang="en-IN" sz="2400">
                <a:latin typeface="+mj-lt"/>
                <a:cs typeface="Aharoni" pitchFamily="2" charset="-79"/>
              </a:rPr>
              <a:t>):</a:t>
            </a:r>
          </a:p>
          <a:p>
            <a:pPr algn="just"/>
            <a:r>
              <a:rPr lang="en-IN" sz="2400">
                <a:latin typeface="+mj-lt"/>
                <a:cs typeface="Aharoni" pitchFamily="2" charset="-79"/>
              </a:rPr>
              <a:t>        self.name=name</a:t>
            </a:r>
          </a:p>
          <a:p>
            <a:pPr algn="just"/>
            <a:r>
              <a:rPr lang="en-IN" sz="2400">
                <a:latin typeface="+mj-lt"/>
                <a:cs typeface="Aharoni" pitchFamily="2" charset="-79"/>
              </a:rPr>
              <a:t>        </a:t>
            </a:r>
            <a:r>
              <a:rPr lang="en-IN" sz="2400" err="1">
                <a:latin typeface="+mj-lt"/>
                <a:cs typeface="Aharoni" pitchFamily="2" charset="-79"/>
              </a:rPr>
              <a:t>self.salary</a:t>
            </a:r>
            <a:r>
              <a:rPr lang="en-IN" sz="2400">
                <a:latin typeface="+mj-lt"/>
                <a:cs typeface="Aharoni" pitchFamily="2" charset="-79"/>
              </a:rPr>
              <a:t>=</a:t>
            </a:r>
            <a:r>
              <a:rPr lang="en-IN" sz="2400" err="1">
                <a:latin typeface="+mj-lt"/>
                <a:cs typeface="Aharoni" pitchFamily="2" charset="-79"/>
              </a:rPr>
              <a:t>sal</a:t>
            </a:r>
            <a:endParaRPr lang="en-IN" sz="2400">
              <a:latin typeface="+mj-lt"/>
              <a:cs typeface="Aharoni" pitchFamily="2" charset="-79"/>
            </a:endParaRPr>
          </a:p>
          <a:p>
            <a:pPr algn="just"/>
            <a:endParaRPr lang="en-IN" sz="2400">
              <a:latin typeface="+mj-lt"/>
              <a:cs typeface="Aharoni" pitchFamily="2" charset="-79"/>
            </a:endParaRPr>
          </a:p>
          <a:p>
            <a:pPr algn="just"/>
            <a:r>
              <a:rPr lang="en-IN" sz="2400">
                <a:latin typeface="+mj-lt"/>
                <a:cs typeface="Aharoni" pitchFamily="2" charset="-79"/>
              </a:rPr>
              <a:t>e1=Employee("Kiran",10000)</a:t>
            </a:r>
          </a:p>
          <a:p>
            <a:pPr algn="just"/>
            <a:r>
              <a:rPr lang="en-IN" sz="2400">
                <a:latin typeface="+mj-lt"/>
                <a:cs typeface="Aharoni" pitchFamily="2" charset="-79"/>
              </a:rPr>
              <a:t>print(e1.salary)  # salary is public attribute</a:t>
            </a:r>
          </a:p>
          <a:p>
            <a:pPr algn="just"/>
            <a:endParaRPr lang="en-IN" sz="2400">
              <a:latin typeface="+mj-lt"/>
              <a:cs typeface="Aharoni" pitchFamily="2" charset="-79"/>
            </a:endParaRPr>
          </a:p>
          <a:p>
            <a:pPr algn="just"/>
            <a:r>
              <a:rPr lang="en-IN" sz="2400" b="1">
                <a:latin typeface="+mj-lt"/>
                <a:cs typeface="Aharoni" pitchFamily="2" charset="-79"/>
              </a:rPr>
              <a:t># we can access employee class's attributes and also modify their values</a:t>
            </a:r>
          </a:p>
          <a:p>
            <a:pPr algn="just"/>
            <a:r>
              <a:rPr lang="en-IN" sz="2400">
                <a:latin typeface="+mj-lt"/>
                <a:cs typeface="Aharoni" pitchFamily="2" charset="-79"/>
              </a:rPr>
              <a:t>e1.salary=20000</a:t>
            </a:r>
          </a:p>
          <a:p>
            <a:pPr algn="just"/>
            <a:r>
              <a:rPr lang="en-IN" sz="2400">
                <a:latin typeface="+mj-lt"/>
                <a:cs typeface="Aharoni" pitchFamily="2" charset="-79"/>
              </a:rPr>
              <a:t>print(e1.salary)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additive="base">
                                        <p:cTn id="7"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xEl>
                                              <p:pRg st="1" end="1"/>
                                            </p:txEl>
                                          </p:spTgt>
                                        </p:tgtEl>
                                        <p:attrNameLst>
                                          <p:attrName>style.visibility</p:attrName>
                                        </p:attrNameLst>
                                      </p:cBhvr>
                                      <p:to>
                                        <p:strVal val="visible"/>
                                      </p:to>
                                    </p:set>
                                    <p:anim calcmode="lin" valueType="num">
                                      <p:cBhvr additive="base">
                                        <p:cTn id="13" dur="500" fill="hold"/>
                                        <p:tgtEl>
                                          <p:spTgt spid="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
                                            <p:txEl>
                                              <p:pRg st="2" end="2"/>
                                            </p:txEl>
                                          </p:spTgt>
                                        </p:tgtEl>
                                        <p:attrNameLst>
                                          <p:attrName>style.visibility</p:attrName>
                                        </p:attrNameLst>
                                      </p:cBhvr>
                                      <p:to>
                                        <p:strVal val="visible"/>
                                      </p:to>
                                    </p:set>
                                    <p:anim calcmode="lin" valueType="num">
                                      <p:cBhvr additive="base">
                                        <p:cTn id="19"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8">
                                            <p:txEl>
                                              <p:pRg st="3" end="3"/>
                                            </p:txEl>
                                          </p:spTgt>
                                        </p:tgtEl>
                                        <p:attrNameLst>
                                          <p:attrName>style.visibility</p:attrName>
                                        </p:attrNameLst>
                                      </p:cBhvr>
                                      <p:to>
                                        <p:strVal val="visible"/>
                                      </p:to>
                                    </p:set>
                                    <p:anim calcmode="lin" valueType="num">
                                      <p:cBhvr additive="base">
                                        <p:cTn id="25" dur="500" fill="hold"/>
                                        <p:tgtEl>
                                          <p:spTgt spid="8">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8">
                                            <p:txEl>
                                              <p:pRg st="4" end="4"/>
                                            </p:txEl>
                                          </p:spTgt>
                                        </p:tgtEl>
                                        <p:attrNameLst>
                                          <p:attrName>style.visibility</p:attrName>
                                        </p:attrNameLst>
                                      </p:cBhvr>
                                      <p:to>
                                        <p:strVal val="visible"/>
                                      </p:to>
                                    </p:set>
                                    <p:anim calcmode="lin" valueType="num">
                                      <p:cBhvr additive="base">
                                        <p:cTn id="31" dur="500" fill="hold"/>
                                        <p:tgtEl>
                                          <p:spTgt spid="8">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8">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8">
                                            <p:txEl>
                                              <p:pRg st="6" end="6"/>
                                            </p:txEl>
                                          </p:spTgt>
                                        </p:tgtEl>
                                        <p:attrNameLst>
                                          <p:attrName>style.visibility</p:attrName>
                                        </p:attrNameLst>
                                      </p:cBhvr>
                                      <p:to>
                                        <p:strVal val="visible"/>
                                      </p:to>
                                    </p:set>
                                    <p:anim calcmode="lin" valueType="num">
                                      <p:cBhvr additive="base">
                                        <p:cTn id="37" dur="500" fill="hold"/>
                                        <p:tgtEl>
                                          <p:spTgt spid="8">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8">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8">
                                            <p:txEl>
                                              <p:pRg st="7" end="7"/>
                                            </p:txEl>
                                          </p:spTgt>
                                        </p:tgtEl>
                                        <p:attrNameLst>
                                          <p:attrName>style.visibility</p:attrName>
                                        </p:attrNameLst>
                                      </p:cBhvr>
                                      <p:to>
                                        <p:strVal val="visible"/>
                                      </p:to>
                                    </p:set>
                                    <p:anim calcmode="lin" valueType="num">
                                      <p:cBhvr additive="base">
                                        <p:cTn id="43" dur="500" fill="hold"/>
                                        <p:tgtEl>
                                          <p:spTgt spid="8">
                                            <p:txEl>
                                              <p:pRg st="7" end="7"/>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8">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8">
                                            <p:txEl>
                                              <p:pRg st="9" end="9"/>
                                            </p:txEl>
                                          </p:spTgt>
                                        </p:tgtEl>
                                        <p:attrNameLst>
                                          <p:attrName>style.visibility</p:attrName>
                                        </p:attrNameLst>
                                      </p:cBhvr>
                                      <p:to>
                                        <p:strVal val="visible"/>
                                      </p:to>
                                    </p:set>
                                    <p:anim calcmode="lin" valueType="num">
                                      <p:cBhvr additive="base">
                                        <p:cTn id="49" dur="500" fill="hold"/>
                                        <p:tgtEl>
                                          <p:spTgt spid="8">
                                            <p:txEl>
                                              <p:pRg st="9" end="9"/>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8">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8">
                                            <p:txEl>
                                              <p:pRg st="10" end="10"/>
                                            </p:txEl>
                                          </p:spTgt>
                                        </p:tgtEl>
                                        <p:attrNameLst>
                                          <p:attrName>style.visibility</p:attrName>
                                        </p:attrNameLst>
                                      </p:cBhvr>
                                      <p:to>
                                        <p:strVal val="visible"/>
                                      </p:to>
                                    </p:set>
                                    <p:anim calcmode="lin" valueType="num">
                                      <p:cBhvr additive="base">
                                        <p:cTn id="55" dur="500" fill="hold"/>
                                        <p:tgtEl>
                                          <p:spTgt spid="8">
                                            <p:txEl>
                                              <p:pRg st="10" end="10"/>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8">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8">
                                            <p:txEl>
                                              <p:pRg st="11" end="11"/>
                                            </p:txEl>
                                          </p:spTgt>
                                        </p:tgtEl>
                                        <p:attrNameLst>
                                          <p:attrName>style.visibility</p:attrName>
                                        </p:attrNameLst>
                                      </p:cBhvr>
                                      <p:to>
                                        <p:strVal val="visible"/>
                                      </p:to>
                                    </p:set>
                                    <p:anim calcmode="lin" valueType="num">
                                      <p:cBhvr additive="base">
                                        <p:cTn id="61" dur="500" fill="hold"/>
                                        <p:tgtEl>
                                          <p:spTgt spid="8">
                                            <p:txEl>
                                              <p:pRg st="11" end="11"/>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8">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56293F3B-ACE8-4D10-B1AD-A2233C9C9DCE}"/>
              </a:ext>
            </a:extLst>
          </p:cNvPr>
          <p:cNvSpPr>
            <a:spLocks noGrp="1"/>
          </p:cNvSpPr>
          <p:nvPr>
            <p:ph type="dt" sz="quarter" idx="10"/>
          </p:nvPr>
        </p:nvSpPr>
        <p:spPr/>
        <p:txBody>
          <a:bodyPr/>
          <a:lstStyle/>
          <a:p>
            <a:pPr>
              <a:defRPr/>
            </a:pPr>
            <a:fld id="{1A3491E4-0525-402D-9476-2FEBA2840436}" type="datetime1">
              <a:rPr lang="en-US" smtClean="0"/>
              <a:pPr>
                <a:defRPr/>
              </a:pPr>
              <a:t>5/17/2022</a:t>
            </a:fld>
            <a:endParaRPr lang="en-US"/>
          </a:p>
        </p:txBody>
      </p:sp>
      <p:sp>
        <p:nvSpPr>
          <p:cNvPr id="5" name="Footer Placeholder 4">
            <a:extLst>
              <a:ext uri="{FF2B5EF4-FFF2-40B4-BE49-F238E27FC236}">
                <a16:creationId xmlns:a16="http://schemas.microsoft.com/office/drawing/2014/main" id="{3DFD6D47-6DA4-4160-87D3-CCF591417AD7}"/>
              </a:ext>
            </a:extLst>
          </p:cNvPr>
          <p:cNvSpPr>
            <a:spLocks noGrp="1"/>
          </p:cNvSpPr>
          <p:nvPr>
            <p:ph type="ftr" sz="quarter" idx="11"/>
          </p:nvPr>
        </p:nvSpPr>
        <p:spPr>
          <a:xfrm>
            <a:off x="2971800" y="6356350"/>
            <a:ext cx="6858000" cy="365125"/>
          </a:xfrm>
        </p:spPr>
        <p:txBody>
          <a:bodyPr/>
          <a:lstStyle/>
          <a:p>
            <a:pPr>
              <a:defRPr/>
            </a:pPr>
            <a:r>
              <a:rPr lang="en-US"/>
              <a:t>(Programming in Advanced Python)                                 Unit No:2</a:t>
            </a:r>
          </a:p>
        </p:txBody>
      </p:sp>
      <p:sp>
        <p:nvSpPr>
          <p:cNvPr id="53252" name="Slide Number Placeholder 5">
            <a:extLst>
              <a:ext uri="{FF2B5EF4-FFF2-40B4-BE49-F238E27FC236}">
                <a16:creationId xmlns:a16="http://schemas.microsoft.com/office/drawing/2014/main" id="{39DB4BCE-855A-4A74-A502-F8C083ED2B5B}"/>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18DB879A-4F14-4049-BF01-3DC156801FFF}" type="slidenum">
              <a:rPr lang="en-US" altLang="en-US" sz="1200">
                <a:solidFill>
                  <a:srgbClr val="898989"/>
                </a:solidFill>
              </a:rPr>
              <a:pPr>
                <a:spcBef>
                  <a:spcPct val="0"/>
                </a:spcBef>
                <a:buFontTx/>
                <a:buNone/>
              </a:pPr>
              <a:t>66</a:t>
            </a:fld>
            <a:endParaRPr lang="en-US" altLang="en-US" sz="1200">
              <a:solidFill>
                <a:srgbClr val="898989"/>
              </a:solidFill>
            </a:endParaRPr>
          </a:p>
        </p:txBody>
      </p:sp>
      <p:sp>
        <p:nvSpPr>
          <p:cNvPr id="7" name="Title 1">
            <a:extLst>
              <a:ext uri="{FF2B5EF4-FFF2-40B4-BE49-F238E27FC236}">
                <a16:creationId xmlns:a16="http://schemas.microsoft.com/office/drawing/2014/main" id="{90A9CC62-E0F2-4324-B757-B1A892F02999}"/>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a:r>
              <a:rPr lang="en-IN" sz="3200"/>
              <a:t>Python Access Modifiers</a:t>
            </a:r>
          </a:p>
        </p:txBody>
      </p:sp>
      <p:sp>
        <p:nvSpPr>
          <p:cNvPr id="8" name="Rectangle 7"/>
          <p:cNvSpPr/>
          <p:nvPr/>
        </p:nvSpPr>
        <p:spPr>
          <a:xfrm>
            <a:off x="1509468" y="734522"/>
            <a:ext cx="9898047" cy="4154984"/>
          </a:xfrm>
          <a:prstGeom prst="rect">
            <a:avLst/>
          </a:prstGeom>
        </p:spPr>
        <p:txBody>
          <a:bodyPr wrap="square">
            <a:spAutoFit/>
          </a:bodyPr>
          <a:lstStyle/>
          <a:p>
            <a:r>
              <a:rPr lang="en-IN" sz="2400" b="1"/>
              <a:t>Protected Access Modifier</a:t>
            </a:r>
          </a:p>
          <a:p>
            <a:endParaRPr lang="en-IN" sz="2400" b="1"/>
          </a:p>
          <a:p>
            <a:pPr>
              <a:buFont typeface="Arial" pitchFamily="34" charset="0"/>
              <a:buChar char="•"/>
            </a:pPr>
            <a:r>
              <a:rPr lang="en-IN" sz="2400"/>
              <a:t>Protected members of a class are accessible from within the class and are also available to its sub-classes.</a:t>
            </a:r>
          </a:p>
          <a:p>
            <a:r>
              <a:rPr lang="en-IN" sz="2400"/>
              <a:t> </a:t>
            </a:r>
          </a:p>
          <a:p>
            <a:pPr>
              <a:buFont typeface="Arial" pitchFamily="34" charset="0"/>
              <a:buChar char="•"/>
            </a:pPr>
            <a:r>
              <a:rPr lang="en-IN" sz="2400"/>
              <a:t>No other environment is permitted access to it.</a:t>
            </a:r>
          </a:p>
          <a:p>
            <a:r>
              <a:rPr lang="en-IN" sz="2400"/>
              <a:t> </a:t>
            </a:r>
          </a:p>
          <a:p>
            <a:pPr algn="just">
              <a:buFont typeface="Arial" pitchFamily="34" charset="0"/>
              <a:buChar char="•"/>
            </a:pPr>
            <a:r>
              <a:rPr lang="en-IN" sz="2400"/>
              <a:t>This enables the specific resources of the parent class to be inherited by the child class. By adding a prefix _(single underscore) to instance variables, we can make it protected</a:t>
            </a:r>
          </a:p>
          <a:p>
            <a:pPr algn="just"/>
            <a:endParaRPr lang="en-IN" sz="2400">
              <a:latin typeface="+mj-lt"/>
              <a:cs typeface="Aharoni" pitchFamily="2" charset="-79"/>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additive="base">
                                        <p:cTn id="7"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xEl>
                                              <p:pRg st="2" end="2"/>
                                            </p:txEl>
                                          </p:spTgt>
                                        </p:tgtEl>
                                        <p:attrNameLst>
                                          <p:attrName>style.visibility</p:attrName>
                                        </p:attrNameLst>
                                      </p:cBhvr>
                                      <p:to>
                                        <p:strVal val="visible"/>
                                      </p:to>
                                    </p:set>
                                    <p:anim calcmode="lin" valueType="num">
                                      <p:cBhvr additive="base">
                                        <p:cTn id="13"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anim calcmode="lin" valueType="num">
                                      <p:cBhvr additive="base">
                                        <p:cTn id="19" dur="500" fill="hold"/>
                                        <p:tgtEl>
                                          <p:spTgt spid="8">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8">
                                            <p:txEl>
                                              <p:pRg st="4" end="4"/>
                                            </p:txEl>
                                          </p:spTgt>
                                        </p:tgtEl>
                                        <p:attrNameLst>
                                          <p:attrName>style.visibility</p:attrName>
                                        </p:attrNameLst>
                                      </p:cBhvr>
                                      <p:to>
                                        <p:strVal val="visible"/>
                                      </p:to>
                                    </p:set>
                                    <p:anim calcmode="lin" valueType="num">
                                      <p:cBhvr additive="base">
                                        <p:cTn id="25" dur="500" fill="hold"/>
                                        <p:tgtEl>
                                          <p:spTgt spid="8">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8">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8">
                                            <p:txEl>
                                              <p:pRg st="5" end="5"/>
                                            </p:txEl>
                                          </p:spTgt>
                                        </p:tgtEl>
                                        <p:attrNameLst>
                                          <p:attrName>style.visibility</p:attrName>
                                        </p:attrNameLst>
                                      </p:cBhvr>
                                      <p:to>
                                        <p:strVal val="visible"/>
                                      </p:to>
                                    </p:set>
                                    <p:anim calcmode="lin" valueType="num">
                                      <p:cBhvr additive="base">
                                        <p:cTn id="31" dur="500" fill="hold"/>
                                        <p:tgtEl>
                                          <p:spTgt spid="8">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8">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8">
                                            <p:txEl>
                                              <p:pRg st="6" end="6"/>
                                            </p:txEl>
                                          </p:spTgt>
                                        </p:tgtEl>
                                        <p:attrNameLst>
                                          <p:attrName>style.visibility</p:attrName>
                                        </p:attrNameLst>
                                      </p:cBhvr>
                                      <p:to>
                                        <p:strVal val="visible"/>
                                      </p:to>
                                    </p:set>
                                    <p:anim calcmode="lin" valueType="num">
                                      <p:cBhvr additive="base">
                                        <p:cTn id="37" dur="500" fill="hold"/>
                                        <p:tgtEl>
                                          <p:spTgt spid="8">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8">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56293F3B-ACE8-4D10-B1AD-A2233C9C9DCE}"/>
              </a:ext>
            </a:extLst>
          </p:cNvPr>
          <p:cNvSpPr>
            <a:spLocks noGrp="1"/>
          </p:cNvSpPr>
          <p:nvPr>
            <p:ph type="dt" sz="quarter" idx="10"/>
          </p:nvPr>
        </p:nvSpPr>
        <p:spPr/>
        <p:txBody>
          <a:bodyPr/>
          <a:lstStyle/>
          <a:p>
            <a:pPr>
              <a:defRPr/>
            </a:pPr>
            <a:fld id="{1A3491E4-0525-402D-9476-2FEBA2840436}" type="datetime1">
              <a:rPr lang="en-US" smtClean="0"/>
              <a:pPr>
                <a:defRPr/>
              </a:pPr>
              <a:t>5/17/2022</a:t>
            </a:fld>
            <a:endParaRPr lang="en-US"/>
          </a:p>
        </p:txBody>
      </p:sp>
      <p:sp>
        <p:nvSpPr>
          <p:cNvPr id="5" name="Footer Placeholder 4">
            <a:extLst>
              <a:ext uri="{FF2B5EF4-FFF2-40B4-BE49-F238E27FC236}">
                <a16:creationId xmlns:a16="http://schemas.microsoft.com/office/drawing/2014/main" id="{3DFD6D47-6DA4-4160-87D3-CCF591417AD7}"/>
              </a:ext>
            </a:extLst>
          </p:cNvPr>
          <p:cNvSpPr>
            <a:spLocks noGrp="1"/>
          </p:cNvSpPr>
          <p:nvPr>
            <p:ph type="ftr" sz="quarter" idx="11"/>
          </p:nvPr>
        </p:nvSpPr>
        <p:spPr>
          <a:xfrm>
            <a:off x="2971800" y="6356350"/>
            <a:ext cx="6858000" cy="365125"/>
          </a:xfrm>
        </p:spPr>
        <p:txBody>
          <a:bodyPr/>
          <a:lstStyle/>
          <a:p>
            <a:pPr>
              <a:defRPr/>
            </a:pPr>
            <a:r>
              <a:rPr lang="en-US"/>
              <a:t>(Programming in Advanced Python)                                 Unit No:2</a:t>
            </a:r>
          </a:p>
        </p:txBody>
      </p:sp>
      <p:sp>
        <p:nvSpPr>
          <p:cNvPr id="53252" name="Slide Number Placeholder 5">
            <a:extLst>
              <a:ext uri="{FF2B5EF4-FFF2-40B4-BE49-F238E27FC236}">
                <a16:creationId xmlns:a16="http://schemas.microsoft.com/office/drawing/2014/main" id="{39DB4BCE-855A-4A74-A502-F8C083ED2B5B}"/>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18DB879A-4F14-4049-BF01-3DC156801FFF}" type="slidenum">
              <a:rPr lang="en-US" altLang="en-US" sz="1200">
                <a:solidFill>
                  <a:srgbClr val="898989"/>
                </a:solidFill>
              </a:rPr>
              <a:pPr>
                <a:spcBef>
                  <a:spcPct val="0"/>
                </a:spcBef>
                <a:buFontTx/>
                <a:buNone/>
              </a:pPr>
              <a:t>67</a:t>
            </a:fld>
            <a:endParaRPr lang="en-US" altLang="en-US" sz="1200">
              <a:solidFill>
                <a:srgbClr val="898989"/>
              </a:solidFill>
            </a:endParaRPr>
          </a:p>
        </p:txBody>
      </p:sp>
      <p:sp>
        <p:nvSpPr>
          <p:cNvPr id="7" name="Title 1">
            <a:extLst>
              <a:ext uri="{FF2B5EF4-FFF2-40B4-BE49-F238E27FC236}">
                <a16:creationId xmlns:a16="http://schemas.microsoft.com/office/drawing/2014/main" id="{90A9CC62-E0F2-4324-B757-B1A892F02999}"/>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a:r>
              <a:rPr lang="en-IN" sz="3200"/>
              <a:t>Python Access Modifiers</a:t>
            </a:r>
          </a:p>
        </p:txBody>
      </p:sp>
      <p:sp>
        <p:nvSpPr>
          <p:cNvPr id="8" name="Rectangle 7"/>
          <p:cNvSpPr/>
          <p:nvPr/>
        </p:nvSpPr>
        <p:spPr>
          <a:xfrm>
            <a:off x="704539" y="734522"/>
            <a:ext cx="10702976" cy="4524315"/>
          </a:xfrm>
          <a:prstGeom prst="rect">
            <a:avLst/>
          </a:prstGeom>
        </p:spPr>
        <p:txBody>
          <a:bodyPr wrap="square">
            <a:spAutoFit/>
          </a:bodyPr>
          <a:lstStyle/>
          <a:p>
            <a:r>
              <a:rPr lang="en-IN" sz="2400" b="1">
                <a:latin typeface="+mj-lt"/>
              </a:rPr>
              <a:t>Example of Protected Access Modifier</a:t>
            </a:r>
          </a:p>
          <a:p>
            <a:endParaRPr lang="en-IN" sz="2400" b="1">
              <a:latin typeface="+mj-lt"/>
            </a:endParaRPr>
          </a:p>
          <a:p>
            <a:r>
              <a:rPr lang="en-IN" sz="2400">
                <a:latin typeface="+mj-lt"/>
              </a:rPr>
              <a:t>class employee:</a:t>
            </a:r>
          </a:p>
          <a:p>
            <a:r>
              <a:rPr lang="en-IN" sz="2400">
                <a:latin typeface="+mj-lt"/>
              </a:rPr>
              <a:t>    def __init__(self, name, </a:t>
            </a:r>
            <a:r>
              <a:rPr lang="en-IN" sz="2400" err="1">
                <a:latin typeface="+mj-lt"/>
              </a:rPr>
              <a:t>sal</a:t>
            </a:r>
            <a:r>
              <a:rPr lang="en-IN" sz="2400">
                <a:latin typeface="+mj-lt"/>
              </a:rPr>
              <a:t>):</a:t>
            </a:r>
          </a:p>
          <a:p>
            <a:r>
              <a:rPr lang="en-IN" sz="2400">
                <a:latin typeface="+mj-lt"/>
              </a:rPr>
              <a:t>        </a:t>
            </a:r>
            <a:r>
              <a:rPr lang="en-IN" sz="2400" err="1">
                <a:latin typeface="+mj-lt"/>
              </a:rPr>
              <a:t>self._name</a:t>
            </a:r>
            <a:r>
              <a:rPr lang="en-IN" sz="2400">
                <a:latin typeface="+mj-lt"/>
              </a:rPr>
              <a:t>=name    </a:t>
            </a:r>
            <a:r>
              <a:rPr lang="en-IN" sz="2400" b="1">
                <a:latin typeface="+mj-lt"/>
              </a:rPr>
              <a:t># name and </a:t>
            </a:r>
            <a:r>
              <a:rPr lang="en-IN" sz="2400" b="1" err="1">
                <a:latin typeface="+mj-lt"/>
              </a:rPr>
              <a:t>sal</a:t>
            </a:r>
            <a:r>
              <a:rPr lang="en-IN" sz="2400" b="1">
                <a:latin typeface="+mj-lt"/>
              </a:rPr>
              <a:t> are protected</a:t>
            </a:r>
          </a:p>
          <a:p>
            <a:r>
              <a:rPr lang="en-IN" sz="2400">
                <a:latin typeface="+mj-lt"/>
              </a:rPr>
              <a:t>        </a:t>
            </a:r>
            <a:r>
              <a:rPr lang="en-IN" sz="2400" err="1">
                <a:latin typeface="+mj-lt"/>
              </a:rPr>
              <a:t>self._salary</a:t>
            </a:r>
            <a:r>
              <a:rPr lang="en-IN" sz="2400">
                <a:latin typeface="+mj-lt"/>
              </a:rPr>
              <a:t>=</a:t>
            </a:r>
            <a:r>
              <a:rPr lang="en-IN" sz="2400" err="1">
                <a:latin typeface="+mj-lt"/>
              </a:rPr>
              <a:t>sal</a:t>
            </a:r>
            <a:endParaRPr lang="en-IN" sz="2400">
              <a:latin typeface="+mj-lt"/>
            </a:endParaRPr>
          </a:p>
          <a:p>
            <a:endParaRPr lang="en-IN" sz="2400">
              <a:latin typeface="+mj-lt"/>
            </a:endParaRPr>
          </a:p>
          <a:p>
            <a:r>
              <a:rPr lang="en-IN" sz="2400">
                <a:latin typeface="+mj-lt"/>
              </a:rPr>
              <a:t>e1=Employee("Kiran",10000)</a:t>
            </a:r>
          </a:p>
          <a:p>
            <a:r>
              <a:rPr lang="en-IN" sz="2400">
                <a:latin typeface="+mj-lt"/>
              </a:rPr>
              <a:t>print(e1._salary)  </a:t>
            </a:r>
            <a:r>
              <a:rPr lang="en-IN" sz="2400" b="1">
                <a:latin typeface="+mj-lt"/>
              </a:rPr>
              <a:t># salary is protected attribute</a:t>
            </a:r>
          </a:p>
          <a:p>
            <a:endParaRPr lang="en-IN" sz="2400">
              <a:latin typeface="+mj-lt"/>
            </a:endParaRPr>
          </a:p>
          <a:p>
            <a:r>
              <a:rPr lang="en-IN" sz="2400">
                <a:latin typeface="+mj-lt"/>
              </a:rPr>
              <a:t>e1._salary=20000</a:t>
            </a:r>
          </a:p>
          <a:p>
            <a:r>
              <a:rPr lang="en-IN" sz="2400">
                <a:latin typeface="+mj-lt"/>
              </a:rPr>
              <a:t>print(e1._salary)</a:t>
            </a:r>
            <a:endParaRPr lang="en-IN" sz="2400">
              <a:latin typeface="+mj-lt"/>
              <a:cs typeface="Aharoni" pitchFamily="2" charset="-79"/>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additive="base">
                                        <p:cTn id="7"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xEl>
                                              <p:pRg st="2" end="2"/>
                                            </p:txEl>
                                          </p:spTgt>
                                        </p:tgtEl>
                                        <p:attrNameLst>
                                          <p:attrName>style.visibility</p:attrName>
                                        </p:attrNameLst>
                                      </p:cBhvr>
                                      <p:to>
                                        <p:strVal val="visible"/>
                                      </p:to>
                                    </p:set>
                                    <p:anim calcmode="lin" valueType="num">
                                      <p:cBhvr additive="base">
                                        <p:cTn id="13"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anim calcmode="lin" valueType="num">
                                      <p:cBhvr additive="base">
                                        <p:cTn id="19" dur="500" fill="hold"/>
                                        <p:tgtEl>
                                          <p:spTgt spid="8">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8">
                                            <p:txEl>
                                              <p:pRg st="4" end="4"/>
                                            </p:txEl>
                                          </p:spTgt>
                                        </p:tgtEl>
                                        <p:attrNameLst>
                                          <p:attrName>style.visibility</p:attrName>
                                        </p:attrNameLst>
                                      </p:cBhvr>
                                      <p:to>
                                        <p:strVal val="visible"/>
                                      </p:to>
                                    </p:set>
                                    <p:anim calcmode="lin" valueType="num">
                                      <p:cBhvr additive="base">
                                        <p:cTn id="25" dur="500" fill="hold"/>
                                        <p:tgtEl>
                                          <p:spTgt spid="8">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8">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8">
                                            <p:txEl>
                                              <p:pRg st="5" end="5"/>
                                            </p:txEl>
                                          </p:spTgt>
                                        </p:tgtEl>
                                        <p:attrNameLst>
                                          <p:attrName>style.visibility</p:attrName>
                                        </p:attrNameLst>
                                      </p:cBhvr>
                                      <p:to>
                                        <p:strVal val="visible"/>
                                      </p:to>
                                    </p:set>
                                    <p:anim calcmode="lin" valueType="num">
                                      <p:cBhvr additive="base">
                                        <p:cTn id="31" dur="500" fill="hold"/>
                                        <p:tgtEl>
                                          <p:spTgt spid="8">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8">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8">
                                            <p:txEl>
                                              <p:pRg st="7" end="7"/>
                                            </p:txEl>
                                          </p:spTgt>
                                        </p:tgtEl>
                                        <p:attrNameLst>
                                          <p:attrName>style.visibility</p:attrName>
                                        </p:attrNameLst>
                                      </p:cBhvr>
                                      <p:to>
                                        <p:strVal val="visible"/>
                                      </p:to>
                                    </p:set>
                                    <p:anim calcmode="lin" valueType="num">
                                      <p:cBhvr additive="base">
                                        <p:cTn id="37" dur="500" fill="hold"/>
                                        <p:tgtEl>
                                          <p:spTgt spid="8">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8">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8">
                                            <p:txEl>
                                              <p:pRg st="8" end="8"/>
                                            </p:txEl>
                                          </p:spTgt>
                                        </p:tgtEl>
                                        <p:attrNameLst>
                                          <p:attrName>style.visibility</p:attrName>
                                        </p:attrNameLst>
                                      </p:cBhvr>
                                      <p:to>
                                        <p:strVal val="visible"/>
                                      </p:to>
                                    </p:set>
                                    <p:anim calcmode="lin" valueType="num">
                                      <p:cBhvr additive="base">
                                        <p:cTn id="43" dur="500" fill="hold"/>
                                        <p:tgtEl>
                                          <p:spTgt spid="8">
                                            <p:txEl>
                                              <p:pRg st="8" end="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8">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8">
                                            <p:txEl>
                                              <p:pRg st="10" end="10"/>
                                            </p:txEl>
                                          </p:spTgt>
                                        </p:tgtEl>
                                        <p:attrNameLst>
                                          <p:attrName>style.visibility</p:attrName>
                                        </p:attrNameLst>
                                      </p:cBhvr>
                                      <p:to>
                                        <p:strVal val="visible"/>
                                      </p:to>
                                    </p:set>
                                    <p:anim calcmode="lin" valueType="num">
                                      <p:cBhvr additive="base">
                                        <p:cTn id="49" dur="500" fill="hold"/>
                                        <p:tgtEl>
                                          <p:spTgt spid="8">
                                            <p:txEl>
                                              <p:pRg st="10" end="10"/>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8">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8">
                                            <p:txEl>
                                              <p:pRg st="11" end="11"/>
                                            </p:txEl>
                                          </p:spTgt>
                                        </p:tgtEl>
                                        <p:attrNameLst>
                                          <p:attrName>style.visibility</p:attrName>
                                        </p:attrNameLst>
                                      </p:cBhvr>
                                      <p:to>
                                        <p:strVal val="visible"/>
                                      </p:to>
                                    </p:set>
                                    <p:anim calcmode="lin" valueType="num">
                                      <p:cBhvr additive="base">
                                        <p:cTn id="55" dur="500" fill="hold"/>
                                        <p:tgtEl>
                                          <p:spTgt spid="8">
                                            <p:txEl>
                                              <p:pRg st="11" end="11"/>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8">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56293F3B-ACE8-4D10-B1AD-A2233C9C9DCE}"/>
              </a:ext>
            </a:extLst>
          </p:cNvPr>
          <p:cNvSpPr>
            <a:spLocks noGrp="1"/>
          </p:cNvSpPr>
          <p:nvPr>
            <p:ph type="dt" sz="quarter" idx="10"/>
          </p:nvPr>
        </p:nvSpPr>
        <p:spPr/>
        <p:txBody>
          <a:bodyPr/>
          <a:lstStyle/>
          <a:p>
            <a:pPr>
              <a:defRPr/>
            </a:pPr>
            <a:fld id="{1A3491E4-0525-402D-9476-2FEBA2840436}" type="datetime1">
              <a:rPr lang="en-US" smtClean="0"/>
              <a:pPr>
                <a:defRPr/>
              </a:pPr>
              <a:t>5/17/2022</a:t>
            </a:fld>
            <a:endParaRPr lang="en-US"/>
          </a:p>
        </p:txBody>
      </p:sp>
      <p:sp>
        <p:nvSpPr>
          <p:cNvPr id="5" name="Footer Placeholder 4">
            <a:extLst>
              <a:ext uri="{FF2B5EF4-FFF2-40B4-BE49-F238E27FC236}">
                <a16:creationId xmlns:a16="http://schemas.microsoft.com/office/drawing/2014/main" id="{3DFD6D47-6DA4-4160-87D3-CCF591417AD7}"/>
              </a:ext>
            </a:extLst>
          </p:cNvPr>
          <p:cNvSpPr>
            <a:spLocks noGrp="1"/>
          </p:cNvSpPr>
          <p:nvPr>
            <p:ph type="ftr" sz="quarter" idx="11"/>
          </p:nvPr>
        </p:nvSpPr>
        <p:spPr>
          <a:xfrm>
            <a:off x="2971800" y="6356350"/>
            <a:ext cx="6858000" cy="365125"/>
          </a:xfrm>
        </p:spPr>
        <p:txBody>
          <a:bodyPr/>
          <a:lstStyle/>
          <a:p>
            <a:pPr>
              <a:defRPr/>
            </a:pPr>
            <a:r>
              <a:rPr lang="en-US"/>
              <a:t>(Programming in Advanced Python)                                 Unit No:2</a:t>
            </a:r>
          </a:p>
        </p:txBody>
      </p:sp>
      <p:sp>
        <p:nvSpPr>
          <p:cNvPr id="53252" name="Slide Number Placeholder 5">
            <a:extLst>
              <a:ext uri="{FF2B5EF4-FFF2-40B4-BE49-F238E27FC236}">
                <a16:creationId xmlns:a16="http://schemas.microsoft.com/office/drawing/2014/main" id="{39DB4BCE-855A-4A74-A502-F8C083ED2B5B}"/>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18DB879A-4F14-4049-BF01-3DC156801FFF}" type="slidenum">
              <a:rPr lang="en-US" altLang="en-US" sz="1200">
                <a:solidFill>
                  <a:srgbClr val="898989"/>
                </a:solidFill>
              </a:rPr>
              <a:pPr>
                <a:spcBef>
                  <a:spcPct val="0"/>
                </a:spcBef>
                <a:buFontTx/>
                <a:buNone/>
              </a:pPr>
              <a:t>68</a:t>
            </a:fld>
            <a:endParaRPr lang="en-US" altLang="en-US" sz="1200">
              <a:solidFill>
                <a:srgbClr val="898989"/>
              </a:solidFill>
            </a:endParaRPr>
          </a:p>
        </p:txBody>
      </p:sp>
      <p:sp>
        <p:nvSpPr>
          <p:cNvPr id="7" name="Title 1">
            <a:extLst>
              <a:ext uri="{FF2B5EF4-FFF2-40B4-BE49-F238E27FC236}">
                <a16:creationId xmlns:a16="http://schemas.microsoft.com/office/drawing/2014/main" id="{90A9CC62-E0F2-4324-B757-B1A892F02999}"/>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a:r>
              <a:rPr lang="en-IN" sz="3200"/>
              <a:t>Python Access Modifiers</a:t>
            </a:r>
          </a:p>
        </p:txBody>
      </p:sp>
      <p:sp>
        <p:nvSpPr>
          <p:cNvPr id="8" name="Rectangle 7"/>
          <p:cNvSpPr/>
          <p:nvPr/>
        </p:nvSpPr>
        <p:spPr>
          <a:xfrm>
            <a:off x="704539" y="734522"/>
            <a:ext cx="10702976" cy="3046988"/>
          </a:xfrm>
          <a:prstGeom prst="rect">
            <a:avLst/>
          </a:prstGeom>
        </p:spPr>
        <p:txBody>
          <a:bodyPr wrap="square">
            <a:spAutoFit/>
          </a:bodyPr>
          <a:lstStyle/>
          <a:p>
            <a:r>
              <a:rPr lang="en-IN" sz="2400" b="1">
                <a:latin typeface="+mj-lt"/>
              </a:rPr>
              <a:t>Private Access Modifier</a:t>
            </a:r>
          </a:p>
          <a:p>
            <a:endParaRPr lang="en-IN" sz="2400" b="1">
              <a:latin typeface="+mj-lt"/>
            </a:endParaRPr>
          </a:p>
          <a:p>
            <a:pPr>
              <a:buFont typeface="Arial" pitchFamily="34" charset="0"/>
              <a:buChar char="•"/>
            </a:pPr>
            <a:r>
              <a:rPr lang="en-IN" sz="2400">
                <a:latin typeface="+mj-lt"/>
              </a:rPr>
              <a:t>Private members of a class are denied access to the environment outside the class.</a:t>
            </a:r>
          </a:p>
          <a:p>
            <a:endParaRPr lang="en-IN" sz="2400">
              <a:latin typeface="+mj-lt"/>
            </a:endParaRPr>
          </a:p>
          <a:p>
            <a:pPr>
              <a:buFont typeface="Arial" pitchFamily="34" charset="0"/>
              <a:buChar char="•"/>
            </a:pPr>
            <a:r>
              <a:rPr lang="en-IN" sz="2400">
                <a:latin typeface="+mj-lt"/>
              </a:rPr>
              <a:t>We can handle them only within the class. </a:t>
            </a:r>
          </a:p>
          <a:p>
            <a:endParaRPr lang="en-IN" sz="2400">
              <a:latin typeface="+mj-lt"/>
            </a:endParaRPr>
          </a:p>
          <a:p>
            <a:pPr algn="just">
              <a:buFont typeface="Arial" pitchFamily="34" charset="0"/>
              <a:buChar char="•"/>
            </a:pPr>
            <a:r>
              <a:rPr lang="en-IN" sz="2400">
                <a:latin typeface="+mj-lt"/>
              </a:rPr>
              <a:t>By adding a prefix __(double underscore) to instance variables and functions of a class, we can make it private.</a:t>
            </a:r>
            <a:endParaRPr lang="en-IN" sz="2400">
              <a:latin typeface="+mj-lt"/>
              <a:cs typeface="Aharoni" pitchFamily="2" charset="-79"/>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additive="base">
                                        <p:cTn id="7"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xEl>
                                              <p:pRg st="2" end="2"/>
                                            </p:txEl>
                                          </p:spTgt>
                                        </p:tgtEl>
                                        <p:attrNameLst>
                                          <p:attrName>style.visibility</p:attrName>
                                        </p:attrNameLst>
                                      </p:cBhvr>
                                      <p:to>
                                        <p:strVal val="visible"/>
                                      </p:to>
                                    </p:set>
                                    <p:anim calcmode="lin" valueType="num">
                                      <p:cBhvr additive="base">
                                        <p:cTn id="13"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
                                            <p:txEl>
                                              <p:pRg st="4" end="4"/>
                                            </p:txEl>
                                          </p:spTgt>
                                        </p:tgtEl>
                                        <p:attrNameLst>
                                          <p:attrName>style.visibility</p:attrName>
                                        </p:attrNameLst>
                                      </p:cBhvr>
                                      <p:to>
                                        <p:strVal val="visible"/>
                                      </p:to>
                                    </p:set>
                                    <p:anim calcmode="lin" valueType="num">
                                      <p:cBhvr additive="base">
                                        <p:cTn id="19" dur="500" fill="hold"/>
                                        <p:tgtEl>
                                          <p:spTgt spid="8">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8">
                                            <p:txEl>
                                              <p:pRg st="6" end="6"/>
                                            </p:txEl>
                                          </p:spTgt>
                                        </p:tgtEl>
                                        <p:attrNameLst>
                                          <p:attrName>style.visibility</p:attrName>
                                        </p:attrNameLst>
                                      </p:cBhvr>
                                      <p:to>
                                        <p:strVal val="visible"/>
                                      </p:to>
                                    </p:set>
                                    <p:anim calcmode="lin" valueType="num">
                                      <p:cBhvr additive="base">
                                        <p:cTn id="25" dur="500" fill="hold"/>
                                        <p:tgtEl>
                                          <p:spTgt spid="8">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8">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56293F3B-ACE8-4D10-B1AD-A2233C9C9DCE}"/>
              </a:ext>
            </a:extLst>
          </p:cNvPr>
          <p:cNvSpPr>
            <a:spLocks noGrp="1"/>
          </p:cNvSpPr>
          <p:nvPr>
            <p:ph type="dt" sz="quarter" idx="10"/>
          </p:nvPr>
        </p:nvSpPr>
        <p:spPr/>
        <p:txBody>
          <a:bodyPr/>
          <a:lstStyle/>
          <a:p>
            <a:pPr>
              <a:defRPr/>
            </a:pPr>
            <a:fld id="{1A3491E4-0525-402D-9476-2FEBA2840436}" type="datetime1">
              <a:rPr lang="en-US" smtClean="0"/>
              <a:pPr>
                <a:defRPr/>
              </a:pPr>
              <a:t>5/17/2022</a:t>
            </a:fld>
            <a:endParaRPr lang="en-US"/>
          </a:p>
        </p:txBody>
      </p:sp>
      <p:sp>
        <p:nvSpPr>
          <p:cNvPr id="5" name="Footer Placeholder 4">
            <a:extLst>
              <a:ext uri="{FF2B5EF4-FFF2-40B4-BE49-F238E27FC236}">
                <a16:creationId xmlns:a16="http://schemas.microsoft.com/office/drawing/2014/main" id="{3DFD6D47-6DA4-4160-87D3-CCF591417AD7}"/>
              </a:ext>
            </a:extLst>
          </p:cNvPr>
          <p:cNvSpPr>
            <a:spLocks noGrp="1"/>
          </p:cNvSpPr>
          <p:nvPr>
            <p:ph type="ftr" sz="quarter" idx="11"/>
          </p:nvPr>
        </p:nvSpPr>
        <p:spPr>
          <a:xfrm>
            <a:off x="2971800" y="6356350"/>
            <a:ext cx="6858000" cy="365125"/>
          </a:xfrm>
        </p:spPr>
        <p:txBody>
          <a:bodyPr/>
          <a:lstStyle/>
          <a:p>
            <a:pPr>
              <a:defRPr/>
            </a:pPr>
            <a:r>
              <a:rPr lang="en-US"/>
              <a:t>(Programming in Advanced Python)                                 Unit No:2</a:t>
            </a:r>
          </a:p>
        </p:txBody>
      </p:sp>
      <p:sp>
        <p:nvSpPr>
          <p:cNvPr id="53252" name="Slide Number Placeholder 5">
            <a:extLst>
              <a:ext uri="{FF2B5EF4-FFF2-40B4-BE49-F238E27FC236}">
                <a16:creationId xmlns:a16="http://schemas.microsoft.com/office/drawing/2014/main" id="{39DB4BCE-855A-4A74-A502-F8C083ED2B5B}"/>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18DB879A-4F14-4049-BF01-3DC156801FFF}" type="slidenum">
              <a:rPr lang="en-US" altLang="en-US" sz="1200">
                <a:solidFill>
                  <a:srgbClr val="898989"/>
                </a:solidFill>
              </a:rPr>
              <a:pPr>
                <a:spcBef>
                  <a:spcPct val="0"/>
                </a:spcBef>
                <a:buFontTx/>
                <a:buNone/>
              </a:pPr>
              <a:t>69</a:t>
            </a:fld>
            <a:endParaRPr lang="en-US" altLang="en-US" sz="1200">
              <a:solidFill>
                <a:srgbClr val="898989"/>
              </a:solidFill>
            </a:endParaRPr>
          </a:p>
        </p:txBody>
      </p:sp>
      <p:sp>
        <p:nvSpPr>
          <p:cNvPr id="7" name="Title 1">
            <a:extLst>
              <a:ext uri="{FF2B5EF4-FFF2-40B4-BE49-F238E27FC236}">
                <a16:creationId xmlns:a16="http://schemas.microsoft.com/office/drawing/2014/main" id="{90A9CC62-E0F2-4324-B757-B1A892F02999}"/>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a:r>
              <a:rPr lang="en-IN" sz="3200"/>
              <a:t>Python Access Modifiers</a:t>
            </a:r>
          </a:p>
        </p:txBody>
      </p:sp>
      <p:sp>
        <p:nvSpPr>
          <p:cNvPr id="8" name="Rectangle 7"/>
          <p:cNvSpPr/>
          <p:nvPr/>
        </p:nvSpPr>
        <p:spPr>
          <a:xfrm>
            <a:off x="704539" y="734522"/>
            <a:ext cx="10702976" cy="6001643"/>
          </a:xfrm>
          <a:prstGeom prst="rect">
            <a:avLst/>
          </a:prstGeom>
        </p:spPr>
        <p:txBody>
          <a:bodyPr wrap="square">
            <a:spAutoFit/>
          </a:bodyPr>
          <a:lstStyle/>
          <a:p>
            <a:r>
              <a:rPr lang="en-IN" sz="2400" b="1">
                <a:latin typeface="+mj-lt"/>
              </a:rPr>
              <a:t>Example of Private Access Modifier</a:t>
            </a:r>
          </a:p>
          <a:p>
            <a:r>
              <a:rPr lang="en-IN" sz="2400">
                <a:latin typeface="+mj-lt"/>
              </a:rPr>
              <a:t>class employee:</a:t>
            </a:r>
          </a:p>
          <a:p>
            <a:r>
              <a:rPr lang="en-IN" sz="2400">
                <a:latin typeface="+mj-lt"/>
              </a:rPr>
              <a:t>    def __init__(self, name, </a:t>
            </a:r>
            <a:r>
              <a:rPr lang="en-IN" sz="2400" err="1">
                <a:latin typeface="+mj-lt"/>
              </a:rPr>
              <a:t>sal</a:t>
            </a:r>
            <a:r>
              <a:rPr lang="en-IN" sz="2400">
                <a:latin typeface="+mj-lt"/>
              </a:rPr>
              <a:t>):</a:t>
            </a:r>
          </a:p>
          <a:p>
            <a:r>
              <a:rPr lang="en-IN" sz="2400">
                <a:latin typeface="+mj-lt"/>
              </a:rPr>
              <a:t>        </a:t>
            </a:r>
            <a:r>
              <a:rPr lang="en-IN" sz="2400" err="1">
                <a:latin typeface="+mj-lt"/>
              </a:rPr>
              <a:t>self.__name</a:t>
            </a:r>
            <a:r>
              <a:rPr lang="en-IN" sz="2400">
                <a:latin typeface="+mj-lt"/>
              </a:rPr>
              <a:t>=name          </a:t>
            </a:r>
            <a:r>
              <a:rPr lang="en-IN" sz="2400" b="1">
                <a:latin typeface="+mj-lt"/>
              </a:rPr>
              <a:t># name and </a:t>
            </a:r>
            <a:r>
              <a:rPr lang="en-IN" sz="2400" b="1" err="1">
                <a:latin typeface="+mj-lt"/>
              </a:rPr>
              <a:t>sal</a:t>
            </a:r>
            <a:r>
              <a:rPr lang="en-IN" sz="2400" b="1">
                <a:latin typeface="+mj-lt"/>
              </a:rPr>
              <a:t> are private</a:t>
            </a:r>
          </a:p>
          <a:p>
            <a:r>
              <a:rPr lang="en-IN" sz="2400">
                <a:latin typeface="+mj-lt"/>
              </a:rPr>
              <a:t>        </a:t>
            </a:r>
            <a:r>
              <a:rPr lang="en-IN" sz="2400" err="1">
                <a:latin typeface="+mj-lt"/>
              </a:rPr>
              <a:t>self.__salary</a:t>
            </a:r>
            <a:r>
              <a:rPr lang="en-IN" sz="2400">
                <a:latin typeface="+mj-lt"/>
              </a:rPr>
              <a:t>=</a:t>
            </a:r>
            <a:r>
              <a:rPr lang="en-IN" sz="2400" err="1">
                <a:latin typeface="+mj-lt"/>
              </a:rPr>
              <a:t>sal</a:t>
            </a:r>
            <a:endParaRPr lang="en-IN" sz="2400">
              <a:latin typeface="+mj-lt"/>
            </a:endParaRPr>
          </a:p>
          <a:p>
            <a:endParaRPr lang="en-IN" sz="2400">
              <a:latin typeface="+mj-lt"/>
            </a:endParaRPr>
          </a:p>
          <a:p>
            <a:r>
              <a:rPr lang="en-IN" sz="2400">
                <a:latin typeface="+mj-lt"/>
              </a:rPr>
              <a:t>e1=Employee("Kiran",10000)</a:t>
            </a:r>
          </a:p>
          <a:p>
            <a:r>
              <a:rPr lang="en-IN" sz="2400">
                <a:latin typeface="+mj-lt"/>
              </a:rPr>
              <a:t>print(e1.__salary)  </a:t>
            </a:r>
            <a:r>
              <a:rPr lang="en-IN" sz="2400" b="1">
                <a:latin typeface="+mj-lt"/>
              </a:rPr>
              <a:t># salary is the private attribute</a:t>
            </a:r>
          </a:p>
          <a:p>
            <a:endParaRPr lang="en-IN" sz="2400">
              <a:latin typeface="+mj-lt"/>
            </a:endParaRPr>
          </a:p>
          <a:p>
            <a:r>
              <a:rPr lang="en-IN" sz="2400">
                <a:solidFill>
                  <a:srgbClr val="FF0000"/>
                </a:solidFill>
                <a:latin typeface="+mj-lt"/>
              </a:rPr>
              <a:t>e1.__salary=20000   # Error</a:t>
            </a:r>
          </a:p>
          <a:p>
            <a:r>
              <a:rPr lang="en-IN" sz="2400">
                <a:latin typeface="+mj-lt"/>
              </a:rPr>
              <a:t>print(e1.__salary)</a:t>
            </a:r>
          </a:p>
          <a:p>
            <a:endParaRPr lang="en-IN" sz="2400">
              <a:latin typeface="+mj-lt"/>
              <a:cs typeface="Aharoni" pitchFamily="2" charset="-79"/>
            </a:endParaRPr>
          </a:p>
          <a:p>
            <a:r>
              <a:rPr lang="en-IN" sz="2400" b="1">
                <a:latin typeface="+mj-lt"/>
                <a:cs typeface="Aharoni" pitchFamily="2" charset="-79"/>
              </a:rPr>
              <a:t>Note: </a:t>
            </a:r>
            <a:r>
              <a:rPr lang="en-IN" sz="2400">
                <a:latin typeface="+mj-lt"/>
                <a:cs typeface="Aharoni" pitchFamily="2" charset="-79"/>
              </a:rPr>
              <a:t>we</a:t>
            </a:r>
            <a:r>
              <a:rPr lang="en-IN" sz="2400">
                <a:latin typeface="+mj-lt"/>
              </a:rPr>
              <a:t> can still access the private members outside the class. Python performs </a:t>
            </a:r>
            <a:r>
              <a:rPr lang="en-IN" sz="2400" b="1">
                <a:latin typeface="+mj-lt"/>
              </a:rPr>
              <a:t>name mangling, </a:t>
            </a:r>
            <a:r>
              <a:rPr lang="en-IN" sz="2400">
                <a:latin typeface="+mj-lt"/>
              </a:rPr>
              <a:t>so every member prefixed with __ is changed to </a:t>
            </a:r>
            <a:r>
              <a:rPr lang="en-IN" sz="2400" b="1">
                <a:latin typeface="+mj-lt"/>
              </a:rPr>
              <a:t>_</a:t>
            </a:r>
            <a:r>
              <a:rPr lang="en-IN" sz="2400" b="1" err="1">
                <a:latin typeface="+mj-lt"/>
              </a:rPr>
              <a:t>class__member</a:t>
            </a:r>
            <a:r>
              <a:rPr lang="en-IN" sz="2400" b="1">
                <a:latin typeface="+mj-lt"/>
              </a:rPr>
              <a:t>. </a:t>
            </a:r>
            <a:r>
              <a:rPr lang="en-IN" sz="2400">
                <a:latin typeface="+mj-lt"/>
              </a:rPr>
              <a:t>So, accessing name will then be </a:t>
            </a:r>
            <a:r>
              <a:rPr lang="en-IN" sz="2400" b="1">
                <a:latin typeface="+mj-lt"/>
              </a:rPr>
              <a:t>p1._Person__name. </a:t>
            </a:r>
            <a:r>
              <a:rPr lang="en-IN" sz="2400">
                <a:latin typeface="+mj-lt"/>
              </a:rPr>
              <a:t>However, this is highly unadvised</a:t>
            </a:r>
            <a:r>
              <a:rPr lang="en-IN" sz="2400"/>
              <a:t>.</a:t>
            </a:r>
            <a:endParaRPr lang="en-IN" sz="2400">
              <a:latin typeface="+mj-lt"/>
              <a:cs typeface="Aharoni" pitchFamily="2" charset="-79"/>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additive="base">
                                        <p:cTn id="7"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xEl>
                                              <p:pRg st="1" end="1"/>
                                            </p:txEl>
                                          </p:spTgt>
                                        </p:tgtEl>
                                        <p:attrNameLst>
                                          <p:attrName>style.visibility</p:attrName>
                                        </p:attrNameLst>
                                      </p:cBhvr>
                                      <p:to>
                                        <p:strVal val="visible"/>
                                      </p:to>
                                    </p:set>
                                    <p:anim calcmode="lin" valueType="num">
                                      <p:cBhvr additive="base">
                                        <p:cTn id="13" dur="500" fill="hold"/>
                                        <p:tgtEl>
                                          <p:spTgt spid="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
                                            <p:txEl>
                                              <p:pRg st="2" end="2"/>
                                            </p:txEl>
                                          </p:spTgt>
                                        </p:tgtEl>
                                        <p:attrNameLst>
                                          <p:attrName>style.visibility</p:attrName>
                                        </p:attrNameLst>
                                      </p:cBhvr>
                                      <p:to>
                                        <p:strVal val="visible"/>
                                      </p:to>
                                    </p:set>
                                    <p:anim calcmode="lin" valueType="num">
                                      <p:cBhvr additive="base">
                                        <p:cTn id="19"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8">
                                            <p:txEl>
                                              <p:pRg st="3" end="3"/>
                                            </p:txEl>
                                          </p:spTgt>
                                        </p:tgtEl>
                                        <p:attrNameLst>
                                          <p:attrName>style.visibility</p:attrName>
                                        </p:attrNameLst>
                                      </p:cBhvr>
                                      <p:to>
                                        <p:strVal val="visible"/>
                                      </p:to>
                                    </p:set>
                                    <p:anim calcmode="lin" valueType="num">
                                      <p:cBhvr additive="base">
                                        <p:cTn id="25" dur="500" fill="hold"/>
                                        <p:tgtEl>
                                          <p:spTgt spid="8">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8">
                                            <p:txEl>
                                              <p:pRg st="4" end="4"/>
                                            </p:txEl>
                                          </p:spTgt>
                                        </p:tgtEl>
                                        <p:attrNameLst>
                                          <p:attrName>style.visibility</p:attrName>
                                        </p:attrNameLst>
                                      </p:cBhvr>
                                      <p:to>
                                        <p:strVal val="visible"/>
                                      </p:to>
                                    </p:set>
                                    <p:anim calcmode="lin" valueType="num">
                                      <p:cBhvr additive="base">
                                        <p:cTn id="31" dur="500" fill="hold"/>
                                        <p:tgtEl>
                                          <p:spTgt spid="8">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8">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8">
                                            <p:txEl>
                                              <p:pRg st="6" end="6"/>
                                            </p:txEl>
                                          </p:spTgt>
                                        </p:tgtEl>
                                        <p:attrNameLst>
                                          <p:attrName>style.visibility</p:attrName>
                                        </p:attrNameLst>
                                      </p:cBhvr>
                                      <p:to>
                                        <p:strVal val="visible"/>
                                      </p:to>
                                    </p:set>
                                    <p:anim calcmode="lin" valueType="num">
                                      <p:cBhvr additive="base">
                                        <p:cTn id="37" dur="500" fill="hold"/>
                                        <p:tgtEl>
                                          <p:spTgt spid="8">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8">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8">
                                            <p:txEl>
                                              <p:pRg st="7" end="7"/>
                                            </p:txEl>
                                          </p:spTgt>
                                        </p:tgtEl>
                                        <p:attrNameLst>
                                          <p:attrName>style.visibility</p:attrName>
                                        </p:attrNameLst>
                                      </p:cBhvr>
                                      <p:to>
                                        <p:strVal val="visible"/>
                                      </p:to>
                                    </p:set>
                                    <p:anim calcmode="lin" valueType="num">
                                      <p:cBhvr additive="base">
                                        <p:cTn id="43" dur="500" fill="hold"/>
                                        <p:tgtEl>
                                          <p:spTgt spid="8">
                                            <p:txEl>
                                              <p:pRg st="7" end="7"/>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8">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8">
                                            <p:txEl>
                                              <p:pRg st="9" end="9"/>
                                            </p:txEl>
                                          </p:spTgt>
                                        </p:tgtEl>
                                        <p:attrNameLst>
                                          <p:attrName>style.visibility</p:attrName>
                                        </p:attrNameLst>
                                      </p:cBhvr>
                                      <p:to>
                                        <p:strVal val="visible"/>
                                      </p:to>
                                    </p:set>
                                    <p:anim calcmode="lin" valueType="num">
                                      <p:cBhvr additive="base">
                                        <p:cTn id="49" dur="500" fill="hold"/>
                                        <p:tgtEl>
                                          <p:spTgt spid="8">
                                            <p:txEl>
                                              <p:pRg st="9" end="9"/>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8">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8">
                                            <p:txEl>
                                              <p:pRg st="10" end="10"/>
                                            </p:txEl>
                                          </p:spTgt>
                                        </p:tgtEl>
                                        <p:attrNameLst>
                                          <p:attrName>style.visibility</p:attrName>
                                        </p:attrNameLst>
                                      </p:cBhvr>
                                      <p:to>
                                        <p:strVal val="visible"/>
                                      </p:to>
                                    </p:set>
                                    <p:anim calcmode="lin" valueType="num">
                                      <p:cBhvr additive="base">
                                        <p:cTn id="55" dur="500" fill="hold"/>
                                        <p:tgtEl>
                                          <p:spTgt spid="8">
                                            <p:txEl>
                                              <p:pRg st="10" end="10"/>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8">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8">
                                            <p:txEl>
                                              <p:pRg st="12" end="12"/>
                                            </p:txEl>
                                          </p:spTgt>
                                        </p:tgtEl>
                                        <p:attrNameLst>
                                          <p:attrName>style.visibility</p:attrName>
                                        </p:attrNameLst>
                                      </p:cBhvr>
                                      <p:to>
                                        <p:strVal val="visible"/>
                                      </p:to>
                                    </p:set>
                                    <p:anim calcmode="lin" valueType="num">
                                      <p:cBhvr additive="base">
                                        <p:cTn id="61" dur="500" fill="hold"/>
                                        <p:tgtEl>
                                          <p:spTgt spid="8">
                                            <p:txEl>
                                              <p:pRg st="12" end="12"/>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8">
                                            <p:txEl>
                                              <p:pRg st="12" end="1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56293F3B-ACE8-4D10-B1AD-A2233C9C9DCE}"/>
              </a:ext>
            </a:extLst>
          </p:cNvPr>
          <p:cNvSpPr>
            <a:spLocks noGrp="1"/>
          </p:cNvSpPr>
          <p:nvPr>
            <p:ph type="dt" sz="quarter" idx="10"/>
          </p:nvPr>
        </p:nvSpPr>
        <p:spPr/>
        <p:txBody>
          <a:bodyPr/>
          <a:lstStyle/>
          <a:p>
            <a:pPr>
              <a:defRPr/>
            </a:pPr>
            <a:fld id="{1A3491E4-0525-402D-9476-2FEBA2840436}" type="datetime1">
              <a:rPr lang="en-US" smtClean="0"/>
              <a:pPr>
                <a:defRPr/>
              </a:pPr>
              <a:t>5/17/2022</a:t>
            </a:fld>
            <a:endParaRPr lang="en-US"/>
          </a:p>
        </p:txBody>
      </p:sp>
      <p:sp>
        <p:nvSpPr>
          <p:cNvPr id="5" name="Footer Placeholder 4">
            <a:extLst>
              <a:ext uri="{FF2B5EF4-FFF2-40B4-BE49-F238E27FC236}">
                <a16:creationId xmlns:a16="http://schemas.microsoft.com/office/drawing/2014/main" id="{3DFD6D47-6DA4-4160-87D3-CCF591417AD7}"/>
              </a:ext>
            </a:extLst>
          </p:cNvPr>
          <p:cNvSpPr>
            <a:spLocks noGrp="1"/>
          </p:cNvSpPr>
          <p:nvPr>
            <p:ph type="ftr" sz="quarter" idx="11"/>
          </p:nvPr>
        </p:nvSpPr>
        <p:spPr>
          <a:xfrm>
            <a:off x="2971800" y="6356350"/>
            <a:ext cx="6858000" cy="365125"/>
          </a:xfrm>
        </p:spPr>
        <p:txBody>
          <a:bodyPr/>
          <a:lstStyle/>
          <a:p>
            <a:pPr>
              <a:defRPr/>
            </a:pPr>
            <a:r>
              <a:rPr lang="en-US"/>
              <a:t>(Programming in Advanced Python)                                 Unit No:2</a:t>
            </a:r>
          </a:p>
        </p:txBody>
      </p:sp>
      <p:sp>
        <p:nvSpPr>
          <p:cNvPr id="53252" name="Slide Number Placeholder 5">
            <a:extLst>
              <a:ext uri="{FF2B5EF4-FFF2-40B4-BE49-F238E27FC236}">
                <a16:creationId xmlns:a16="http://schemas.microsoft.com/office/drawing/2014/main" id="{39DB4BCE-855A-4A74-A502-F8C083ED2B5B}"/>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18DB879A-4F14-4049-BF01-3DC156801FFF}" type="slidenum">
              <a:rPr lang="en-US" altLang="en-US" sz="1200">
                <a:solidFill>
                  <a:srgbClr val="898989"/>
                </a:solidFill>
              </a:rPr>
              <a:pPr>
                <a:spcBef>
                  <a:spcPct val="0"/>
                </a:spcBef>
                <a:buFontTx/>
                <a:buNone/>
              </a:pPr>
              <a:t>70</a:t>
            </a:fld>
            <a:endParaRPr lang="en-US" altLang="en-US" sz="1200">
              <a:solidFill>
                <a:srgbClr val="898989"/>
              </a:solidFill>
            </a:endParaRPr>
          </a:p>
        </p:txBody>
      </p:sp>
      <p:sp>
        <p:nvSpPr>
          <p:cNvPr id="7" name="Title 1">
            <a:extLst>
              <a:ext uri="{FF2B5EF4-FFF2-40B4-BE49-F238E27FC236}">
                <a16:creationId xmlns:a16="http://schemas.microsoft.com/office/drawing/2014/main" id="{90A9CC62-E0F2-4324-B757-B1A892F02999}"/>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a:r>
              <a:rPr lang="en-IN" sz="3200"/>
              <a:t>Use of super() function</a:t>
            </a:r>
          </a:p>
        </p:txBody>
      </p:sp>
      <p:sp>
        <p:nvSpPr>
          <p:cNvPr id="8" name="Rectangle 7"/>
          <p:cNvSpPr/>
          <p:nvPr/>
        </p:nvSpPr>
        <p:spPr>
          <a:xfrm>
            <a:off x="704539" y="734522"/>
            <a:ext cx="10702976" cy="5632311"/>
          </a:xfrm>
          <a:prstGeom prst="rect">
            <a:avLst/>
          </a:prstGeom>
        </p:spPr>
        <p:txBody>
          <a:bodyPr wrap="square">
            <a:spAutoFit/>
          </a:bodyPr>
          <a:lstStyle/>
          <a:p>
            <a:pPr lvl="0">
              <a:buFont typeface="Arial" pitchFamily="34" charset="0"/>
              <a:buChar char="•"/>
            </a:pPr>
            <a:r>
              <a:rPr lang="en-IN" sz="2400">
                <a:latin typeface="+mj-lt"/>
              </a:rPr>
              <a:t>The super() </a:t>
            </a:r>
            <a:r>
              <a:rPr lang="en-IN" sz="2400" err="1">
                <a:latin typeface="+mj-lt"/>
              </a:rPr>
              <a:t>builtin</a:t>
            </a:r>
            <a:r>
              <a:rPr lang="en-IN" sz="2400">
                <a:latin typeface="+mj-lt"/>
              </a:rPr>
              <a:t> function  returns a proxy object (temporary object of the </a:t>
            </a:r>
            <a:r>
              <a:rPr lang="en-IN" sz="2400" err="1">
                <a:latin typeface="+mj-lt"/>
              </a:rPr>
              <a:t>superclass</a:t>
            </a:r>
            <a:r>
              <a:rPr lang="en-IN" sz="2400">
                <a:latin typeface="+mj-lt"/>
              </a:rPr>
              <a:t>) that allows us to access methods of the base class.</a:t>
            </a:r>
          </a:p>
          <a:p>
            <a:pPr lvl="0">
              <a:buFont typeface="Arial" pitchFamily="34" charset="0"/>
              <a:buChar char="•"/>
            </a:pPr>
            <a:r>
              <a:rPr lang="en-IN" sz="2400">
                <a:latin typeface="+mj-lt"/>
              </a:rPr>
              <a:t>It allows you to call methods of the </a:t>
            </a:r>
            <a:r>
              <a:rPr lang="en-IN" sz="2400" err="1">
                <a:latin typeface="+mj-lt"/>
              </a:rPr>
              <a:t>superclass</a:t>
            </a:r>
            <a:r>
              <a:rPr lang="en-IN" sz="2400">
                <a:latin typeface="+mj-lt"/>
              </a:rPr>
              <a:t> in your subclass. </a:t>
            </a:r>
          </a:p>
          <a:p>
            <a:pPr lvl="0">
              <a:buFont typeface="Arial" pitchFamily="34" charset="0"/>
              <a:buChar char="•"/>
            </a:pPr>
            <a:r>
              <a:rPr lang="en-IN" sz="2400">
                <a:latin typeface="+mj-lt"/>
              </a:rPr>
              <a:t>The primary use case of this is to extend the functionality of the inherited method.</a:t>
            </a:r>
          </a:p>
          <a:p>
            <a:pPr lvl="0"/>
            <a:endParaRPr lang="en-IN" sz="2400">
              <a:latin typeface="+mj-lt"/>
            </a:endParaRPr>
          </a:p>
          <a:p>
            <a:pPr lvl="0"/>
            <a:r>
              <a:rPr lang="en-IN" sz="2400" b="1">
                <a:latin typeface="+mj-lt"/>
              </a:rPr>
              <a:t>In Python, super() has two major use cases:</a:t>
            </a:r>
          </a:p>
          <a:p>
            <a:r>
              <a:rPr lang="en-IN" sz="2400">
                <a:latin typeface="+mj-lt"/>
              </a:rPr>
              <a:t> </a:t>
            </a:r>
          </a:p>
          <a:p>
            <a:pPr lvl="1">
              <a:buFont typeface="Arial" pitchFamily="34" charset="0"/>
              <a:buChar char="•"/>
            </a:pPr>
            <a:r>
              <a:rPr lang="en-IN" sz="2400">
                <a:latin typeface="+mj-lt"/>
              </a:rPr>
              <a:t>Allows us to avoid using the base class name explicitly</a:t>
            </a:r>
          </a:p>
          <a:p>
            <a:pPr lvl="1">
              <a:buFont typeface="Arial" pitchFamily="34" charset="0"/>
              <a:buChar char="•"/>
            </a:pPr>
            <a:r>
              <a:rPr lang="en-IN" sz="2400">
                <a:latin typeface="+mj-lt"/>
              </a:rPr>
              <a:t>Working with Multiple Inheritance</a:t>
            </a:r>
          </a:p>
          <a:p>
            <a:pPr lvl="1">
              <a:buFont typeface="Arial" pitchFamily="34" charset="0"/>
              <a:buChar char="•"/>
            </a:pPr>
            <a:endParaRPr lang="en-IN" sz="2400">
              <a:latin typeface="+mj-lt"/>
            </a:endParaRPr>
          </a:p>
          <a:p>
            <a:pPr lvl="0"/>
            <a:r>
              <a:rPr lang="en-IN" sz="2400" b="1">
                <a:latin typeface="+mj-lt"/>
              </a:rPr>
              <a:t>In the case of single inheritance, it allows us to refer base class by super()</a:t>
            </a:r>
          </a:p>
          <a:p>
            <a:pPr lvl="0"/>
            <a:endParaRPr lang="en-IN" sz="2400">
              <a:latin typeface="+mj-lt"/>
            </a:endParaRPr>
          </a:p>
          <a:p>
            <a:pPr lvl="0">
              <a:buFont typeface="Wingdings" pitchFamily="2" charset="2"/>
              <a:buChar char="Ø"/>
            </a:pPr>
            <a:r>
              <a:rPr lang="en-IN" sz="2400">
                <a:latin typeface="+mj-lt"/>
              </a:rPr>
              <a:t>In a class hierarchy with single inheritance, super can be used to refer to parent classes without naming them explicitly, thus making the code more maintainable</a:t>
            </a:r>
          </a:p>
          <a:p>
            <a:endParaRPr lang="en-IN" sz="2400">
              <a:latin typeface="+mj-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additive="base">
                                        <p:cTn id="7"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xEl>
                                              <p:pRg st="1" end="1"/>
                                            </p:txEl>
                                          </p:spTgt>
                                        </p:tgtEl>
                                        <p:attrNameLst>
                                          <p:attrName>style.visibility</p:attrName>
                                        </p:attrNameLst>
                                      </p:cBhvr>
                                      <p:to>
                                        <p:strVal val="visible"/>
                                      </p:to>
                                    </p:set>
                                    <p:anim calcmode="lin" valueType="num">
                                      <p:cBhvr additive="base">
                                        <p:cTn id="13" dur="500" fill="hold"/>
                                        <p:tgtEl>
                                          <p:spTgt spid="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
                                            <p:txEl>
                                              <p:pRg st="2" end="2"/>
                                            </p:txEl>
                                          </p:spTgt>
                                        </p:tgtEl>
                                        <p:attrNameLst>
                                          <p:attrName>style.visibility</p:attrName>
                                        </p:attrNameLst>
                                      </p:cBhvr>
                                      <p:to>
                                        <p:strVal val="visible"/>
                                      </p:to>
                                    </p:set>
                                    <p:anim calcmode="lin" valueType="num">
                                      <p:cBhvr additive="base">
                                        <p:cTn id="19"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8">
                                            <p:txEl>
                                              <p:pRg st="4" end="4"/>
                                            </p:txEl>
                                          </p:spTgt>
                                        </p:tgtEl>
                                        <p:attrNameLst>
                                          <p:attrName>style.visibility</p:attrName>
                                        </p:attrNameLst>
                                      </p:cBhvr>
                                      <p:to>
                                        <p:strVal val="visible"/>
                                      </p:to>
                                    </p:set>
                                    <p:anim calcmode="lin" valueType="num">
                                      <p:cBhvr additive="base">
                                        <p:cTn id="25" dur="500" fill="hold"/>
                                        <p:tgtEl>
                                          <p:spTgt spid="8">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8">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8">
                                            <p:txEl>
                                              <p:pRg st="5" end="5"/>
                                            </p:txEl>
                                          </p:spTgt>
                                        </p:tgtEl>
                                        <p:attrNameLst>
                                          <p:attrName>style.visibility</p:attrName>
                                        </p:attrNameLst>
                                      </p:cBhvr>
                                      <p:to>
                                        <p:strVal val="visible"/>
                                      </p:to>
                                    </p:set>
                                    <p:anim calcmode="lin" valueType="num">
                                      <p:cBhvr additive="base">
                                        <p:cTn id="31" dur="500" fill="hold"/>
                                        <p:tgtEl>
                                          <p:spTgt spid="8">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8">
                                            <p:txEl>
                                              <p:pRg st="5" end="5"/>
                                            </p:tx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8">
                                            <p:txEl>
                                              <p:pRg st="6" end="6"/>
                                            </p:txEl>
                                          </p:spTgt>
                                        </p:tgtEl>
                                        <p:attrNameLst>
                                          <p:attrName>style.visibility</p:attrName>
                                        </p:attrNameLst>
                                      </p:cBhvr>
                                      <p:to>
                                        <p:strVal val="visible"/>
                                      </p:to>
                                    </p:set>
                                    <p:anim calcmode="lin" valueType="num">
                                      <p:cBhvr additive="base">
                                        <p:cTn id="35" dur="500" fill="hold"/>
                                        <p:tgtEl>
                                          <p:spTgt spid="8">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8">
                                            <p:txEl>
                                              <p:pRg st="6" end="6"/>
                                            </p:txEl>
                                          </p:spTgt>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8">
                                            <p:txEl>
                                              <p:pRg st="7" end="7"/>
                                            </p:txEl>
                                          </p:spTgt>
                                        </p:tgtEl>
                                        <p:attrNameLst>
                                          <p:attrName>style.visibility</p:attrName>
                                        </p:attrNameLst>
                                      </p:cBhvr>
                                      <p:to>
                                        <p:strVal val="visible"/>
                                      </p:to>
                                    </p:set>
                                    <p:anim calcmode="lin" valueType="num">
                                      <p:cBhvr additive="base">
                                        <p:cTn id="39" dur="500" fill="hold"/>
                                        <p:tgtEl>
                                          <p:spTgt spid="8">
                                            <p:txEl>
                                              <p:pRg st="7" end="7"/>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8">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8">
                                            <p:txEl>
                                              <p:pRg st="9" end="9"/>
                                            </p:txEl>
                                          </p:spTgt>
                                        </p:tgtEl>
                                        <p:attrNameLst>
                                          <p:attrName>style.visibility</p:attrName>
                                        </p:attrNameLst>
                                      </p:cBhvr>
                                      <p:to>
                                        <p:strVal val="visible"/>
                                      </p:to>
                                    </p:set>
                                    <p:anim calcmode="lin" valueType="num">
                                      <p:cBhvr additive="base">
                                        <p:cTn id="45" dur="500" fill="hold"/>
                                        <p:tgtEl>
                                          <p:spTgt spid="8">
                                            <p:txEl>
                                              <p:pRg st="9" end="9"/>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8">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8">
                                            <p:txEl>
                                              <p:pRg st="11" end="11"/>
                                            </p:txEl>
                                          </p:spTgt>
                                        </p:tgtEl>
                                        <p:attrNameLst>
                                          <p:attrName>style.visibility</p:attrName>
                                        </p:attrNameLst>
                                      </p:cBhvr>
                                      <p:to>
                                        <p:strVal val="visible"/>
                                      </p:to>
                                    </p:set>
                                    <p:anim calcmode="lin" valueType="num">
                                      <p:cBhvr additive="base">
                                        <p:cTn id="51" dur="500" fill="hold"/>
                                        <p:tgtEl>
                                          <p:spTgt spid="8">
                                            <p:txEl>
                                              <p:pRg st="11" end="11"/>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8">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56293F3B-ACE8-4D10-B1AD-A2233C9C9DCE}"/>
              </a:ext>
            </a:extLst>
          </p:cNvPr>
          <p:cNvSpPr>
            <a:spLocks noGrp="1"/>
          </p:cNvSpPr>
          <p:nvPr>
            <p:ph type="dt" sz="quarter" idx="10"/>
          </p:nvPr>
        </p:nvSpPr>
        <p:spPr/>
        <p:txBody>
          <a:bodyPr/>
          <a:lstStyle/>
          <a:p>
            <a:pPr>
              <a:defRPr/>
            </a:pPr>
            <a:fld id="{1A3491E4-0525-402D-9476-2FEBA2840436}" type="datetime1">
              <a:rPr lang="en-US" smtClean="0"/>
              <a:pPr>
                <a:defRPr/>
              </a:pPr>
              <a:t>5/17/2022</a:t>
            </a:fld>
            <a:endParaRPr lang="en-US"/>
          </a:p>
        </p:txBody>
      </p:sp>
      <p:sp>
        <p:nvSpPr>
          <p:cNvPr id="5" name="Footer Placeholder 4">
            <a:extLst>
              <a:ext uri="{FF2B5EF4-FFF2-40B4-BE49-F238E27FC236}">
                <a16:creationId xmlns:a16="http://schemas.microsoft.com/office/drawing/2014/main" id="{3DFD6D47-6DA4-4160-87D3-CCF591417AD7}"/>
              </a:ext>
            </a:extLst>
          </p:cNvPr>
          <p:cNvSpPr>
            <a:spLocks noGrp="1"/>
          </p:cNvSpPr>
          <p:nvPr>
            <p:ph type="ftr" sz="quarter" idx="11"/>
          </p:nvPr>
        </p:nvSpPr>
        <p:spPr>
          <a:xfrm>
            <a:off x="2971800" y="6356350"/>
            <a:ext cx="6858000" cy="365125"/>
          </a:xfrm>
        </p:spPr>
        <p:txBody>
          <a:bodyPr/>
          <a:lstStyle/>
          <a:p>
            <a:pPr>
              <a:defRPr/>
            </a:pPr>
            <a:r>
              <a:rPr lang="en-US"/>
              <a:t>(Programming in Advanced Python)                                 Unit No:2</a:t>
            </a:r>
          </a:p>
        </p:txBody>
      </p:sp>
      <p:sp>
        <p:nvSpPr>
          <p:cNvPr id="53252" name="Slide Number Placeholder 5">
            <a:extLst>
              <a:ext uri="{FF2B5EF4-FFF2-40B4-BE49-F238E27FC236}">
                <a16:creationId xmlns:a16="http://schemas.microsoft.com/office/drawing/2014/main" id="{39DB4BCE-855A-4A74-A502-F8C083ED2B5B}"/>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18DB879A-4F14-4049-BF01-3DC156801FFF}" type="slidenum">
              <a:rPr lang="en-US" altLang="en-US" sz="1200">
                <a:solidFill>
                  <a:srgbClr val="898989"/>
                </a:solidFill>
              </a:rPr>
              <a:pPr>
                <a:spcBef>
                  <a:spcPct val="0"/>
                </a:spcBef>
                <a:buFontTx/>
                <a:buNone/>
              </a:pPr>
              <a:t>71</a:t>
            </a:fld>
            <a:endParaRPr lang="en-US" altLang="en-US" sz="1200">
              <a:solidFill>
                <a:srgbClr val="898989"/>
              </a:solidFill>
            </a:endParaRPr>
          </a:p>
        </p:txBody>
      </p:sp>
      <p:sp>
        <p:nvSpPr>
          <p:cNvPr id="7" name="Title 1">
            <a:extLst>
              <a:ext uri="{FF2B5EF4-FFF2-40B4-BE49-F238E27FC236}">
                <a16:creationId xmlns:a16="http://schemas.microsoft.com/office/drawing/2014/main" id="{90A9CC62-E0F2-4324-B757-B1A892F02999}"/>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a:r>
              <a:rPr lang="en-IN" sz="3200"/>
              <a:t>Without super() </a:t>
            </a:r>
          </a:p>
        </p:txBody>
      </p:sp>
      <p:sp>
        <p:nvSpPr>
          <p:cNvPr id="8" name="Rectangle 7"/>
          <p:cNvSpPr/>
          <p:nvPr/>
        </p:nvSpPr>
        <p:spPr>
          <a:xfrm>
            <a:off x="704539" y="734522"/>
            <a:ext cx="5546359" cy="4524315"/>
          </a:xfrm>
          <a:prstGeom prst="rect">
            <a:avLst/>
          </a:prstGeom>
        </p:spPr>
        <p:txBody>
          <a:bodyPr wrap="square">
            <a:spAutoFit/>
          </a:bodyPr>
          <a:lstStyle/>
          <a:p>
            <a:r>
              <a:rPr lang="en-IN" sz="2400">
                <a:latin typeface="+mj-lt"/>
              </a:rPr>
              <a:t>Example:</a:t>
            </a:r>
          </a:p>
          <a:p>
            <a:r>
              <a:rPr lang="en-IN" sz="2400">
                <a:latin typeface="+mj-lt"/>
              </a:rPr>
              <a:t>class Rectangle:</a:t>
            </a:r>
          </a:p>
          <a:p>
            <a:r>
              <a:rPr lang="en-IN" sz="2400">
                <a:latin typeface="+mj-lt"/>
              </a:rPr>
              <a:t>    def __init__(self, length, width):</a:t>
            </a:r>
          </a:p>
          <a:p>
            <a:r>
              <a:rPr lang="en-IN" sz="2400">
                <a:latin typeface="+mj-lt"/>
              </a:rPr>
              <a:t>        </a:t>
            </a:r>
            <a:r>
              <a:rPr lang="en-IN" sz="2400" err="1">
                <a:latin typeface="+mj-lt"/>
              </a:rPr>
              <a:t>self.length</a:t>
            </a:r>
            <a:r>
              <a:rPr lang="en-IN" sz="2400">
                <a:latin typeface="+mj-lt"/>
              </a:rPr>
              <a:t> = length</a:t>
            </a:r>
          </a:p>
          <a:p>
            <a:r>
              <a:rPr lang="en-IN" sz="2400">
                <a:latin typeface="+mj-lt"/>
              </a:rPr>
              <a:t>        </a:t>
            </a:r>
            <a:r>
              <a:rPr lang="en-IN" sz="2400" err="1">
                <a:latin typeface="+mj-lt"/>
              </a:rPr>
              <a:t>self.width</a:t>
            </a:r>
            <a:r>
              <a:rPr lang="en-IN" sz="2400">
                <a:latin typeface="+mj-lt"/>
              </a:rPr>
              <a:t> = width</a:t>
            </a:r>
          </a:p>
          <a:p>
            <a:endParaRPr lang="en-IN" sz="2400">
              <a:latin typeface="+mj-lt"/>
            </a:endParaRPr>
          </a:p>
          <a:p>
            <a:r>
              <a:rPr lang="en-IN" sz="2400">
                <a:latin typeface="+mj-lt"/>
              </a:rPr>
              <a:t>    def area(self):</a:t>
            </a:r>
          </a:p>
          <a:p>
            <a:r>
              <a:rPr lang="en-IN" sz="2400">
                <a:latin typeface="+mj-lt"/>
              </a:rPr>
              <a:t>        return </a:t>
            </a:r>
            <a:r>
              <a:rPr lang="en-IN" sz="2400" err="1">
                <a:latin typeface="+mj-lt"/>
              </a:rPr>
              <a:t>self.length</a:t>
            </a:r>
            <a:r>
              <a:rPr lang="en-IN" sz="2400">
                <a:latin typeface="+mj-lt"/>
              </a:rPr>
              <a:t> * </a:t>
            </a:r>
            <a:r>
              <a:rPr lang="en-IN" sz="2400" err="1">
                <a:latin typeface="+mj-lt"/>
              </a:rPr>
              <a:t>self.width</a:t>
            </a:r>
            <a:endParaRPr lang="en-IN" sz="2400">
              <a:latin typeface="+mj-lt"/>
            </a:endParaRPr>
          </a:p>
          <a:p>
            <a:endParaRPr lang="en-IN" sz="2400">
              <a:latin typeface="+mj-lt"/>
            </a:endParaRPr>
          </a:p>
          <a:p>
            <a:r>
              <a:rPr lang="en-IN" sz="2400">
                <a:latin typeface="+mj-lt"/>
              </a:rPr>
              <a:t>    def perimeter(self):</a:t>
            </a:r>
          </a:p>
          <a:p>
            <a:r>
              <a:rPr lang="en-IN" sz="2400">
                <a:latin typeface="+mj-lt"/>
              </a:rPr>
              <a:t>        return 2 * </a:t>
            </a:r>
            <a:r>
              <a:rPr lang="en-IN" sz="2400" err="1">
                <a:latin typeface="+mj-lt"/>
              </a:rPr>
              <a:t>self.length</a:t>
            </a:r>
            <a:r>
              <a:rPr lang="en-IN" sz="2400">
                <a:latin typeface="+mj-lt"/>
              </a:rPr>
              <a:t> + 2 * </a:t>
            </a:r>
            <a:r>
              <a:rPr lang="en-IN" sz="2400" err="1">
                <a:latin typeface="+mj-lt"/>
              </a:rPr>
              <a:t>self.width</a:t>
            </a:r>
            <a:endParaRPr lang="en-IN" sz="2400">
              <a:latin typeface="+mj-lt"/>
            </a:endParaRPr>
          </a:p>
          <a:p>
            <a:endParaRPr lang="en-IN" sz="2400">
              <a:latin typeface="+mj-lt"/>
            </a:endParaRPr>
          </a:p>
        </p:txBody>
      </p:sp>
      <p:sp>
        <p:nvSpPr>
          <p:cNvPr id="9" name="Rectangle 8"/>
          <p:cNvSpPr/>
          <p:nvPr/>
        </p:nvSpPr>
        <p:spPr>
          <a:xfrm>
            <a:off x="6328289" y="826962"/>
            <a:ext cx="5546359" cy="3416320"/>
          </a:xfrm>
          <a:prstGeom prst="rect">
            <a:avLst/>
          </a:prstGeom>
        </p:spPr>
        <p:txBody>
          <a:bodyPr wrap="square">
            <a:spAutoFit/>
          </a:bodyPr>
          <a:lstStyle/>
          <a:p>
            <a:r>
              <a:rPr lang="en-IN" sz="2400">
                <a:latin typeface="+mj-lt"/>
              </a:rPr>
              <a:t>class Square:</a:t>
            </a:r>
          </a:p>
          <a:p>
            <a:r>
              <a:rPr lang="en-IN" sz="2400">
                <a:latin typeface="+mj-lt"/>
              </a:rPr>
              <a:t>    def __init__(self, length):</a:t>
            </a:r>
          </a:p>
          <a:p>
            <a:r>
              <a:rPr lang="en-IN" sz="2400">
                <a:latin typeface="+mj-lt"/>
              </a:rPr>
              <a:t>        </a:t>
            </a:r>
            <a:r>
              <a:rPr lang="en-IN" sz="2400" err="1">
                <a:latin typeface="+mj-lt"/>
              </a:rPr>
              <a:t>self.length</a:t>
            </a:r>
            <a:r>
              <a:rPr lang="en-IN" sz="2400">
                <a:latin typeface="+mj-lt"/>
              </a:rPr>
              <a:t> = length</a:t>
            </a:r>
          </a:p>
          <a:p>
            <a:endParaRPr lang="en-IN" sz="2400">
              <a:latin typeface="+mj-lt"/>
            </a:endParaRPr>
          </a:p>
          <a:p>
            <a:r>
              <a:rPr lang="en-IN" sz="2400">
                <a:latin typeface="+mj-lt"/>
              </a:rPr>
              <a:t>    def area(self):</a:t>
            </a:r>
          </a:p>
          <a:p>
            <a:r>
              <a:rPr lang="en-IN" sz="2400">
                <a:latin typeface="+mj-lt"/>
              </a:rPr>
              <a:t>        return </a:t>
            </a:r>
            <a:r>
              <a:rPr lang="en-IN" sz="2400" err="1">
                <a:latin typeface="+mj-lt"/>
              </a:rPr>
              <a:t>self.length</a:t>
            </a:r>
            <a:r>
              <a:rPr lang="en-IN" sz="2400">
                <a:latin typeface="+mj-lt"/>
              </a:rPr>
              <a:t> * </a:t>
            </a:r>
            <a:r>
              <a:rPr lang="en-IN" sz="2400" err="1">
                <a:latin typeface="+mj-lt"/>
              </a:rPr>
              <a:t>self.length</a:t>
            </a:r>
            <a:endParaRPr lang="en-IN" sz="2400">
              <a:latin typeface="+mj-lt"/>
            </a:endParaRPr>
          </a:p>
          <a:p>
            <a:endParaRPr lang="en-IN" sz="2400">
              <a:latin typeface="+mj-lt"/>
            </a:endParaRPr>
          </a:p>
          <a:p>
            <a:r>
              <a:rPr lang="en-IN" sz="2400">
                <a:latin typeface="+mj-lt"/>
              </a:rPr>
              <a:t>    def perimeter(self):</a:t>
            </a:r>
          </a:p>
          <a:p>
            <a:r>
              <a:rPr lang="en-IN" sz="2400">
                <a:latin typeface="+mj-lt"/>
              </a:rPr>
              <a:t>        return 4 * </a:t>
            </a:r>
            <a:r>
              <a:rPr lang="en-IN" sz="2400" err="1">
                <a:latin typeface="+mj-lt"/>
              </a:rPr>
              <a:t>self.length</a:t>
            </a:r>
            <a:endParaRPr lang="en-IN" sz="2400">
              <a:latin typeface="+mj-lt"/>
            </a:endParaRPr>
          </a:p>
        </p:txBody>
      </p:sp>
      <p:sp>
        <p:nvSpPr>
          <p:cNvPr id="10" name="Rectangle 9"/>
          <p:cNvSpPr/>
          <p:nvPr/>
        </p:nvSpPr>
        <p:spPr>
          <a:xfrm>
            <a:off x="6480689" y="4362138"/>
            <a:ext cx="5546359" cy="1938992"/>
          </a:xfrm>
          <a:prstGeom prst="rect">
            <a:avLst/>
          </a:prstGeom>
        </p:spPr>
        <p:txBody>
          <a:bodyPr wrap="square">
            <a:spAutoFit/>
          </a:bodyPr>
          <a:lstStyle/>
          <a:p>
            <a:r>
              <a:rPr lang="en-IN" sz="2000">
                <a:solidFill>
                  <a:srgbClr val="FF0000"/>
                </a:solidFill>
                <a:latin typeface="+mj-lt"/>
              </a:rPr>
              <a:t>square = Square(4)</a:t>
            </a:r>
          </a:p>
          <a:p>
            <a:r>
              <a:rPr lang="en-IN" sz="2000">
                <a:solidFill>
                  <a:srgbClr val="FF0000"/>
                </a:solidFill>
                <a:latin typeface="+mj-lt"/>
              </a:rPr>
              <a:t>&gt;&gt;&gt; </a:t>
            </a:r>
            <a:r>
              <a:rPr lang="en-IN" sz="2000" err="1">
                <a:solidFill>
                  <a:srgbClr val="FF0000"/>
                </a:solidFill>
                <a:latin typeface="+mj-lt"/>
              </a:rPr>
              <a:t>square.area</a:t>
            </a:r>
            <a:r>
              <a:rPr lang="en-IN" sz="2000">
                <a:solidFill>
                  <a:srgbClr val="FF0000"/>
                </a:solidFill>
                <a:latin typeface="+mj-lt"/>
              </a:rPr>
              <a:t>()</a:t>
            </a:r>
          </a:p>
          <a:p>
            <a:r>
              <a:rPr lang="en-IN" sz="2000">
                <a:solidFill>
                  <a:srgbClr val="FF0000"/>
                </a:solidFill>
                <a:latin typeface="+mj-lt"/>
              </a:rPr>
              <a:t>16</a:t>
            </a:r>
          </a:p>
          <a:p>
            <a:r>
              <a:rPr lang="en-IN" sz="2000">
                <a:solidFill>
                  <a:srgbClr val="FF0000"/>
                </a:solidFill>
                <a:latin typeface="+mj-lt"/>
              </a:rPr>
              <a:t>&gt;&gt;&gt; rectangle = Rectangle(2,4)</a:t>
            </a:r>
          </a:p>
          <a:p>
            <a:r>
              <a:rPr lang="en-IN" sz="2000">
                <a:solidFill>
                  <a:srgbClr val="FF0000"/>
                </a:solidFill>
                <a:latin typeface="+mj-lt"/>
              </a:rPr>
              <a:t>&gt;&gt;&gt; </a:t>
            </a:r>
            <a:r>
              <a:rPr lang="en-IN" sz="2000" err="1">
                <a:solidFill>
                  <a:srgbClr val="FF0000"/>
                </a:solidFill>
                <a:latin typeface="+mj-lt"/>
              </a:rPr>
              <a:t>rectangle.area</a:t>
            </a:r>
            <a:r>
              <a:rPr lang="en-IN" sz="2000">
                <a:solidFill>
                  <a:srgbClr val="FF0000"/>
                </a:solidFill>
                <a:latin typeface="+mj-lt"/>
              </a:rPr>
              <a:t>()</a:t>
            </a:r>
          </a:p>
          <a:p>
            <a:r>
              <a:rPr lang="en-IN" sz="2000">
                <a:solidFill>
                  <a:srgbClr val="FF0000"/>
                </a:solidFill>
                <a:latin typeface="+mj-lt"/>
              </a:rPr>
              <a:t>8</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additive="base">
                                        <p:cTn id="7"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xEl>
                                              <p:pRg st="1" end="1"/>
                                            </p:txEl>
                                          </p:spTgt>
                                        </p:tgtEl>
                                        <p:attrNameLst>
                                          <p:attrName>style.visibility</p:attrName>
                                        </p:attrNameLst>
                                      </p:cBhvr>
                                      <p:to>
                                        <p:strVal val="visible"/>
                                      </p:to>
                                    </p:set>
                                    <p:anim calcmode="lin" valueType="num">
                                      <p:cBhvr additive="base">
                                        <p:cTn id="13" dur="500" fill="hold"/>
                                        <p:tgtEl>
                                          <p:spTgt spid="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
                                            <p:txEl>
                                              <p:pRg st="2" end="2"/>
                                            </p:txEl>
                                          </p:spTgt>
                                        </p:tgtEl>
                                        <p:attrNameLst>
                                          <p:attrName>style.visibility</p:attrName>
                                        </p:attrNameLst>
                                      </p:cBhvr>
                                      <p:to>
                                        <p:strVal val="visible"/>
                                      </p:to>
                                    </p:set>
                                    <p:anim calcmode="lin" valueType="num">
                                      <p:cBhvr additive="base">
                                        <p:cTn id="19"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8">
                                            <p:txEl>
                                              <p:pRg st="3" end="3"/>
                                            </p:txEl>
                                          </p:spTgt>
                                        </p:tgtEl>
                                        <p:attrNameLst>
                                          <p:attrName>style.visibility</p:attrName>
                                        </p:attrNameLst>
                                      </p:cBhvr>
                                      <p:to>
                                        <p:strVal val="visible"/>
                                      </p:to>
                                    </p:set>
                                    <p:anim calcmode="lin" valueType="num">
                                      <p:cBhvr additive="base">
                                        <p:cTn id="25" dur="500" fill="hold"/>
                                        <p:tgtEl>
                                          <p:spTgt spid="8">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8">
                                            <p:txEl>
                                              <p:pRg st="4" end="4"/>
                                            </p:txEl>
                                          </p:spTgt>
                                        </p:tgtEl>
                                        <p:attrNameLst>
                                          <p:attrName>style.visibility</p:attrName>
                                        </p:attrNameLst>
                                      </p:cBhvr>
                                      <p:to>
                                        <p:strVal val="visible"/>
                                      </p:to>
                                    </p:set>
                                    <p:anim calcmode="lin" valueType="num">
                                      <p:cBhvr additive="base">
                                        <p:cTn id="31" dur="500" fill="hold"/>
                                        <p:tgtEl>
                                          <p:spTgt spid="8">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8">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8">
                                            <p:txEl>
                                              <p:pRg st="6" end="6"/>
                                            </p:txEl>
                                          </p:spTgt>
                                        </p:tgtEl>
                                        <p:attrNameLst>
                                          <p:attrName>style.visibility</p:attrName>
                                        </p:attrNameLst>
                                      </p:cBhvr>
                                      <p:to>
                                        <p:strVal val="visible"/>
                                      </p:to>
                                    </p:set>
                                    <p:anim calcmode="lin" valueType="num">
                                      <p:cBhvr additive="base">
                                        <p:cTn id="37" dur="500" fill="hold"/>
                                        <p:tgtEl>
                                          <p:spTgt spid="8">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8">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8">
                                            <p:txEl>
                                              <p:pRg st="7" end="7"/>
                                            </p:txEl>
                                          </p:spTgt>
                                        </p:tgtEl>
                                        <p:attrNameLst>
                                          <p:attrName>style.visibility</p:attrName>
                                        </p:attrNameLst>
                                      </p:cBhvr>
                                      <p:to>
                                        <p:strVal val="visible"/>
                                      </p:to>
                                    </p:set>
                                    <p:anim calcmode="lin" valueType="num">
                                      <p:cBhvr additive="base">
                                        <p:cTn id="43" dur="500" fill="hold"/>
                                        <p:tgtEl>
                                          <p:spTgt spid="8">
                                            <p:txEl>
                                              <p:pRg st="7" end="7"/>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8">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8">
                                            <p:txEl>
                                              <p:pRg st="9" end="9"/>
                                            </p:txEl>
                                          </p:spTgt>
                                        </p:tgtEl>
                                        <p:attrNameLst>
                                          <p:attrName>style.visibility</p:attrName>
                                        </p:attrNameLst>
                                      </p:cBhvr>
                                      <p:to>
                                        <p:strVal val="visible"/>
                                      </p:to>
                                    </p:set>
                                    <p:anim calcmode="lin" valueType="num">
                                      <p:cBhvr additive="base">
                                        <p:cTn id="49" dur="500" fill="hold"/>
                                        <p:tgtEl>
                                          <p:spTgt spid="8">
                                            <p:txEl>
                                              <p:pRg st="9" end="9"/>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8">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8">
                                            <p:txEl>
                                              <p:pRg st="10" end="10"/>
                                            </p:txEl>
                                          </p:spTgt>
                                        </p:tgtEl>
                                        <p:attrNameLst>
                                          <p:attrName>style.visibility</p:attrName>
                                        </p:attrNameLst>
                                      </p:cBhvr>
                                      <p:to>
                                        <p:strVal val="visible"/>
                                      </p:to>
                                    </p:set>
                                    <p:anim calcmode="lin" valueType="num">
                                      <p:cBhvr additive="base">
                                        <p:cTn id="55" dur="500" fill="hold"/>
                                        <p:tgtEl>
                                          <p:spTgt spid="8">
                                            <p:txEl>
                                              <p:pRg st="10" end="10"/>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8">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9">
                                            <p:txEl>
                                              <p:pRg st="0" end="0"/>
                                            </p:txEl>
                                          </p:spTgt>
                                        </p:tgtEl>
                                        <p:attrNameLst>
                                          <p:attrName>style.visibility</p:attrName>
                                        </p:attrNameLst>
                                      </p:cBhvr>
                                      <p:to>
                                        <p:strVal val="visible"/>
                                      </p:to>
                                    </p:set>
                                    <p:anim calcmode="lin" valueType="num">
                                      <p:cBhvr additive="base">
                                        <p:cTn id="61"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9">
                                            <p:txEl>
                                              <p:pRg st="1" end="1"/>
                                            </p:txEl>
                                          </p:spTgt>
                                        </p:tgtEl>
                                        <p:attrNameLst>
                                          <p:attrName>style.visibility</p:attrName>
                                        </p:attrNameLst>
                                      </p:cBhvr>
                                      <p:to>
                                        <p:strVal val="visible"/>
                                      </p:to>
                                    </p:set>
                                    <p:anim calcmode="lin" valueType="num">
                                      <p:cBhvr additive="base">
                                        <p:cTn id="67" dur="500" fill="hold"/>
                                        <p:tgtEl>
                                          <p:spTgt spid="9">
                                            <p:txEl>
                                              <p:pRg st="1" end="1"/>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9">
                                            <p:txEl>
                                              <p:pRg st="2" end="2"/>
                                            </p:txEl>
                                          </p:spTgt>
                                        </p:tgtEl>
                                        <p:attrNameLst>
                                          <p:attrName>style.visibility</p:attrName>
                                        </p:attrNameLst>
                                      </p:cBhvr>
                                      <p:to>
                                        <p:strVal val="visible"/>
                                      </p:to>
                                    </p:set>
                                    <p:anim calcmode="lin" valueType="num">
                                      <p:cBhvr additive="base">
                                        <p:cTn id="73" dur="500" fill="hold"/>
                                        <p:tgtEl>
                                          <p:spTgt spid="9">
                                            <p:txEl>
                                              <p:pRg st="2" end="2"/>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grpId="0" nodeType="clickEffect">
                                  <p:stCondLst>
                                    <p:cond delay="0"/>
                                  </p:stCondLst>
                                  <p:childTnLst>
                                    <p:set>
                                      <p:cBhvr>
                                        <p:cTn id="78" dur="1" fill="hold">
                                          <p:stCondLst>
                                            <p:cond delay="0"/>
                                          </p:stCondLst>
                                        </p:cTn>
                                        <p:tgtEl>
                                          <p:spTgt spid="9">
                                            <p:txEl>
                                              <p:pRg st="4" end="4"/>
                                            </p:txEl>
                                          </p:spTgt>
                                        </p:tgtEl>
                                        <p:attrNameLst>
                                          <p:attrName>style.visibility</p:attrName>
                                        </p:attrNameLst>
                                      </p:cBhvr>
                                      <p:to>
                                        <p:strVal val="visible"/>
                                      </p:to>
                                    </p:set>
                                    <p:anim calcmode="lin" valueType="num">
                                      <p:cBhvr additive="base">
                                        <p:cTn id="79" dur="500" fill="hold"/>
                                        <p:tgtEl>
                                          <p:spTgt spid="9">
                                            <p:txEl>
                                              <p:pRg st="4" end="4"/>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grpId="0" nodeType="clickEffect">
                                  <p:stCondLst>
                                    <p:cond delay="0"/>
                                  </p:stCondLst>
                                  <p:childTnLst>
                                    <p:set>
                                      <p:cBhvr>
                                        <p:cTn id="84" dur="1" fill="hold">
                                          <p:stCondLst>
                                            <p:cond delay="0"/>
                                          </p:stCondLst>
                                        </p:cTn>
                                        <p:tgtEl>
                                          <p:spTgt spid="9">
                                            <p:txEl>
                                              <p:pRg st="5" end="5"/>
                                            </p:txEl>
                                          </p:spTgt>
                                        </p:tgtEl>
                                        <p:attrNameLst>
                                          <p:attrName>style.visibility</p:attrName>
                                        </p:attrNameLst>
                                      </p:cBhvr>
                                      <p:to>
                                        <p:strVal val="visible"/>
                                      </p:to>
                                    </p:set>
                                    <p:anim calcmode="lin" valueType="num">
                                      <p:cBhvr additive="base">
                                        <p:cTn id="85" dur="500" fill="hold"/>
                                        <p:tgtEl>
                                          <p:spTgt spid="9">
                                            <p:txEl>
                                              <p:pRg st="5" end="5"/>
                                            </p:txEl>
                                          </p:spTgt>
                                        </p:tgtEl>
                                        <p:attrNameLst>
                                          <p:attrName>ppt_x</p:attrName>
                                        </p:attrNameLst>
                                      </p:cBhvr>
                                      <p:tavLst>
                                        <p:tav tm="0">
                                          <p:val>
                                            <p:strVal val="#ppt_x"/>
                                          </p:val>
                                        </p:tav>
                                        <p:tav tm="100000">
                                          <p:val>
                                            <p:strVal val="#ppt_x"/>
                                          </p:val>
                                        </p:tav>
                                      </p:tavLst>
                                    </p:anim>
                                    <p:anim calcmode="lin" valueType="num">
                                      <p:cBhvr additive="base">
                                        <p:cTn id="86" dur="500" fill="hold"/>
                                        <p:tgtEl>
                                          <p:spTgt spid="9">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4" fill="hold" grpId="0" nodeType="clickEffect">
                                  <p:stCondLst>
                                    <p:cond delay="0"/>
                                  </p:stCondLst>
                                  <p:childTnLst>
                                    <p:set>
                                      <p:cBhvr>
                                        <p:cTn id="90" dur="1" fill="hold">
                                          <p:stCondLst>
                                            <p:cond delay="0"/>
                                          </p:stCondLst>
                                        </p:cTn>
                                        <p:tgtEl>
                                          <p:spTgt spid="9">
                                            <p:txEl>
                                              <p:pRg st="7" end="7"/>
                                            </p:txEl>
                                          </p:spTgt>
                                        </p:tgtEl>
                                        <p:attrNameLst>
                                          <p:attrName>style.visibility</p:attrName>
                                        </p:attrNameLst>
                                      </p:cBhvr>
                                      <p:to>
                                        <p:strVal val="visible"/>
                                      </p:to>
                                    </p:set>
                                    <p:anim calcmode="lin" valueType="num">
                                      <p:cBhvr additive="base">
                                        <p:cTn id="91" dur="500" fill="hold"/>
                                        <p:tgtEl>
                                          <p:spTgt spid="9">
                                            <p:txEl>
                                              <p:pRg st="7" end="7"/>
                                            </p:txEl>
                                          </p:spTgt>
                                        </p:tgtEl>
                                        <p:attrNameLst>
                                          <p:attrName>ppt_x</p:attrName>
                                        </p:attrNameLst>
                                      </p:cBhvr>
                                      <p:tavLst>
                                        <p:tav tm="0">
                                          <p:val>
                                            <p:strVal val="#ppt_x"/>
                                          </p:val>
                                        </p:tav>
                                        <p:tav tm="100000">
                                          <p:val>
                                            <p:strVal val="#ppt_x"/>
                                          </p:val>
                                        </p:tav>
                                      </p:tavLst>
                                    </p:anim>
                                    <p:anim calcmode="lin" valueType="num">
                                      <p:cBhvr additive="base">
                                        <p:cTn id="92" dur="500" fill="hold"/>
                                        <p:tgtEl>
                                          <p:spTgt spid="9">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4" fill="hold" grpId="0" nodeType="clickEffect">
                                  <p:stCondLst>
                                    <p:cond delay="0"/>
                                  </p:stCondLst>
                                  <p:childTnLst>
                                    <p:set>
                                      <p:cBhvr>
                                        <p:cTn id="96" dur="1" fill="hold">
                                          <p:stCondLst>
                                            <p:cond delay="0"/>
                                          </p:stCondLst>
                                        </p:cTn>
                                        <p:tgtEl>
                                          <p:spTgt spid="9">
                                            <p:txEl>
                                              <p:pRg st="8" end="8"/>
                                            </p:txEl>
                                          </p:spTgt>
                                        </p:tgtEl>
                                        <p:attrNameLst>
                                          <p:attrName>style.visibility</p:attrName>
                                        </p:attrNameLst>
                                      </p:cBhvr>
                                      <p:to>
                                        <p:strVal val="visible"/>
                                      </p:to>
                                    </p:set>
                                    <p:anim calcmode="lin" valueType="num">
                                      <p:cBhvr additive="base">
                                        <p:cTn id="97" dur="500" fill="hold"/>
                                        <p:tgtEl>
                                          <p:spTgt spid="9">
                                            <p:txEl>
                                              <p:pRg st="8" end="8"/>
                                            </p:txEl>
                                          </p:spTgt>
                                        </p:tgtEl>
                                        <p:attrNameLst>
                                          <p:attrName>ppt_x</p:attrName>
                                        </p:attrNameLst>
                                      </p:cBhvr>
                                      <p:tavLst>
                                        <p:tav tm="0">
                                          <p:val>
                                            <p:strVal val="#ppt_x"/>
                                          </p:val>
                                        </p:tav>
                                        <p:tav tm="100000">
                                          <p:val>
                                            <p:strVal val="#ppt_x"/>
                                          </p:val>
                                        </p:tav>
                                      </p:tavLst>
                                    </p:anim>
                                    <p:anim calcmode="lin" valueType="num">
                                      <p:cBhvr additive="base">
                                        <p:cTn id="98" dur="500" fill="hold"/>
                                        <p:tgtEl>
                                          <p:spTgt spid="9">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2" presetClass="entr" presetSubtype="4" fill="hold" grpId="0" nodeType="clickEffect">
                                  <p:stCondLst>
                                    <p:cond delay="0"/>
                                  </p:stCondLst>
                                  <p:childTnLst>
                                    <p:set>
                                      <p:cBhvr>
                                        <p:cTn id="102" dur="1" fill="hold">
                                          <p:stCondLst>
                                            <p:cond delay="0"/>
                                          </p:stCondLst>
                                        </p:cTn>
                                        <p:tgtEl>
                                          <p:spTgt spid="10">
                                            <p:txEl>
                                              <p:pRg st="0" end="0"/>
                                            </p:txEl>
                                          </p:spTgt>
                                        </p:tgtEl>
                                        <p:attrNameLst>
                                          <p:attrName>style.visibility</p:attrName>
                                        </p:attrNameLst>
                                      </p:cBhvr>
                                      <p:to>
                                        <p:strVal val="visible"/>
                                      </p:to>
                                    </p:set>
                                    <p:anim calcmode="lin" valueType="num">
                                      <p:cBhvr additive="base">
                                        <p:cTn id="103"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104" dur="500" fill="hold"/>
                                        <p:tgtEl>
                                          <p:spTgt spid="1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2" presetClass="entr" presetSubtype="4" fill="hold" grpId="0" nodeType="clickEffect">
                                  <p:stCondLst>
                                    <p:cond delay="0"/>
                                  </p:stCondLst>
                                  <p:childTnLst>
                                    <p:set>
                                      <p:cBhvr>
                                        <p:cTn id="108" dur="1" fill="hold">
                                          <p:stCondLst>
                                            <p:cond delay="0"/>
                                          </p:stCondLst>
                                        </p:cTn>
                                        <p:tgtEl>
                                          <p:spTgt spid="10">
                                            <p:txEl>
                                              <p:pRg st="1" end="1"/>
                                            </p:txEl>
                                          </p:spTgt>
                                        </p:tgtEl>
                                        <p:attrNameLst>
                                          <p:attrName>style.visibility</p:attrName>
                                        </p:attrNameLst>
                                      </p:cBhvr>
                                      <p:to>
                                        <p:strVal val="visible"/>
                                      </p:to>
                                    </p:set>
                                    <p:anim calcmode="lin" valueType="num">
                                      <p:cBhvr additive="base">
                                        <p:cTn id="109" dur="500" fill="hold"/>
                                        <p:tgtEl>
                                          <p:spTgt spid="10">
                                            <p:txEl>
                                              <p:pRg st="1" end="1"/>
                                            </p:txEl>
                                          </p:spTgt>
                                        </p:tgtEl>
                                        <p:attrNameLst>
                                          <p:attrName>ppt_x</p:attrName>
                                        </p:attrNameLst>
                                      </p:cBhvr>
                                      <p:tavLst>
                                        <p:tav tm="0">
                                          <p:val>
                                            <p:strVal val="#ppt_x"/>
                                          </p:val>
                                        </p:tav>
                                        <p:tav tm="100000">
                                          <p:val>
                                            <p:strVal val="#ppt_x"/>
                                          </p:val>
                                        </p:tav>
                                      </p:tavLst>
                                    </p:anim>
                                    <p:anim calcmode="lin" valueType="num">
                                      <p:cBhvr additive="base">
                                        <p:cTn id="110" dur="500" fill="hold"/>
                                        <p:tgtEl>
                                          <p:spTgt spid="1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11" fill="hold">
                      <p:stCondLst>
                        <p:cond delay="indefinite"/>
                      </p:stCondLst>
                      <p:childTnLst>
                        <p:par>
                          <p:cTn id="112" fill="hold">
                            <p:stCondLst>
                              <p:cond delay="0"/>
                            </p:stCondLst>
                            <p:childTnLst>
                              <p:par>
                                <p:cTn id="113" presetID="2" presetClass="entr" presetSubtype="4" fill="hold" grpId="0" nodeType="clickEffect">
                                  <p:stCondLst>
                                    <p:cond delay="0"/>
                                  </p:stCondLst>
                                  <p:childTnLst>
                                    <p:set>
                                      <p:cBhvr>
                                        <p:cTn id="114" dur="1" fill="hold">
                                          <p:stCondLst>
                                            <p:cond delay="0"/>
                                          </p:stCondLst>
                                        </p:cTn>
                                        <p:tgtEl>
                                          <p:spTgt spid="10">
                                            <p:txEl>
                                              <p:pRg st="2" end="2"/>
                                            </p:txEl>
                                          </p:spTgt>
                                        </p:tgtEl>
                                        <p:attrNameLst>
                                          <p:attrName>style.visibility</p:attrName>
                                        </p:attrNameLst>
                                      </p:cBhvr>
                                      <p:to>
                                        <p:strVal val="visible"/>
                                      </p:to>
                                    </p:set>
                                    <p:anim calcmode="lin" valueType="num">
                                      <p:cBhvr additive="base">
                                        <p:cTn id="115" dur="500" fill="hold"/>
                                        <p:tgtEl>
                                          <p:spTgt spid="10">
                                            <p:txEl>
                                              <p:pRg st="2" end="2"/>
                                            </p:txEl>
                                          </p:spTgt>
                                        </p:tgtEl>
                                        <p:attrNameLst>
                                          <p:attrName>ppt_x</p:attrName>
                                        </p:attrNameLst>
                                      </p:cBhvr>
                                      <p:tavLst>
                                        <p:tav tm="0">
                                          <p:val>
                                            <p:strVal val="#ppt_x"/>
                                          </p:val>
                                        </p:tav>
                                        <p:tav tm="100000">
                                          <p:val>
                                            <p:strVal val="#ppt_x"/>
                                          </p:val>
                                        </p:tav>
                                      </p:tavLst>
                                    </p:anim>
                                    <p:anim calcmode="lin" valueType="num">
                                      <p:cBhvr additive="base">
                                        <p:cTn id="116" dur="500" fill="hold"/>
                                        <p:tgtEl>
                                          <p:spTgt spid="1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17" fill="hold">
                      <p:stCondLst>
                        <p:cond delay="indefinite"/>
                      </p:stCondLst>
                      <p:childTnLst>
                        <p:par>
                          <p:cTn id="118" fill="hold">
                            <p:stCondLst>
                              <p:cond delay="0"/>
                            </p:stCondLst>
                            <p:childTnLst>
                              <p:par>
                                <p:cTn id="119" presetID="2" presetClass="entr" presetSubtype="4" fill="hold" grpId="0" nodeType="clickEffect">
                                  <p:stCondLst>
                                    <p:cond delay="0"/>
                                  </p:stCondLst>
                                  <p:childTnLst>
                                    <p:set>
                                      <p:cBhvr>
                                        <p:cTn id="120" dur="1" fill="hold">
                                          <p:stCondLst>
                                            <p:cond delay="0"/>
                                          </p:stCondLst>
                                        </p:cTn>
                                        <p:tgtEl>
                                          <p:spTgt spid="10">
                                            <p:txEl>
                                              <p:pRg st="3" end="3"/>
                                            </p:txEl>
                                          </p:spTgt>
                                        </p:tgtEl>
                                        <p:attrNameLst>
                                          <p:attrName>style.visibility</p:attrName>
                                        </p:attrNameLst>
                                      </p:cBhvr>
                                      <p:to>
                                        <p:strVal val="visible"/>
                                      </p:to>
                                    </p:set>
                                    <p:anim calcmode="lin" valueType="num">
                                      <p:cBhvr additive="base">
                                        <p:cTn id="121" dur="500" fill="hold"/>
                                        <p:tgtEl>
                                          <p:spTgt spid="10">
                                            <p:txEl>
                                              <p:pRg st="3" end="3"/>
                                            </p:txEl>
                                          </p:spTgt>
                                        </p:tgtEl>
                                        <p:attrNameLst>
                                          <p:attrName>ppt_x</p:attrName>
                                        </p:attrNameLst>
                                      </p:cBhvr>
                                      <p:tavLst>
                                        <p:tav tm="0">
                                          <p:val>
                                            <p:strVal val="#ppt_x"/>
                                          </p:val>
                                        </p:tav>
                                        <p:tav tm="100000">
                                          <p:val>
                                            <p:strVal val="#ppt_x"/>
                                          </p:val>
                                        </p:tav>
                                      </p:tavLst>
                                    </p:anim>
                                    <p:anim calcmode="lin" valueType="num">
                                      <p:cBhvr additive="base">
                                        <p:cTn id="122" dur="500" fill="hold"/>
                                        <p:tgtEl>
                                          <p:spTgt spid="10">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23" fill="hold">
                      <p:stCondLst>
                        <p:cond delay="indefinite"/>
                      </p:stCondLst>
                      <p:childTnLst>
                        <p:par>
                          <p:cTn id="124" fill="hold">
                            <p:stCondLst>
                              <p:cond delay="0"/>
                            </p:stCondLst>
                            <p:childTnLst>
                              <p:par>
                                <p:cTn id="125" presetID="2" presetClass="entr" presetSubtype="4" fill="hold" grpId="0" nodeType="clickEffect">
                                  <p:stCondLst>
                                    <p:cond delay="0"/>
                                  </p:stCondLst>
                                  <p:childTnLst>
                                    <p:set>
                                      <p:cBhvr>
                                        <p:cTn id="126" dur="1" fill="hold">
                                          <p:stCondLst>
                                            <p:cond delay="0"/>
                                          </p:stCondLst>
                                        </p:cTn>
                                        <p:tgtEl>
                                          <p:spTgt spid="10">
                                            <p:txEl>
                                              <p:pRg st="4" end="4"/>
                                            </p:txEl>
                                          </p:spTgt>
                                        </p:tgtEl>
                                        <p:attrNameLst>
                                          <p:attrName>style.visibility</p:attrName>
                                        </p:attrNameLst>
                                      </p:cBhvr>
                                      <p:to>
                                        <p:strVal val="visible"/>
                                      </p:to>
                                    </p:set>
                                    <p:anim calcmode="lin" valueType="num">
                                      <p:cBhvr additive="base">
                                        <p:cTn id="127" dur="500" fill="hold"/>
                                        <p:tgtEl>
                                          <p:spTgt spid="10">
                                            <p:txEl>
                                              <p:pRg st="4" end="4"/>
                                            </p:txEl>
                                          </p:spTgt>
                                        </p:tgtEl>
                                        <p:attrNameLst>
                                          <p:attrName>ppt_x</p:attrName>
                                        </p:attrNameLst>
                                      </p:cBhvr>
                                      <p:tavLst>
                                        <p:tav tm="0">
                                          <p:val>
                                            <p:strVal val="#ppt_x"/>
                                          </p:val>
                                        </p:tav>
                                        <p:tav tm="100000">
                                          <p:val>
                                            <p:strVal val="#ppt_x"/>
                                          </p:val>
                                        </p:tav>
                                      </p:tavLst>
                                    </p:anim>
                                    <p:anim calcmode="lin" valueType="num">
                                      <p:cBhvr additive="base">
                                        <p:cTn id="128" dur="500" fill="hold"/>
                                        <p:tgtEl>
                                          <p:spTgt spid="10">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29" fill="hold">
                      <p:stCondLst>
                        <p:cond delay="indefinite"/>
                      </p:stCondLst>
                      <p:childTnLst>
                        <p:par>
                          <p:cTn id="130" fill="hold">
                            <p:stCondLst>
                              <p:cond delay="0"/>
                            </p:stCondLst>
                            <p:childTnLst>
                              <p:par>
                                <p:cTn id="131" presetID="2" presetClass="entr" presetSubtype="4" fill="hold" grpId="0" nodeType="clickEffect">
                                  <p:stCondLst>
                                    <p:cond delay="0"/>
                                  </p:stCondLst>
                                  <p:childTnLst>
                                    <p:set>
                                      <p:cBhvr>
                                        <p:cTn id="132" dur="1" fill="hold">
                                          <p:stCondLst>
                                            <p:cond delay="0"/>
                                          </p:stCondLst>
                                        </p:cTn>
                                        <p:tgtEl>
                                          <p:spTgt spid="10">
                                            <p:txEl>
                                              <p:pRg st="5" end="5"/>
                                            </p:txEl>
                                          </p:spTgt>
                                        </p:tgtEl>
                                        <p:attrNameLst>
                                          <p:attrName>style.visibility</p:attrName>
                                        </p:attrNameLst>
                                      </p:cBhvr>
                                      <p:to>
                                        <p:strVal val="visible"/>
                                      </p:to>
                                    </p:set>
                                    <p:anim calcmode="lin" valueType="num">
                                      <p:cBhvr additive="base">
                                        <p:cTn id="133" dur="500" fill="hold"/>
                                        <p:tgtEl>
                                          <p:spTgt spid="10">
                                            <p:txEl>
                                              <p:pRg st="5" end="5"/>
                                            </p:txEl>
                                          </p:spTgt>
                                        </p:tgtEl>
                                        <p:attrNameLst>
                                          <p:attrName>ppt_x</p:attrName>
                                        </p:attrNameLst>
                                      </p:cBhvr>
                                      <p:tavLst>
                                        <p:tav tm="0">
                                          <p:val>
                                            <p:strVal val="#ppt_x"/>
                                          </p:val>
                                        </p:tav>
                                        <p:tav tm="100000">
                                          <p:val>
                                            <p:strVal val="#ppt_x"/>
                                          </p:val>
                                        </p:tav>
                                      </p:tavLst>
                                    </p:anim>
                                    <p:anim calcmode="lin" valueType="num">
                                      <p:cBhvr additive="base">
                                        <p:cTn id="134" dur="500" fill="hold"/>
                                        <p:tgtEl>
                                          <p:spTgt spid="10">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P spid="9" grpId="0" build="p"/>
      <p:bldP spid="10" grpId="0" build="p"/>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56293F3B-ACE8-4D10-B1AD-A2233C9C9DCE}"/>
              </a:ext>
            </a:extLst>
          </p:cNvPr>
          <p:cNvSpPr>
            <a:spLocks noGrp="1"/>
          </p:cNvSpPr>
          <p:nvPr>
            <p:ph type="dt" sz="quarter" idx="10"/>
          </p:nvPr>
        </p:nvSpPr>
        <p:spPr/>
        <p:txBody>
          <a:bodyPr/>
          <a:lstStyle/>
          <a:p>
            <a:pPr>
              <a:defRPr/>
            </a:pPr>
            <a:fld id="{1A3491E4-0525-402D-9476-2FEBA2840436}" type="datetime1">
              <a:rPr lang="en-US" smtClean="0"/>
              <a:pPr>
                <a:defRPr/>
              </a:pPr>
              <a:t>5/17/2022</a:t>
            </a:fld>
            <a:endParaRPr lang="en-US"/>
          </a:p>
        </p:txBody>
      </p:sp>
      <p:sp>
        <p:nvSpPr>
          <p:cNvPr id="5" name="Footer Placeholder 4">
            <a:extLst>
              <a:ext uri="{FF2B5EF4-FFF2-40B4-BE49-F238E27FC236}">
                <a16:creationId xmlns:a16="http://schemas.microsoft.com/office/drawing/2014/main" id="{3DFD6D47-6DA4-4160-87D3-CCF591417AD7}"/>
              </a:ext>
            </a:extLst>
          </p:cNvPr>
          <p:cNvSpPr>
            <a:spLocks noGrp="1"/>
          </p:cNvSpPr>
          <p:nvPr>
            <p:ph type="ftr" sz="quarter" idx="11"/>
          </p:nvPr>
        </p:nvSpPr>
        <p:spPr>
          <a:xfrm>
            <a:off x="2971800" y="6356350"/>
            <a:ext cx="6858000" cy="365125"/>
          </a:xfrm>
        </p:spPr>
        <p:txBody>
          <a:bodyPr/>
          <a:lstStyle/>
          <a:p>
            <a:pPr>
              <a:defRPr/>
            </a:pPr>
            <a:r>
              <a:rPr lang="en-US"/>
              <a:t>(Programming in Advanced Python)                                 Unit No:2</a:t>
            </a:r>
          </a:p>
        </p:txBody>
      </p:sp>
      <p:sp>
        <p:nvSpPr>
          <p:cNvPr id="53252" name="Slide Number Placeholder 5">
            <a:extLst>
              <a:ext uri="{FF2B5EF4-FFF2-40B4-BE49-F238E27FC236}">
                <a16:creationId xmlns:a16="http://schemas.microsoft.com/office/drawing/2014/main" id="{39DB4BCE-855A-4A74-A502-F8C083ED2B5B}"/>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18DB879A-4F14-4049-BF01-3DC156801FFF}" type="slidenum">
              <a:rPr lang="en-US" altLang="en-US" sz="1200">
                <a:solidFill>
                  <a:srgbClr val="898989"/>
                </a:solidFill>
              </a:rPr>
              <a:pPr>
                <a:spcBef>
                  <a:spcPct val="0"/>
                </a:spcBef>
                <a:buFontTx/>
                <a:buNone/>
              </a:pPr>
              <a:t>72</a:t>
            </a:fld>
            <a:endParaRPr lang="en-US" altLang="en-US" sz="1200">
              <a:solidFill>
                <a:srgbClr val="898989"/>
              </a:solidFill>
            </a:endParaRPr>
          </a:p>
        </p:txBody>
      </p:sp>
      <p:sp>
        <p:nvSpPr>
          <p:cNvPr id="7" name="Title 1">
            <a:extLst>
              <a:ext uri="{FF2B5EF4-FFF2-40B4-BE49-F238E27FC236}">
                <a16:creationId xmlns:a16="http://schemas.microsoft.com/office/drawing/2014/main" id="{90A9CC62-E0F2-4324-B757-B1A892F02999}"/>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a:r>
              <a:rPr lang="en-IN" sz="3200"/>
              <a:t>Use of super() in single inheritance </a:t>
            </a:r>
          </a:p>
        </p:txBody>
      </p:sp>
      <p:sp>
        <p:nvSpPr>
          <p:cNvPr id="8" name="Rectangle 7"/>
          <p:cNvSpPr/>
          <p:nvPr/>
        </p:nvSpPr>
        <p:spPr>
          <a:xfrm>
            <a:off x="704539" y="734522"/>
            <a:ext cx="5546359" cy="4524315"/>
          </a:xfrm>
          <a:prstGeom prst="rect">
            <a:avLst/>
          </a:prstGeom>
        </p:spPr>
        <p:txBody>
          <a:bodyPr wrap="square">
            <a:spAutoFit/>
          </a:bodyPr>
          <a:lstStyle/>
          <a:p>
            <a:r>
              <a:rPr lang="en-IN" sz="2400">
                <a:latin typeface="+mj-lt"/>
              </a:rPr>
              <a:t>Example:</a:t>
            </a:r>
          </a:p>
          <a:p>
            <a:r>
              <a:rPr lang="en-IN" sz="2400">
                <a:latin typeface="+mj-lt"/>
              </a:rPr>
              <a:t>class Rectangle:</a:t>
            </a:r>
          </a:p>
          <a:p>
            <a:r>
              <a:rPr lang="en-IN" sz="2400">
                <a:latin typeface="+mj-lt"/>
              </a:rPr>
              <a:t>    def __init__(self, length, width):</a:t>
            </a:r>
          </a:p>
          <a:p>
            <a:r>
              <a:rPr lang="en-IN" sz="2400">
                <a:latin typeface="+mj-lt"/>
              </a:rPr>
              <a:t>        </a:t>
            </a:r>
            <a:r>
              <a:rPr lang="en-IN" sz="2400" err="1">
                <a:latin typeface="+mj-lt"/>
              </a:rPr>
              <a:t>self.length</a:t>
            </a:r>
            <a:r>
              <a:rPr lang="en-IN" sz="2400">
                <a:latin typeface="+mj-lt"/>
              </a:rPr>
              <a:t> = length</a:t>
            </a:r>
          </a:p>
          <a:p>
            <a:r>
              <a:rPr lang="en-IN" sz="2400">
                <a:latin typeface="+mj-lt"/>
              </a:rPr>
              <a:t>        </a:t>
            </a:r>
            <a:r>
              <a:rPr lang="en-IN" sz="2400" err="1">
                <a:latin typeface="+mj-lt"/>
              </a:rPr>
              <a:t>self.width</a:t>
            </a:r>
            <a:r>
              <a:rPr lang="en-IN" sz="2400">
                <a:latin typeface="+mj-lt"/>
              </a:rPr>
              <a:t> = width</a:t>
            </a:r>
          </a:p>
          <a:p>
            <a:endParaRPr lang="en-IN" sz="2400">
              <a:latin typeface="+mj-lt"/>
            </a:endParaRPr>
          </a:p>
          <a:p>
            <a:r>
              <a:rPr lang="en-IN" sz="2400">
                <a:latin typeface="+mj-lt"/>
              </a:rPr>
              <a:t>    def area(self):</a:t>
            </a:r>
          </a:p>
          <a:p>
            <a:r>
              <a:rPr lang="en-IN" sz="2400">
                <a:latin typeface="+mj-lt"/>
              </a:rPr>
              <a:t>        return </a:t>
            </a:r>
            <a:r>
              <a:rPr lang="en-IN" sz="2400" err="1">
                <a:latin typeface="+mj-lt"/>
              </a:rPr>
              <a:t>self.length</a:t>
            </a:r>
            <a:r>
              <a:rPr lang="en-IN" sz="2400">
                <a:latin typeface="+mj-lt"/>
              </a:rPr>
              <a:t> * </a:t>
            </a:r>
            <a:r>
              <a:rPr lang="en-IN" sz="2400" err="1">
                <a:latin typeface="+mj-lt"/>
              </a:rPr>
              <a:t>self.width</a:t>
            </a:r>
            <a:endParaRPr lang="en-IN" sz="2400">
              <a:latin typeface="+mj-lt"/>
            </a:endParaRPr>
          </a:p>
          <a:p>
            <a:endParaRPr lang="en-IN" sz="2400">
              <a:latin typeface="+mj-lt"/>
            </a:endParaRPr>
          </a:p>
          <a:p>
            <a:r>
              <a:rPr lang="en-IN" sz="2400">
                <a:latin typeface="+mj-lt"/>
              </a:rPr>
              <a:t>    def perimeter(self):</a:t>
            </a:r>
          </a:p>
          <a:p>
            <a:r>
              <a:rPr lang="en-IN" sz="2400">
                <a:latin typeface="+mj-lt"/>
              </a:rPr>
              <a:t>        return 2 * </a:t>
            </a:r>
            <a:r>
              <a:rPr lang="en-IN" sz="2400" err="1">
                <a:latin typeface="+mj-lt"/>
              </a:rPr>
              <a:t>self.length</a:t>
            </a:r>
            <a:r>
              <a:rPr lang="en-IN" sz="2400">
                <a:latin typeface="+mj-lt"/>
              </a:rPr>
              <a:t> + 2 * </a:t>
            </a:r>
            <a:r>
              <a:rPr lang="en-IN" sz="2400" err="1">
                <a:latin typeface="+mj-lt"/>
              </a:rPr>
              <a:t>self.width</a:t>
            </a:r>
            <a:endParaRPr lang="en-IN" sz="2400">
              <a:latin typeface="+mj-lt"/>
            </a:endParaRPr>
          </a:p>
          <a:p>
            <a:endParaRPr lang="en-IN" sz="2400">
              <a:latin typeface="+mj-lt"/>
            </a:endParaRPr>
          </a:p>
        </p:txBody>
      </p:sp>
      <p:sp>
        <p:nvSpPr>
          <p:cNvPr id="9" name="Rectangle 8"/>
          <p:cNvSpPr/>
          <p:nvPr/>
        </p:nvSpPr>
        <p:spPr>
          <a:xfrm>
            <a:off x="6328289" y="826962"/>
            <a:ext cx="5546359" cy="1200329"/>
          </a:xfrm>
          <a:prstGeom prst="rect">
            <a:avLst/>
          </a:prstGeom>
        </p:spPr>
        <p:txBody>
          <a:bodyPr wrap="square">
            <a:spAutoFit/>
          </a:bodyPr>
          <a:lstStyle/>
          <a:p>
            <a:r>
              <a:rPr lang="en-IN" sz="2400">
                <a:latin typeface="+mj-lt"/>
              </a:rPr>
              <a:t> class Square(Rectangle): </a:t>
            </a:r>
          </a:p>
          <a:p>
            <a:r>
              <a:rPr lang="en-IN" sz="2400">
                <a:latin typeface="+mj-lt"/>
              </a:rPr>
              <a:t>def __init__(self, length): 	super().__init__(length, length)</a:t>
            </a:r>
          </a:p>
        </p:txBody>
      </p:sp>
      <p:sp>
        <p:nvSpPr>
          <p:cNvPr id="10" name="Rectangle 9"/>
          <p:cNvSpPr/>
          <p:nvPr/>
        </p:nvSpPr>
        <p:spPr>
          <a:xfrm>
            <a:off x="6480689" y="4362138"/>
            <a:ext cx="5546359" cy="1323439"/>
          </a:xfrm>
          <a:prstGeom prst="rect">
            <a:avLst/>
          </a:prstGeom>
        </p:spPr>
        <p:txBody>
          <a:bodyPr wrap="square">
            <a:spAutoFit/>
          </a:bodyPr>
          <a:lstStyle/>
          <a:p>
            <a:r>
              <a:rPr lang="en-IN" sz="2000">
                <a:solidFill>
                  <a:srgbClr val="FF0000"/>
                </a:solidFill>
                <a:latin typeface="+mj-lt"/>
              </a:rPr>
              <a:t>square = Square(4)</a:t>
            </a:r>
          </a:p>
          <a:p>
            <a:r>
              <a:rPr lang="en-IN" sz="2000">
                <a:solidFill>
                  <a:srgbClr val="FF0000"/>
                </a:solidFill>
                <a:latin typeface="+mj-lt"/>
              </a:rPr>
              <a:t>&gt;&gt;&gt; </a:t>
            </a:r>
            <a:r>
              <a:rPr lang="en-IN" sz="2000" err="1">
                <a:solidFill>
                  <a:srgbClr val="FF0000"/>
                </a:solidFill>
                <a:latin typeface="+mj-lt"/>
              </a:rPr>
              <a:t>square.area</a:t>
            </a:r>
            <a:r>
              <a:rPr lang="en-IN" sz="2000">
                <a:solidFill>
                  <a:srgbClr val="FF0000"/>
                </a:solidFill>
                <a:latin typeface="+mj-lt"/>
              </a:rPr>
              <a:t>()</a:t>
            </a:r>
          </a:p>
          <a:p>
            <a:r>
              <a:rPr lang="en-IN" sz="2000">
                <a:solidFill>
                  <a:srgbClr val="FF0000"/>
                </a:solidFill>
                <a:latin typeface="+mj-lt"/>
              </a:rPr>
              <a:t>16</a:t>
            </a:r>
          </a:p>
          <a:p>
            <a:endParaRPr lang="en-IN" sz="2000">
              <a:solidFill>
                <a:srgbClr val="FF0000"/>
              </a:solidFill>
              <a:latin typeface="+mj-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additive="base">
                                        <p:cTn id="7"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xEl>
                                              <p:pRg st="1" end="1"/>
                                            </p:txEl>
                                          </p:spTgt>
                                        </p:tgtEl>
                                        <p:attrNameLst>
                                          <p:attrName>style.visibility</p:attrName>
                                        </p:attrNameLst>
                                      </p:cBhvr>
                                      <p:to>
                                        <p:strVal val="visible"/>
                                      </p:to>
                                    </p:set>
                                    <p:anim calcmode="lin" valueType="num">
                                      <p:cBhvr additive="base">
                                        <p:cTn id="13" dur="500" fill="hold"/>
                                        <p:tgtEl>
                                          <p:spTgt spid="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
                                            <p:txEl>
                                              <p:pRg st="2" end="2"/>
                                            </p:txEl>
                                          </p:spTgt>
                                        </p:tgtEl>
                                        <p:attrNameLst>
                                          <p:attrName>style.visibility</p:attrName>
                                        </p:attrNameLst>
                                      </p:cBhvr>
                                      <p:to>
                                        <p:strVal val="visible"/>
                                      </p:to>
                                    </p:set>
                                    <p:anim calcmode="lin" valueType="num">
                                      <p:cBhvr additive="base">
                                        <p:cTn id="19"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8">
                                            <p:txEl>
                                              <p:pRg st="3" end="3"/>
                                            </p:txEl>
                                          </p:spTgt>
                                        </p:tgtEl>
                                        <p:attrNameLst>
                                          <p:attrName>style.visibility</p:attrName>
                                        </p:attrNameLst>
                                      </p:cBhvr>
                                      <p:to>
                                        <p:strVal val="visible"/>
                                      </p:to>
                                    </p:set>
                                    <p:anim calcmode="lin" valueType="num">
                                      <p:cBhvr additive="base">
                                        <p:cTn id="25" dur="500" fill="hold"/>
                                        <p:tgtEl>
                                          <p:spTgt spid="8">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8">
                                            <p:txEl>
                                              <p:pRg st="4" end="4"/>
                                            </p:txEl>
                                          </p:spTgt>
                                        </p:tgtEl>
                                        <p:attrNameLst>
                                          <p:attrName>style.visibility</p:attrName>
                                        </p:attrNameLst>
                                      </p:cBhvr>
                                      <p:to>
                                        <p:strVal val="visible"/>
                                      </p:to>
                                    </p:set>
                                    <p:anim calcmode="lin" valueType="num">
                                      <p:cBhvr additive="base">
                                        <p:cTn id="31" dur="500" fill="hold"/>
                                        <p:tgtEl>
                                          <p:spTgt spid="8">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8">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8">
                                            <p:txEl>
                                              <p:pRg st="6" end="6"/>
                                            </p:txEl>
                                          </p:spTgt>
                                        </p:tgtEl>
                                        <p:attrNameLst>
                                          <p:attrName>style.visibility</p:attrName>
                                        </p:attrNameLst>
                                      </p:cBhvr>
                                      <p:to>
                                        <p:strVal val="visible"/>
                                      </p:to>
                                    </p:set>
                                    <p:anim calcmode="lin" valueType="num">
                                      <p:cBhvr additive="base">
                                        <p:cTn id="37" dur="500" fill="hold"/>
                                        <p:tgtEl>
                                          <p:spTgt spid="8">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8">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8">
                                            <p:txEl>
                                              <p:pRg st="7" end="7"/>
                                            </p:txEl>
                                          </p:spTgt>
                                        </p:tgtEl>
                                        <p:attrNameLst>
                                          <p:attrName>style.visibility</p:attrName>
                                        </p:attrNameLst>
                                      </p:cBhvr>
                                      <p:to>
                                        <p:strVal val="visible"/>
                                      </p:to>
                                    </p:set>
                                    <p:anim calcmode="lin" valueType="num">
                                      <p:cBhvr additive="base">
                                        <p:cTn id="43" dur="500" fill="hold"/>
                                        <p:tgtEl>
                                          <p:spTgt spid="8">
                                            <p:txEl>
                                              <p:pRg st="7" end="7"/>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8">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8">
                                            <p:txEl>
                                              <p:pRg st="9" end="9"/>
                                            </p:txEl>
                                          </p:spTgt>
                                        </p:tgtEl>
                                        <p:attrNameLst>
                                          <p:attrName>style.visibility</p:attrName>
                                        </p:attrNameLst>
                                      </p:cBhvr>
                                      <p:to>
                                        <p:strVal val="visible"/>
                                      </p:to>
                                    </p:set>
                                    <p:anim calcmode="lin" valueType="num">
                                      <p:cBhvr additive="base">
                                        <p:cTn id="49" dur="500" fill="hold"/>
                                        <p:tgtEl>
                                          <p:spTgt spid="8">
                                            <p:txEl>
                                              <p:pRg st="9" end="9"/>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8">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8">
                                            <p:txEl>
                                              <p:pRg st="10" end="10"/>
                                            </p:txEl>
                                          </p:spTgt>
                                        </p:tgtEl>
                                        <p:attrNameLst>
                                          <p:attrName>style.visibility</p:attrName>
                                        </p:attrNameLst>
                                      </p:cBhvr>
                                      <p:to>
                                        <p:strVal val="visible"/>
                                      </p:to>
                                    </p:set>
                                    <p:anim calcmode="lin" valueType="num">
                                      <p:cBhvr additive="base">
                                        <p:cTn id="55" dur="500" fill="hold"/>
                                        <p:tgtEl>
                                          <p:spTgt spid="8">
                                            <p:txEl>
                                              <p:pRg st="10" end="10"/>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8">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9">
                                            <p:txEl>
                                              <p:pRg st="0" end="0"/>
                                            </p:txEl>
                                          </p:spTgt>
                                        </p:tgtEl>
                                        <p:attrNameLst>
                                          <p:attrName>style.visibility</p:attrName>
                                        </p:attrNameLst>
                                      </p:cBhvr>
                                      <p:to>
                                        <p:strVal val="visible"/>
                                      </p:to>
                                    </p:set>
                                    <p:anim calcmode="lin" valueType="num">
                                      <p:cBhvr additive="base">
                                        <p:cTn id="61"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9">
                                            <p:txEl>
                                              <p:pRg st="1" end="1"/>
                                            </p:txEl>
                                          </p:spTgt>
                                        </p:tgtEl>
                                        <p:attrNameLst>
                                          <p:attrName>style.visibility</p:attrName>
                                        </p:attrNameLst>
                                      </p:cBhvr>
                                      <p:to>
                                        <p:strVal val="visible"/>
                                      </p:to>
                                    </p:set>
                                    <p:anim calcmode="lin" valueType="num">
                                      <p:cBhvr additive="base">
                                        <p:cTn id="67" dur="500" fill="hold"/>
                                        <p:tgtEl>
                                          <p:spTgt spid="9">
                                            <p:txEl>
                                              <p:pRg st="1" end="1"/>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10">
                                            <p:txEl>
                                              <p:pRg st="0" end="0"/>
                                            </p:txEl>
                                          </p:spTgt>
                                        </p:tgtEl>
                                        <p:attrNameLst>
                                          <p:attrName>style.visibility</p:attrName>
                                        </p:attrNameLst>
                                      </p:cBhvr>
                                      <p:to>
                                        <p:strVal val="visible"/>
                                      </p:to>
                                    </p:set>
                                    <p:anim calcmode="lin" valueType="num">
                                      <p:cBhvr additive="base">
                                        <p:cTn id="73"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1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grpId="0" nodeType="clickEffect">
                                  <p:stCondLst>
                                    <p:cond delay="0"/>
                                  </p:stCondLst>
                                  <p:childTnLst>
                                    <p:set>
                                      <p:cBhvr>
                                        <p:cTn id="78" dur="1" fill="hold">
                                          <p:stCondLst>
                                            <p:cond delay="0"/>
                                          </p:stCondLst>
                                        </p:cTn>
                                        <p:tgtEl>
                                          <p:spTgt spid="10">
                                            <p:txEl>
                                              <p:pRg st="1" end="1"/>
                                            </p:txEl>
                                          </p:spTgt>
                                        </p:tgtEl>
                                        <p:attrNameLst>
                                          <p:attrName>style.visibility</p:attrName>
                                        </p:attrNameLst>
                                      </p:cBhvr>
                                      <p:to>
                                        <p:strVal val="visible"/>
                                      </p:to>
                                    </p:set>
                                    <p:anim calcmode="lin" valueType="num">
                                      <p:cBhvr additive="base">
                                        <p:cTn id="79" dur="500" fill="hold"/>
                                        <p:tgtEl>
                                          <p:spTgt spid="10">
                                            <p:txEl>
                                              <p:pRg st="1" end="1"/>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1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grpId="0" nodeType="clickEffect">
                                  <p:stCondLst>
                                    <p:cond delay="0"/>
                                  </p:stCondLst>
                                  <p:childTnLst>
                                    <p:set>
                                      <p:cBhvr>
                                        <p:cTn id="84" dur="1" fill="hold">
                                          <p:stCondLst>
                                            <p:cond delay="0"/>
                                          </p:stCondLst>
                                        </p:cTn>
                                        <p:tgtEl>
                                          <p:spTgt spid="10">
                                            <p:txEl>
                                              <p:pRg st="2" end="2"/>
                                            </p:txEl>
                                          </p:spTgt>
                                        </p:tgtEl>
                                        <p:attrNameLst>
                                          <p:attrName>style.visibility</p:attrName>
                                        </p:attrNameLst>
                                      </p:cBhvr>
                                      <p:to>
                                        <p:strVal val="visible"/>
                                      </p:to>
                                    </p:set>
                                    <p:anim calcmode="lin" valueType="num">
                                      <p:cBhvr additive="base">
                                        <p:cTn id="85" dur="500" fill="hold"/>
                                        <p:tgtEl>
                                          <p:spTgt spid="10">
                                            <p:txEl>
                                              <p:pRg st="2" end="2"/>
                                            </p:txEl>
                                          </p:spTgt>
                                        </p:tgtEl>
                                        <p:attrNameLst>
                                          <p:attrName>ppt_x</p:attrName>
                                        </p:attrNameLst>
                                      </p:cBhvr>
                                      <p:tavLst>
                                        <p:tav tm="0">
                                          <p:val>
                                            <p:strVal val="#ppt_x"/>
                                          </p:val>
                                        </p:tav>
                                        <p:tav tm="100000">
                                          <p:val>
                                            <p:strVal val="#ppt_x"/>
                                          </p:val>
                                        </p:tav>
                                      </p:tavLst>
                                    </p:anim>
                                    <p:anim calcmode="lin" valueType="num">
                                      <p:cBhvr additive="base">
                                        <p:cTn id="86" dur="500" fill="hold"/>
                                        <p:tgtEl>
                                          <p:spTgt spid="10">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P spid="9" grpId="0" build="p"/>
      <p:bldP spid="10" grpId="0" build="p"/>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56293F3B-ACE8-4D10-B1AD-A2233C9C9DCE}"/>
              </a:ext>
            </a:extLst>
          </p:cNvPr>
          <p:cNvSpPr>
            <a:spLocks noGrp="1"/>
          </p:cNvSpPr>
          <p:nvPr>
            <p:ph type="dt" sz="quarter" idx="10"/>
          </p:nvPr>
        </p:nvSpPr>
        <p:spPr/>
        <p:txBody>
          <a:bodyPr/>
          <a:lstStyle/>
          <a:p>
            <a:pPr>
              <a:defRPr/>
            </a:pPr>
            <a:fld id="{1A3491E4-0525-402D-9476-2FEBA2840436}" type="datetime1">
              <a:rPr lang="en-US" smtClean="0"/>
              <a:pPr>
                <a:defRPr/>
              </a:pPr>
              <a:t>5/17/2022</a:t>
            </a:fld>
            <a:endParaRPr lang="en-US"/>
          </a:p>
        </p:txBody>
      </p:sp>
      <p:sp>
        <p:nvSpPr>
          <p:cNvPr id="5" name="Footer Placeholder 4">
            <a:extLst>
              <a:ext uri="{FF2B5EF4-FFF2-40B4-BE49-F238E27FC236}">
                <a16:creationId xmlns:a16="http://schemas.microsoft.com/office/drawing/2014/main" id="{3DFD6D47-6DA4-4160-87D3-CCF591417AD7}"/>
              </a:ext>
            </a:extLst>
          </p:cNvPr>
          <p:cNvSpPr>
            <a:spLocks noGrp="1"/>
          </p:cNvSpPr>
          <p:nvPr>
            <p:ph type="ftr" sz="quarter" idx="11"/>
          </p:nvPr>
        </p:nvSpPr>
        <p:spPr>
          <a:xfrm>
            <a:off x="2971800" y="6356350"/>
            <a:ext cx="6858000" cy="365125"/>
          </a:xfrm>
        </p:spPr>
        <p:txBody>
          <a:bodyPr/>
          <a:lstStyle/>
          <a:p>
            <a:pPr>
              <a:defRPr/>
            </a:pPr>
            <a:r>
              <a:rPr lang="en-US"/>
              <a:t>(Programming in Advanced Python)                                 Unit No:2</a:t>
            </a:r>
          </a:p>
        </p:txBody>
      </p:sp>
      <p:sp>
        <p:nvSpPr>
          <p:cNvPr id="53252" name="Slide Number Placeholder 5">
            <a:extLst>
              <a:ext uri="{FF2B5EF4-FFF2-40B4-BE49-F238E27FC236}">
                <a16:creationId xmlns:a16="http://schemas.microsoft.com/office/drawing/2014/main" id="{39DB4BCE-855A-4A74-A502-F8C083ED2B5B}"/>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18DB879A-4F14-4049-BF01-3DC156801FFF}" type="slidenum">
              <a:rPr lang="en-US" altLang="en-US" sz="1200">
                <a:solidFill>
                  <a:srgbClr val="898989"/>
                </a:solidFill>
              </a:rPr>
              <a:pPr>
                <a:spcBef>
                  <a:spcPct val="0"/>
                </a:spcBef>
                <a:buFontTx/>
                <a:buNone/>
              </a:pPr>
              <a:t>73</a:t>
            </a:fld>
            <a:endParaRPr lang="en-US" altLang="en-US" sz="1200">
              <a:solidFill>
                <a:srgbClr val="898989"/>
              </a:solidFill>
            </a:endParaRPr>
          </a:p>
        </p:txBody>
      </p:sp>
      <p:sp>
        <p:nvSpPr>
          <p:cNvPr id="7" name="Title 1">
            <a:extLst>
              <a:ext uri="{FF2B5EF4-FFF2-40B4-BE49-F238E27FC236}">
                <a16:creationId xmlns:a16="http://schemas.microsoft.com/office/drawing/2014/main" id="{90A9CC62-E0F2-4324-B757-B1A892F02999}"/>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a:r>
              <a:rPr lang="en-IN" sz="3200"/>
              <a:t>Use of super() with argument in single inheritance </a:t>
            </a:r>
          </a:p>
        </p:txBody>
      </p:sp>
      <p:sp>
        <p:nvSpPr>
          <p:cNvPr id="8" name="Rectangle 7"/>
          <p:cNvSpPr/>
          <p:nvPr/>
        </p:nvSpPr>
        <p:spPr>
          <a:xfrm>
            <a:off x="704539" y="734522"/>
            <a:ext cx="5546359" cy="4524315"/>
          </a:xfrm>
          <a:prstGeom prst="rect">
            <a:avLst/>
          </a:prstGeom>
        </p:spPr>
        <p:txBody>
          <a:bodyPr wrap="square">
            <a:spAutoFit/>
          </a:bodyPr>
          <a:lstStyle/>
          <a:p>
            <a:r>
              <a:rPr lang="en-IN" sz="2400">
                <a:latin typeface="+mj-lt"/>
              </a:rPr>
              <a:t>Example:</a:t>
            </a:r>
          </a:p>
          <a:p>
            <a:r>
              <a:rPr lang="en-IN" sz="2400">
                <a:latin typeface="+mj-lt"/>
              </a:rPr>
              <a:t>class Rectangle:</a:t>
            </a:r>
          </a:p>
          <a:p>
            <a:r>
              <a:rPr lang="en-IN" sz="2400">
                <a:latin typeface="+mj-lt"/>
              </a:rPr>
              <a:t>    def __init__(self, length, width):</a:t>
            </a:r>
          </a:p>
          <a:p>
            <a:r>
              <a:rPr lang="en-IN" sz="2400">
                <a:latin typeface="+mj-lt"/>
              </a:rPr>
              <a:t>        </a:t>
            </a:r>
            <a:r>
              <a:rPr lang="en-IN" sz="2400" err="1">
                <a:latin typeface="+mj-lt"/>
              </a:rPr>
              <a:t>self.length</a:t>
            </a:r>
            <a:r>
              <a:rPr lang="en-IN" sz="2400">
                <a:latin typeface="+mj-lt"/>
              </a:rPr>
              <a:t> = length</a:t>
            </a:r>
          </a:p>
          <a:p>
            <a:r>
              <a:rPr lang="en-IN" sz="2400">
                <a:latin typeface="+mj-lt"/>
              </a:rPr>
              <a:t>        </a:t>
            </a:r>
            <a:r>
              <a:rPr lang="en-IN" sz="2400" err="1">
                <a:latin typeface="+mj-lt"/>
              </a:rPr>
              <a:t>self.width</a:t>
            </a:r>
            <a:r>
              <a:rPr lang="en-IN" sz="2400">
                <a:latin typeface="+mj-lt"/>
              </a:rPr>
              <a:t> = width</a:t>
            </a:r>
          </a:p>
          <a:p>
            <a:endParaRPr lang="en-IN" sz="2400">
              <a:latin typeface="+mj-lt"/>
            </a:endParaRPr>
          </a:p>
          <a:p>
            <a:r>
              <a:rPr lang="en-IN" sz="2400">
                <a:latin typeface="+mj-lt"/>
              </a:rPr>
              <a:t>    def area(self):</a:t>
            </a:r>
          </a:p>
          <a:p>
            <a:r>
              <a:rPr lang="en-IN" sz="2400">
                <a:latin typeface="+mj-lt"/>
              </a:rPr>
              <a:t>        return </a:t>
            </a:r>
            <a:r>
              <a:rPr lang="en-IN" sz="2400" err="1">
                <a:latin typeface="+mj-lt"/>
              </a:rPr>
              <a:t>self.length</a:t>
            </a:r>
            <a:r>
              <a:rPr lang="en-IN" sz="2400">
                <a:latin typeface="+mj-lt"/>
              </a:rPr>
              <a:t> * </a:t>
            </a:r>
            <a:r>
              <a:rPr lang="en-IN" sz="2400" err="1">
                <a:latin typeface="+mj-lt"/>
              </a:rPr>
              <a:t>self.width</a:t>
            </a:r>
            <a:endParaRPr lang="en-IN" sz="2400">
              <a:latin typeface="+mj-lt"/>
            </a:endParaRPr>
          </a:p>
          <a:p>
            <a:endParaRPr lang="en-IN" sz="2400">
              <a:latin typeface="+mj-lt"/>
            </a:endParaRPr>
          </a:p>
          <a:p>
            <a:r>
              <a:rPr lang="en-IN" sz="2400">
                <a:latin typeface="+mj-lt"/>
              </a:rPr>
              <a:t>    def perimeter(self):</a:t>
            </a:r>
          </a:p>
          <a:p>
            <a:r>
              <a:rPr lang="en-IN" sz="2400">
                <a:latin typeface="+mj-lt"/>
              </a:rPr>
              <a:t>        return 2 * </a:t>
            </a:r>
            <a:r>
              <a:rPr lang="en-IN" sz="2400" err="1">
                <a:latin typeface="+mj-lt"/>
              </a:rPr>
              <a:t>self.length</a:t>
            </a:r>
            <a:r>
              <a:rPr lang="en-IN" sz="2400">
                <a:latin typeface="+mj-lt"/>
              </a:rPr>
              <a:t> + 2 * </a:t>
            </a:r>
            <a:r>
              <a:rPr lang="en-IN" sz="2400" err="1">
                <a:latin typeface="+mj-lt"/>
              </a:rPr>
              <a:t>self.width</a:t>
            </a:r>
            <a:endParaRPr lang="en-IN" sz="2400">
              <a:latin typeface="+mj-lt"/>
            </a:endParaRPr>
          </a:p>
          <a:p>
            <a:endParaRPr lang="en-IN" sz="2400">
              <a:latin typeface="+mj-lt"/>
            </a:endParaRPr>
          </a:p>
        </p:txBody>
      </p:sp>
      <p:sp>
        <p:nvSpPr>
          <p:cNvPr id="9" name="Rectangle 8"/>
          <p:cNvSpPr/>
          <p:nvPr/>
        </p:nvSpPr>
        <p:spPr>
          <a:xfrm>
            <a:off x="5576341" y="826962"/>
            <a:ext cx="6615659" cy="1200329"/>
          </a:xfrm>
          <a:prstGeom prst="rect">
            <a:avLst/>
          </a:prstGeom>
        </p:spPr>
        <p:txBody>
          <a:bodyPr wrap="square">
            <a:spAutoFit/>
          </a:bodyPr>
          <a:lstStyle/>
          <a:p>
            <a:r>
              <a:rPr lang="en-IN" sz="2400">
                <a:latin typeface="+mj-lt"/>
              </a:rPr>
              <a:t> class Square(Rectangle): </a:t>
            </a:r>
          </a:p>
          <a:p>
            <a:r>
              <a:rPr lang="en-IN" sz="2400">
                <a:latin typeface="+mj-lt"/>
              </a:rPr>
              <a:t>def __init__(self, length): 	super(</a:t>
            </a:r>
            <a:r>
              <a:rPr lang="en-IN" sz="2400" err="1">
                <a:latin typeface="+mj-lt"/>
              </a:rPr>
              <a:t>Square,self</a:t>
            </a:r>
            <a:r>
              <a:rPr lang="en-IN" sz="2400">
                <a:latin typeface="+mj-lt"/>
              </a:rPr>
              <a:t>).__init__(length, length)</a:t>
            </a:r>
          </a:p>
        </p:txBody>
      </p:sp>
      <p:sp>
        <p:nvSpPr>
          <p:cNvPr id="10" name="Rectangle 9"/>
          <p:cNvSpPr/>
          <p:nvPr/>
        </p:nvSpPr>
        <p:spPr>
          <a:xfrm>
            <a:off x="6255839" y="4661938"/>
            <a:ext cx="5546359" cy="1323439"/>
          </a:xfrm>
          <a:prstGeom prst="rect">
            <a:avLst/>
          </a:prstGeom>
        </p:spPr>
        <p:txBody>
          <a:bodyPr wrap="square">
            <a:spAutoFit/>
          </a:bodyPr>
          <a:lstStyle/>
          <a:p>
            <a:r>
              <a:rPr lang="en-IN" sz="2000">
                <a:solidFill>
                  <a:srgbClr val="FF0000"/>
                </a:solidFill>
                <a:latin typeface="+mj-lt"/>
              </a:rPr>
              <a:t>cube = cube(4)</a:t>
            </a:r>
          </a:p>
          <a:p>
            <a:r>
              <a:rPr lang="en-IN" sz="2000">
                <a:solidFill>
                  <a:srgbClr val="FF0000"/>
                </a:solidFill>
                <a:latin typeface="+mj-lt"/>
              </a:rPr>
              <a:t>&gt;&gt;&gt; </a:t>
            </a:r>
            <a:r>
              <a:rPr lang="en-IN" sz="2000" err="1">
                <a:solidFill>
                  <a:srgbClr val="FF0000"/>
                </a:solidFill>
                <a:latin typeface="+mj-lt"/>
              </a:rPr>
              <a:t>cube.surfacearea</a:t>
            </a:r>
            <a:r>
              <a:rPr lang="en-IN" sz="2000">
                <a:solidFill>
                  <a:srgbClr val="FF0000"/>
                </a:solidFill>
                <a:latin typeface="+mj-lt"/>
              </a:rPr>
              <a:t>()</a:t>
            </a:r>
          </a:p>
          <a:p>
            <a:r>
              <a:rPr lang="en-IN" sz="2000">
                <a:solidFill>
                  <a:srgbClr val="FF0000"/>
                </a:solidFill>
                <a:latin typeface="+mj-lt"/>
              </a:rPr>
              <a:t>16</a:t>
            </a:r>
          </a:p>
          <a:p>
            <a:endParaRPr lang="en-IN" sz="2000">
              <a:solidFill>
                <a:srgbClr val="FF0000"/>
              </a:solidFill>
              <a:latin typeface="+mj-lt"/>
            </a:endParaRPr>
          </a:p>
        </p:txBody>
      </p:sp>
      <p:sp>
        <p:nvSpPr>
          <p:cNvPr id="11" name="Rectangle 10"/>
          <p:cNvSpPr/>
          <p:nvPr/>
        </p:nvSpPr>
        <p:spPr>
          <a:xfrm>
            <a:off x="5531371" y="2463371"/>
            <a:ext cx="6660630" cy="1569660"/>
          </a:xfrm>
          <a:prstGeom prst="rect">
            <a:avLst/>
          </a:prstGeom>
        </p:spPr>
        <p:txBody>
          <a:bodyPr wrap="square">
            <a:spAutoFit/>
          </a:bodyPr>
          <a:lstStyle/>
          <a:p>
            <a:r>
              <a:rPr lang="en-IN" sz="2400">
                <a:latin typeface="+mj-lt"/>
              </a:rPr>
              <a:t> class Cube(Square): </a:t>
            </a:r>
          </a:p>
          <a:p>
            <a:r>
              <a:rPr lang="en-IN" sz="2400">
                <a:latin typeface="+mj-lt"/>
              </a:rPr>
              <a:t>def  </a:t>
            </a:r>
            <a:r>
              <a:rPr lang="en-IN" sz="2400" err="1">
                <a:latin typeface="+mj-lt"/>
              </a:rPr>
              <a:t>surfacearea</a:t>
            </a:r>
            <a:r>
              <a:rPr lang="en-IN" sz="2400">
                <a:latin typeface="+mj-lt"/>
              </a:rPr>
              <a:t>(self):	</a:t>
            </a:r>
            <a:r>
              <a:rPr lang="en-IN" sz="2400" err="1">
                <a:latin typeface="+mj-lt"/>
              </a:rPr>
              <a:t>face_area</a:t>
            </a:r>
            <a:r>
              <a:rPr lang="en-IN" sz="2400">
                <a:latin typeface="+mj-lt"/>
              </a:rPr>
              <a:t>=super(</a:t>
            </a:r>
            <a:r>
              <a:rPr lang="en-IN" sz="2400" err="1">
                <a:latin typeface="+mj-lt"/>
              </a:rPr>
              <a:t>Square,self</a:t>
            </a:r>
            <a:r>
              <a:rPr lang="en-IN" sz="2400">
                <a:latin typeface="+mj-lt"/>
              </a:rPr>
              <a:t>).area()</a:t>
            </a:r>
          </a:p>
          <a:p>
            <a:r>
              <a:rPr lang="en-IN" sz="2400">
                <a:latin typeface="+mj-lt"/>
              </a:rPr>
              <a:t>	return </a:t>
            </a:r>
            <a:r>
              <a:rPr lang="en-IN" sz="2400" err="1">
                <a:latin typeface="+mj-lt"/>
              </a:rPr>
              <a:t>face_area</a:t>
            </a:r>
            <a:r>
              <a:rPr lang="en-IN" sz="2400">
                <a:latin typeface="+mj-lt"/>
              </a:rPr>
              <a:t>*6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additive="base">
                                        <p:cTn id="7"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xEl>
                                              <p:pRg st="1" end="1"/>
                                            </p:txEl>
                                          </p:spTgt>
                                        </p:tgtEl>
                                        <p:attrNameLst>
                                          <p:attrName>style.visibility</p:attrName>
                                        </p:attrNameLst>
                                      </p:cBhvr>
                                      <p:to>
                                        <p:strVal val="visible"/>
                                      </p:to>
                                    </p:set>
                                    <p:anim calcmode="lin" valueType="num">
                                      <p:cBhvr additive="base">
                                        <p:cTn id="13" dur="500" fill="hold"/>
                                        <p:tgtEl>
                                          <p:spTgt spid="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
                                            <p:txEl>
                                              <p:pRg st="2" end="2"/>
                                            </p:txEl>
                                          </p:spTgt>
                                        </p:tgtEl>
                                        <p:attrNameLst>
                                          <p:attrName>style.visibility</p:attrName>
                                        </p:attrNameLst>
                                      </p:cBhvr>
                                      <p:to>
                                        <p:strVal val="visible"/>
                                      </p:to>
                                    </p:set>
                                    <p:anim calcmode="lin" valueType="num">
                                      <p:cBhvr additive="base">
                                        <p:cTn id="19"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8">
                                            <p:txEl>
                                              <p:pRg st="3" end="3"/>
                                            </p:txEl>
                                          </p:spTgt>
                                        </p:tgtEl>
                                        <p:attrNameLst>
                                          <p:attrName>style.visibility</p:attrName>
                                        </p:attrNameLst>
                                      </p:cBhvr>
                                      <p:to>
                                        <p:strVal val="visible"/>
                                      </p:to>
                                    </p:set>
                                    <p:anim calcmode="lin" valueType="num">
                                      <p:cBhvr additive="base">
                                        <p:cTn id="25" dur="500" fill="hold"/>
                                        <p:tgtEl>
                                          <p:spTgt spid="8">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8">
                                            <p:txEl>
                                              <p:pRg st="4" end="4"/>
                                            </p:txEl>
                                          </p:spTgt>
                                        </p:tgtEl>
                                        <p:attrNameLst>
                                          <p:attrName>style.visibility</p:attrName>
                                        </p:attrNameLst>
                                      </p:cBhvr>
                                      <p:to>
                                        <p:strVal val="visible"/>
                                      </p:to>
                                    </p:set>
                                    <p:anim calcmode="lin" valueType="num">
                                      <p:cBhvr additive="base">
                                        <p:cTn id="31" dur="500" fill="hold"/>
                                        <p:tgtEl>
                                          <p:spTgt spid="8">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8">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8">
                                            <p:txEl>
                                              <p:pRg st="6" end="6"/>
                                            </p:txEl>
                                          </p:spTgt>
                                        </p:tgtEl>
                                        <p:attrNameLst>
                                          <p:attrName>style.visibility</p:attrName>
                                        </p:attrNameLst>
                                      </p:cBhvr>
                                      <p:to>
                                        <p:strVal val="visible"/>
                                      </p:to>
                                    </p:set>
                                    <p:anim calcmode="lin" valueType="num">
                                      <p:cBhvr additive="base">
                                        <p:cTn id="37" dur="500" fill="hold"/>
                                        <p:tgtEl>
                                          <p:spTgt spid="8">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8">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8">
                                            <p:txEl>
                                              <p:pRg st="7" end="7"/>
                                            </p:txEl>
                                          </p:spTgt>
                                        </p:tgtEl>
                                        <p:attrNameLst>
                                          <p:attrName>style.visibility</p:attrName>
                                        </p:attrNameLst>
                                      </p:cBhvr>
                                      <p:to>
                                        <p:strVal val="visible"/>
                                      </p:to>
                                    </p:set>
                                    <p:anim calcmode="lin" valueType="num">
                                      <p:cBhvr additive="base">
                                        <p:cTn id="43" dur="500" fill="hold"/>
                                        <p:tgtEl>
                                          <p:spTgt spid="8">
                                            <p:txEl>
                                              <p:pRg st="7" end="7"/>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8">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8">
                                            <p:txEl>
                                              <p:pRg st="9" end="9"/>
                                            </p:txEl>
                                          </p:spTgt>
                                        </p:tgtEl>
                                        <p:attrNameLst>
                                          <p:attrName>style.visibility</p:attrName>
                                        </p:attrNameLst>
                                      </p:cBhvr>
                                      <p:to>
                                        <p:strVal val="visible"/>
                                      </p:to>
                                    </p:set>
                                    <p:anim calcmode="lin" valueType="num">
                                      <p:cBhvr additive="base">
                                        <p:cTn id="49" dur="500" fill="hold"/>
                                        <p:tgtEl>
                                          <p:spTgt spid="8">
                                            <p:txEl>
                                              <p:pRg st="9" end="9"/>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8">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8">
                                            <p:txEl>
                                              <p:pRg st="10" end="10"/>
                                            </p:txEl>
                                          </p:spTgt>
                                        </p:tgtEl>
                                        <p:attrNameLst>
                                          <p:attrName>style.visibility</p:attrName>
                                        </p:attrNameLst>
                                      </p:cBhvr>
                                      <p:to>
                                        <p:strVal val="visible"/>
                                      </p:to>
                                    </p:set>
                                    <p:anim calcmode="lin" valueType="num">
                                      <p:cBhvr additive="base">
                                        <p:cTn id="55" dur="500" fill="hold"/>
                                        <p:tgtEl>
                                          <p:spTgt spid="8">
                                            <p:txEl>
                                              <p:pRg st="10" end="10"/>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8">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9">
                                            <p:txEl>
                                              <p:pRg st="0" end="0"/>
                                            </p:txEl>
                                          </p:spTgt>
                                        </p:tgtEl>
                                        <p:attrNameLst>
                                          <p:attrName>style.visibility</p:attrName>
                                        </p:attrNameLst>
                                      </p:cBhvr>
                                      <p:to>
                                        <p:strVal val="visible"/>
                                      </p:to>
                                    </p:set>
                                    <p:anim calcmode="lin" valueType="num">
                                      <p:cBhvr additive="base">
                                        <p:cTn id="61"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9">
                                            <p:txEl>
                                              <p:pRg st="1" end="1"/>
                                            </p:txEl>
                                          </p:spTgt>
                                        </p:tgtEl>
                                        <p:attrNameLst>
                                          <p:attrName>style.visibility</p:attrName>
                                        </p:attrNameLst>
                                      </p:cBhvr>
                                      <p:to>
                                        <p:strVal val="visible"/>
                                      </p:to>
                                    </p:set>
                                    <p:anim calcmode="lin" valueType="num">
                                      <p:cBhvr additive="base">
                                        <p:cTn id="67" dur="500" fill="hold"/>
                                        <p:tgtEl>
                                          <p:spTgt spid="9">
                                            <p:txEl>
                                              <p:pRg st="1" end="1"/>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10">
                                            <p:txEl>
                                              <p:pRg st="0" end="0"/>
                                            </p:txEl>
                                          </p:spTgt>
                                        </p:tgtEl>
                                        <p:attrNameLst>
                                          <p:attrName>style.visibility</p:attrName>
                                        </p:attrNameLst>
                                      </p:cBhvr>
                                      <p:to>
                                        <p:strVal val="visible"/>
                                      </p:to>
                                    </p:set>
                                    <p:anim calcmode="lin" valueType="num">
                                      <p:cBhvr additive="base">
                                        <p:cTn id="73"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1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grpId="0" nodeType="clickEffect">
                                  <p:stCondLst>
                                    <p:cond delay="0"/>
                                  </p:stCondLst>
                                  <p:childTnLst>
                                    <p:set>
                                      <p:cBhvr>
                                        <p:cTn id="78" dur="1" fill="hold">
                                          <p:stCondLst>
                                            <p:cond delay="0"/>
                                          </p:stCondLst>
                                        </p:cTn>
                                        <p:tgtEl>
                                          <p:spTgt spid="10">
                                            <p:txEl>
                                              <p:pRg st="1" end="1"/>
                                            </p:txEl>
                                          </p:spTgt>
                                        </p:tgtEl>
                                        <p:attrNameLst>
                                          <p:attrName>style.visibility</p:attrName>
                                        </p:attrNameLst>
                                      </p:cBhvr>
                                      <p:to>
                                        <p:strVal val="visible"/>
                                      </p:to>
                                    </p:set>
                                    <p:anim calcmode="lin" valueType="num">
                                      <p:cBhvr additive="base">
                                        <p:cTn id="79" dur="500" fill="hold"/>
                                        <p:tgtEl>
                                          <p:spTgt spid="10">
                                            <p:txEl>
                                              <p:pRg st="1" end="1"/>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1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grpId="0" nodeType="clickEffect">
                                  <p:stCondLst>
                                    <p:cond delay="0"/>
                                  </p:stCondLst>
                                  <p:childTnLst>
                                    <p:set>
                                      <p:cBhvr>
                                        <p:cTn id="84" dur="1" fill="hold">
                                          <p:stCondLst>
                                            <p:cond delay="0"/>
                                          </p:stCondLst>
                                        </p:cTn>
                                        <p:tgtEl>
                                          <p:spTgt spid="10">
                                            <p:txEl>
                                              <p:pRg st="2" end="2"/>
                                            </p:txEl>
                                          </p:spTgt>
                                        </p:tgtEl>
                                        <p:attrNameLst>
                                          <p:attrName>style.visibility</p:attrName>
                                        </p:attrNameLst>
                                      </p:cBhvr>
                                      <p:to>
                                        <p:strVal val="visible"/>
                                      </p:to>
                                    </p:set>
                                    <p:anim calcmode="lin" valueType="num">
                                      <p:cBhvr additive="base">
                                        <p:cTn id="85" dur="500" fill="hold"/>
                                        <p:tgtEl>
                                          <p:spTgt spid="10">
                                            <p:txEl>
                                              <p:pRg st="2" end="2"/>
                                            </p:txEl>
                                          </p:spTgt>
                                        </p:tgtEl>
                                        <p:attrNameLst>
                                          <p:attrName>ppt_x</p:attrName>
                                        </p:attrNameLst>
                                      </p:cBhvr>
                                      <p:tavLst>
                                        <p:tav tm="0">
                                          <p:val>
                                            <p:strVal val="#ppt_x"/>
                                          </p:val>
                                        </p:tav>
                                        <p:tav tm="100000">
                                          <p:val>
                                            <p:strVal val="#ppt_x"/>
                                          </p:val>
                                        </p:tav>
                                      </p:tavLst>
                                    </p:anim>
                                    <p:anim calcmode="lin" valueType="num">
                                      <p:cBhvr additive="base">
                                        <p:cTn id="86" dur="500" fill="hold"/>
                                        <p:tgtEl>
                                          <p:spTgt spid="1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4" fill="hold" grpId="0" nodeType="clickEffect">
                                  <p:stCondLst>
                                    <p:cond delay="0"/>
                                  </p:stCondLst>
                                  <p:childTnLst>
                                    <p:set>
                                      <p:cBhvr>
                                        <p:cTn id="90" dur="1" fill="hold">
                                          <p:stCondLst>
                                            <p:cond delay="0"/>
                                          </p:stCondLst>
                                        </p:cTn>
                                        <p:tgtEl>
                                          <p:spTgt spid="11">
                                            <p:txEl>
                                              <p:pRg st="0" end="0"/>
                                            </p:txEl>
                                          </p:spTgt>
                                        </p:tgtEl>
                                        <p:attrNameLst>
                                          <p:attrName>style.visibility</p:attrName>
                                        </p:attrNameLst>
                                      </p:cBhvr>
                                      <p:to>
                                        <p:strVal val="visible"/>
                                      </p:to>
                                    </p:set>
                                    <p:anim calcmode="lin" valueType="num">
                                      <p:cBhvr additive="base">
                                        <p:cTn id="91" dur="500" fill="hold"/>
                                        <p:tgtEl>
                                          <p:spTgt spid="11">
                                            <p:txEl>
                                              <p:pRg st="0" end="0"/>
                                            </p:txEl>
                                          </p:spTgt>
                                        </p:tgtEl>
                                        <p:attrNameLst>
                                          <p:attrName>ppt_x</p:attrName>
                                        </p:attrNameLst>
                                      </p:cBhvr>
                                      <p:tavLst>
                                        <p:tav tm="0">
                                          <p:val>
                                            <p:strVal val="#ppt_x"/>
                                          </p:val>
                                        </p:tav>
                                        <p:tav tm="100000">
                                          <p:val>
                                            <p:strVal val="#ppt_x"/>
                                          </p:val>
                                        </p:tav>
                                      </p:tavLst>
                                    </p:anim>
                                    <p:anim calcmode="lin" valueType="num">
                                      <p:cBhvr additive="base">
                                        <p:cTn id="92" dur="500" fill="hold"/>
                                        <p:tgtEl>
                                          <p:spTgt spid="1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4" fill="hold" grpId="0" nodeType="clickEffect">
                                  <p:stCondLst>
                                    <p:cond delay="0"/>
                                  </p:stCondLst>
                                  <p:childTnLst>
                                    <p:set>
                                      <p:cBhvr>
                                        <p:cTn id="96" dur="1" fill="hold">
                                          <p:stCondLst>
                                            <p:cond delay="0"/>
                                          </p:stCondLst>
                                        </p:cTn>
                                        <p:tgtEl>
                                          <p:spTgt spid="11">
                                            <p:txEl>
                                              <p:pRg st="1" end="1"/>
                                            </p:txEl>
                                          </p:spTgt>
                                        </p:tgtEl>
                                        <p:attrNameLst>
                                          <p:attrName>style.visibility</p:attrName>
                                        </p:attrNameLst>
                                      </p:cBhvr>
                                      <p:to>
                                        <p:strVal val="visible"/>
                                      </p:to>
                                    </p:set>
                                    <p:anim calcmode="lin" valueType="num">
                                      <p:cBhvr additive="base">
                                        <p:cTn id="97" dur="500" fill="hold"/>
                                        <p:tgtEl>
                                          <p:spTgt spid="11">
                                            <p:txEl>
                                              <p:pRg st="1" end="1"/>
                                            </p:txEl>
                                          </p:spTgt>
                                        </p:tgtEl>
                                        <p:attrNameLst>
                                          <p:attrName>ppt_x</p:attrName>
                                        </p:attrNameLst>
                                      </p:cBhvr>
                                      <p:tavLst>
                                        <p:tav tm="0">
                                          <p:val>
                                            <p:strVal val="#ppt_x"/>
                                          </p:val>
                                        </p:tav>
                                        <p:tav tm="100000">
                                          <p:val>
                                            <p:strVal val="#ppt_x"/>
                                          </p:val>
                                        </p:tav>
                                      </p:tavLst>
                                    </p:anim>
                                    <p:anim calcmode="lin" valueType="num">
                                      <p:cBhvr additive="base">
                                        <p:cTn id="98" dur="500" fill="hold"/>
                                        <p:tgtEl>
                                          <p:spTgt spid="1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2" presetClass="entr" presetSubtype="4" fill="hold" grpId="0" nodeType="clickEffect">
                                  <p:stCondLst>
                                    <p:cond delay="0"/>
                                  </p:stCondLst>
                                  <p:childTnLst>
                                    <p:set>
                                      <p:cBhvr>
                                        <p:cTn id="102" dur="1" fill="hold">
                                          <p:stCondLst>
                                            <p:cond delay="0"/>
                                          </p:stCondLst>
                                        </p:cTn>
                                        <p:tgtEl>
                                          <p:spTgt spid="11">
                                            <p:txEl>
                                              <p:pRg st="2" end="2"/>
                                            </p:txEl>
                                          </p:spTgt>
                                        </p:tgtEl>
                                        <p:attrNameLst>
                                          <p:attrName>style.visibility</p:attrName>
                                        </p:attrNameLst>
                                      </p:cBhvr>
                                      <p:to>
                                        <p:strVal val="visible"/>
                                      </p:to>
                                    </p:set>
                                    <p:anim calcmode="lin" valueType="num">
                                      <p:cBhvr additive="base">
                                        <p:cTn id="103" dur="500" fill="hold"/>
                                        <p:tgtEl>
                                          <p:spTgt spid="11">
                                            <p:txEl>
                                              <p:pRg st="2" end="2"/>
                                            </p:txEl>
                                          </p:spTgt>
                                        </p:tgtEl>
                                        <p:attrNameLst>
                                          <p:attrName>ppt_x</p:attrName>
                                        </p:attrNameLst>
                                      </p:cBhvr>
                                      <p:tavLst>
                                        <p:tav tm="0">
                                          <p:val>
                                            <p:strVal val="#ppt_x"/>
                                          </p:val>
                                        </p:tav>
                                        <p:tav tm="100000">
                                          <p:val>
                                            <p:strVal val="#ppt_x"/>
                                          </p:val>
                                        </p:tav>
                                      </p:tavLst>
                                    </p:anim>
                                    <p:anim calcmode="lin" valueType="num">
                                      <p:cBhvr additive="base">
                                        <p:cTn id="104" dur="500" fill="hold"/>
                                        <p:tgtEl>
                                          <p:spTgt spid="11">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P spid="9" grpId="0" build="p"/>
      <p:bldP spid="10" grpId="0" build="p"/>
      <p:bldP spid="11" grpId="0" build="p"/>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56293F3B-ACE8-4D10-B1AD-A2233C9C9DCE}"/>
              </a:ext>
            </a:extLst>
          </p:cNvPr>
          <p:cNvSpPr>
            <a:spLocks noGrp="1"/>
          </p:cNvSpPr>
          <p:nvPr>
            <p:ph type="dt" sz="quarter" idx="10"/>
          </p:nvPr>
        </p:nvSpPr>
        <p:spPr/>
        <p:txBody>
          <a:bodyPr/>
          <a:lstStyle/>
          <a:p>
            <a:pPr>
              <a:defRPr/>
            </a:pPr>
            <a:fld id="{1A3491E4-0525-402D-9476-2FEBA2840436}" type="datetime1">
              <a:rPr lang="en-US" smtClean="0"/>
              <a:pPr>
                <a:defRPr/>
              </a:pPr>
              <a:t>5/17/2022</a:t>
            </a:fld>
            <a:endParaRPr lang="en-US"/>
          </a:p>
        </p:txBody>
      </p:sp>
      <p:sp>
        <p:nvSpPr>
          <p:cNvPr id="5" name="Footer Placeholder 4">
            <a:extLst>
              <a:ext uri="{FF2B5EF4-FFF2-40B4-BE49-F238E27FC236}">
                <a16:creationId xmlns:a16="http://schemas.microsoft.com/office/drawing/2014/main" id="{3DFD6D47-6DA4-4160-87D3-CCF591417AD7}"/>
              </a:ext>
            </a:extLst>
          </p:cNvPr>
          <p:cNvSpPr>
            <a:spLocks noGrp="1"/>
          </p:cNvSpPr>
          <p:nvPr>
            <p:ph type="ftr" sz="quarter" idx="11"/>
          </p:nvPr>
        </p:nvSpPr>
        <p:spPr>
          <a:xfrm>
            <a:off x="2971800" y="6356350"/>
            <a:ext cx="6858000" cy="365125"/>
          </a:xfrm>
        </p:spPr>
        <p:txBody>
          <a:bodyPr/>
          <a:lstStyle/>
          <a:p>
            <a:pPr>
              <a:defRPr/>
            </a:pPr>
            <a:r>
              <a:rPr lang="en-US"/>
              <a:t>(Programming in Advanced Python)                                 Unit No:2</a:t>
            </a:r>
          </a:p>
        </p:txBody>
      </p:sp>
      <p:sp>
        <p:nvSpPr>
          <p:cNvPr id="53252" name="Slide Number Placeholder 5">
            <a:extLst>
              <a:ext uri="{FF2B5EF4-FFF2-40B4-BE49-F238E27FC236}">
                <a16:creationId xmlns:a16="http://schemas.microsoft.com/office/drawing/2014/main" id="{39DB4BCE-855A-4A74-A502-F8C083ED2B5B}"/>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18DB879A-4F14-4049-BF01-3DC156801FFF}" type="slidenum">
              <a:rPr lang="en-US" altLang="en-US" sz="1200">
                <a:solidFill>
                  <a:srgbClr val="898989"/>
                </a:solidFill>
              </a:rPr>
              <a:pPr>
                <a:spcBef>
                  <a:spcPct val="0"/>
                </a:spcBef>
                <a:buFontTx/>
                <a:buNone/>
              </a:pPr>
              <a:t>74</a:t>
            </a:fld>
            <a:endParaRPr lang="en-US" altLang="en-US" sz="1200">
              <a:solidFill>
                <a:srgbClr val="898989"/>
              </a:solidFill>
            </a:endParaRPr>
          </a:p>
        </p:txBody>
      </p:sp>
      <p:sp>
        <p:nvSpPr>
          <p:cNvPr id="7" name="Title 1">
            <a:extLst>
              <a:ext uri="{FF2B5EF4-FFF2-40B4-BE49-F238E27FC236}">
                <a16:creationId xmlns:a16="http://schemas.microsoft.com/office/drawing/2014/main" id="{90A9CC62-E0F2-4324-B757-B1A892F02999}"/>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a:r>
              <a:rPr lang="en-IN" sz="3200"/>
              <a:t>Use of super() function in multiple inheritance</a:t>
            </a:r>
          </a:p>
        </p:txBody>
      </p:sp>
      <p:sp>
        <p:nvSpPr>
          <p:cNvPr id="8" name="Rectangle 7"/>
          <p:cNvSpPr/>
          <p:nvPr/>
        </p:nvSpPr>
        <p:spPr>
          <a:xfrm>
            <a:off x="704539" y="734522"/>
            <a:ext cx="4871802" cy="5632311"/>
          </a:xfrm>
          <a:prstGeom prst="rect">
            <a:avLst/>
          </a:prstGeom>
        </p:spPr>
        <p:txBody>
          <a:bodyPr wrap="square">
            <a:spAutoFit/>
          </a:bodyPr>
          <a:lstStyle/>
          <a:p>
            <a:pPr lvl="1"/>
            <a:r>
              <a:rPr lang="en-IN" sz="2400" dirty="0">
                <a:latin typeface="+mj-lt"/>
              </a:rPr>
              <a:t>class vehicle(object):</a:t>
            </a:r>
          </a:p>
          <a:p>
            <a:pPr lvl="1"/>
            <a:r>
              <a:rPr lang="en-IN" sz="2400" dirty="0">
                <a:latin typeface="+mj-lt"/>
              </a:rPr>
              <a:t>    def __</a:t>
            </a:r>
            <a:r>
              <a:rPr lang="en-IN" sz="2400" dirty="0" err="1">
                <a:latin typeface="+mj-lt"/>
              </a:rPr>
              <a:t>init</a:t>
            </a:r>
            <a:r>
              <a:rPr lang="en-IN" sz="2400" dirty="0">
                <a:latin typeface="+mj-lt"/>
              </a:rPr>
              <a:t>__(</a:t>
            </a:r>
            <a:r>
              <a:rPr lang="en-IN" sz="2400" dirty="0" err="1">
                <a:latin typeface="+mj-lt"/>
              </a:rPr>
              <a:t>self,name</a:t>
            </a:r>
            <a:r>
              <a:rPr lang="en-IN" sz="2400" dirty="0">
                <a:latin typeface="+mj-lt"/>
              </a:rPr>
              <a:t>):</a:t>
            </a:r>
          </a:p>
          <a:p>
            <a:pPr lvl="1"/>
            <a:r>
              <a:rPr lang="en-IN" sz="2400" dirty="0">
                <a:latin typeface="+mj-lt"/>
              </a:rPr>
              <a:t>        print(</a:t>
            </a:r>
            <a:r>
              <a:rPr lang="en-IN" sz="2400" dirty="0" err="1">
                <a:latin typeface="+mj-lt"/>
              </a:rPr>
              <a:t>name,"is</a:t>
            </a:r>
            <a:r>
              <a:rPr lang="en-IN" sz="2400" dirty="0">
                <a:latin typeface="+mj-lt"/>
              </a:rPr>
              <a:t> vehicle")</a:t>
            </a:r>
          </a:p>
          <a:p>
            <a:pPr lvl="1"/>
            <a:endParaRPr lang="en-IN" sz="2400" dirty="0">
              <a:latin typeface="+mj-lt"/>
            </a:endParaRPr>
          </a:p>
          <a:p>
            <a:pPr lvl="1"/>
            <a:r>
              <a:rPr lang="en-IN" sz="2400" dirty="0">
                <a:latin typeface="+mj-lt"/>
              </a:rPr>
              <a:t>class fly(vehicle):</a:t>
            </a:r>
          </a:p>
          <a:p>
            <a:pPr lvl="1"/>
            <a:r>
              <a:rPr lang="en-IN" sz="2400" dirty="0">
                <a:latin typeface="+mj-lt"/>
              </a:rPr>
              <a:t>    def __</a:t>
            </a:r>
            <a:r>
              <a:rPr lang="en-IN" sz="2400" dirty="0" err="1">
                <a:latin typeface="+mj-lt"/>
              </a:rPr>
              <a:t>init</a:t>
            </a:r>
            <a:r>
              <a:rPr lang="en-IN" sz="2400" dirty="0">
                <a:latin typeface="+mj-lt"/>
              </a:rPr>
              <a:t>__(</a:t>
            </a:r>
            <a:r>
              <a:rPr lang="en-IN" sz="2400" dirty="0" err="1">
                <a:latin typeface="+mj-lt"/>
              </a:rPr>
              <a:t>self,canfly</a:t>
            </a:r>
            <a:r>
              <a:rPr lang="en-IN" sz="2400" dirty="0">
                <a:latin typeface="+mj-lt"/>
              </a:rPr>
              <a:t>):</a:t>
            </a:r>
          </a:p>
          <a:p>
            <a:pPr lvl="1"/>
            <a:r>
              <a:rPr lang="en-IN" sz="2400" dirty="0">
                <a:latin typeface="+mj-lt"/>
              </a:rPr>
              <a:t>        print(</a:t>
            </a:r>
            <a:r>
              <a:rPr lang="en-IN" sz="2400" dirty="0" err="1">
                <a:latin typeface="+mj-lt"/>
              </a:rPr>
              <a:t>canfly</a:t>
            </a:r>
            <a:r>
              <a:rPr lang="en-IN" sz="2400" dirty="0">
                <a:latin typeface="+mj-lt"/>
              </a:rPr>
              <a:t>,"can fly")</a:t>
            </a:r>
          </a:p>
          <a:p>
            <a:pPr lvl="1"/>
            <a:r>
              <a:rPr lang="en-IN" sz="2400" dirty="0">
                <a:latin typeface="+mj-lt"/>
              </a:rPr>
              <a:t>        super().__</a:t>
            </a:r>
            <a:r>
              <a:rPr lang="en-IN" sz="2400" dirty="0" err="1">
                <a:latin typeface="+mj-lt"/>
              </a:rPr>
              <a:t>init</a:t>
            </a:r>
            <a:r>
              <a:rPr lang="en-IN" sz="2400" dirty="0">
                <a:latin typeface="+mj-lt"/>
              </a:rPr>
              <a:t>__(</a:t>
            </a:r>
            <a:r>
              <a:rPr lang="en-IN" sz="2400" dirty="0" err="1">
                <a:latin typeface="+mj-lt"/>
              </a:rPr>
              <a:t>canfly</a:t>
            </a:r>
            <a:r>
              <a:rPr lang="en-IN" sz="2400" dirty="0">
                <a:latin typeface="+mj-lt"/>
              </a:rPr>
              <a:t>)</a:t>
            </a:r>
          </a:p>
          <a:p>
            <a:pPr lvl="1"/>
            <a:endParaRPr lang="en-IN" sz="2400" dirty="0">
              <a:latin typeface="+mj-lt"/>
            </a:endParaRPr>
          </a:p>
          <a:p>
            <a:pPr lvl="1"/>
            <a:r>
              <a:rPr lang="en-IN" sz="2400" dirty="0">
                <a:latin typeface="+mj-lt"/>
              </a:rPr>
              <a:t>class run(vehicle):</a:t>
            </a:r>
          </a:p>
          <a:p>
            <a:pPr lvl="1"/>
            <a:r>
              <a:rPr lang="en-IN" sz="2400" dirty="0">
                <a:latin typeface="+mj-lt"/>
              </a:rPr>
              <a:t>    def __</a:t>
            </a:r>
            <a:r>
              <a:rPr lang="en-IN" sz="2400" dirty="0" err="1">
                <a:latin typeface="+mj-lt"/>
              </a:rPr>
              <a:t>init</a:t>
            </a:r>
            <a:r>
              <a:rPr lang="en-IN" sz="2400" dirty="0">
                <a:latin typeface="+mj-lt"/>
              </a:rPr>
              <a:t>__(</a:t>
            </a:r>
            <a:r>
              <a:rPr lang="en-IN" sz="2400" dirty="0" err="1">
                <a:latin typeface="+mj-lt"/>
              </a:rPr>
              <a:t>self,canrun</a:t>
            </a:r>
            <a:r>
              <a:rPr lang="en-IN" sz="2400" dirty="0">
                <a:latin typeface="+mj-lt"/>
              </a:rPr>
              <a:t>):</a:t>
            </a:r>
          </a:p>
          <a:p>
            <a:pPr lvl="1"/>
            <a:r>
              <a:rPr lang="en-IN" sz="2400" dirty="0">
                <a:latin typeface="+mj-lt"/>
              </a:rPr>
              <a:t>        print(</a:t>
            </a:r>
            <a:r>
              <a:rPr lang="en-IN" sz="2400" dirty="0" err="1">
                <a:latin typeface="+mj-lt"/>
              </a:rPr>
              <a:t>canrun</a:t>
            </a:r>
            <a:r>
              <a:rPr lang="en-IN" sz="2400" dirty="0">
                <a:latin typeface="+mj-lt"/>
              </a:rPr>
              <a:t>,"can run")</a:t>
            </a:r>
          </a:p>
          <a:p>
            <a:pPr lvl="1"/>
            <a:r>
              <a:rPr lang="en-IN" sz="2400" dirty="0">
                <a:latin typeface="+mj-lt"/>
              </a:rPr>
              <a:t>        super().__</a:t>
            </a:r>
            <a:r>
              <a:rPr lang="en-IN" sz="2400" dirty="0" err="1">
                <a:latin typeface="+mj-lt"/>
              </a:rPr>
              <a:t>init</a:t>
            </a:r>
            <a:r>
              <a:rPr lang="en-IN" sz="2400" dirty="0">
                <a:latin typeface="+mj-lt"/>
              </a:rPr>
              <a:t>__(</a:t>
            </a:r>
            <a:r>
              <a:rPr lang="en-IN" sz="2400" dirty="0" err="1">
                <a:latin typeface="+mj-lt"/>
              </a:rPr>
              <a:t>canrun</a:t>
            </a:r>
            <a:r>
              <a:rPr lang="en-IN" sz="2400" dirty="0">
                <a:latin typeface="+mj-lt"/>
              </a:rPr>
              <a:t>)</a:t>
            </a:r>
          </a:p>
          <a:p>
            <a:pPr lvl="1"/>
            <a:endParaRPr lang="en-IN" sz="2400" dirty="0">
              <a:latin typeface="+mj-lt"/>
            </a:endParaRPr>
          </a:p>
          <a:p>
            <a:pPr lvl="1"/>
            <a:endParaRPr lang="en-IN" sz="2400" dirty="0">
              <a:latin typeface="+mj-lt"/>
            </a:endParaRPr>
          </a:p>
        </p:txBody>
      </p:sp>
      <p:sp>
        <p:nvSpPr>
          <p:cNvPr id="9" name="Rectangle 8"/>
          <p:cNvSpPr/>
          <p:nvPr/>
        </p:nvSpPr>
        <p:spPr>
          <a:xfrm>
            <a:off x="6673059" y="767002"/>
            <a:ext cx="4871802" cy="2308324"/>
          </a:xfrm>
          <a:prstGeom prst="rect">
            <a:avLst/>
          </a:prstGeom>
        </p:spPr>
        <p:txBody>
          <a:bodyPr wrap="square">
            <a:spAutoFit/>
          </a:bodyPr>
          <a:lstStyle/>
          <a:p>
            <a:pPr lvl="1"/>
            <a:r>
              <a:rPr lang="en-IN" sz="2400">
                <a:latin typeface="+mj-lt"/>
              </a:rPr>
              <a:t>class both(</a:t>
            </a:r>
            <a:r>
              <a:rPr lang="en-IN" sz="2400" err="1">
                <a:latin typeface="+mj-lt"/>
              </a:rPr>
              <a:t>run,fly</a:t>
            </a:r>
            <a:r>
              <a:rPr lang="en-IN" sz="2400">
                <a:latin typeface="+mj-lt"/>
              </a:rPr>
              <a:t>):</a:t>
            </a:r>
          </a:p>
          <a:p>
            <a:pPr lvl="1"/>
            <a:r>
              <a:rPr lang="en-IN" sz="2400">
                <a:latin typeface="+mj-lt"/>
              </a:rPr>
              <a:t>    def __init__(</a:t>
            </a:r>
            <a:r>
              <a:rPr lang="en-IN" sz="2400" err="1">
                <a:latin typeface="+mj-lt"/>
              </a:rPr>
              <a:t>self,name</a:t>
            </a:r>
            <a:r>
              <a:rPr lang="en-IN" sz="2400">
                <a:latin typeface="+mj-lt"/>
              </a:rPr>
              <a:t>):</a:t>
            </a:r>
          </a:p>
          <a:p>
            <a:pPr lvl="1"/>
            <a:r>
              <a:rPr lang="en-IN" sz="2400">
                <a:latin typeface="+mj-lt"/>
              </a:rPr>
              <a:t>        super().__init__(name)</a:t>
            </a:r>
          </a:p>
          <a:p>
            <a:pPr lvl="1"/>
            <a:endParaRPr lang="en-IN" sz="2400">
              <a:latin typeface="+mj-lt"/>
            </a:endParaRPr>
          </a:p>
          <a:p>
            <a:pPr lvl="1"/>
            <a:r>
              <a:rPr lang="en-IN" sz="2400">
                <a:latin typeface="+mj-lt"/>
              </a:rPr>
              <a:t>vehicle=both("</a:t>
            </a:r>
            <a:r>
              <a:rPr lang="en-IN" sz="2400" err="1">
                <a:latin typeface="+mj-lt"/>
              </a:rPr>
              <a:t>mig</a:t>
            </a:r>
            <a:r>
              <a:rPr lang="en-IN" sz="2400">
                <a:latin typeface="+mj-lt"/>
              </a:rPr>
              <a:t>")</a:t>
            </a:r>
          </a:p>
          <a:p>
            <a:pPr lvl="1"/>
            <a:endParaRPr lang="en-IN" sz="2400">
              <a:latin typeface="+mj-lt"/>
            </a:endParaRPr>
          </a:p>
        </p:txBody>
      </p:sp>
      <p:sp>
        <p:nvSpPr>
          <p:cNvPr id="10" name="Rectangle 9"/>
          <p:cNvSpPr/>
          <p:nvPr/>
        </p:nvSpPr>
        <p:spPr>
          <a:xfrm>
            <a:off x="6825459" y="3947382"/>
            <a:ext cx="4871802" cy="1938992"/>
          </a:xfrm>
          <a:prstGeom prst="rect">
            <a:avLst/>
          </a:prstGeom>
        </p:spPr>
        <p:txBody>
          <a:bodyPr wrap="square">
            <a:spAutoFit/>
          </a:bodyPr>
          <a:lstStyle/>
          <a:p>
            <a:pPr lvl="1"/>
            <a:r>
              <a:rPr lang="en-IN" sz="2400">
                <a:solidFill>
                  <a:srgbClr val="FF0000"/>
                </a:solidFill>
                <a:latin typeface="+mj-lt"/>
              </a:rPr>
              <a:t>Output:</a:t>
            </a:r>
          </a:p>
          <a:p>
            <a:pPr lvl="1"/>
            <a:r>
              <a:rPr lang="en-IN" sz="2400" err="1">
                <a:solidFill>
                  <a:srgbClr val="FF0000"/>
                </a:solidFill>
                <a:latin typeface="+mj-lt"/>
              </a:rPr>
              <a:t>mig</a:t>
            </a:r>
            <a:r>
              <a:rPr lang="en-IN" sz="2400">
                <a:solidFill>
                  <a:srgbClr val="FF0000"/>
                </a:solidFill>
                <a:latin typeface="+mj-lt"/>
              </a:rPr>
              <a:t> can run</a:t>
            </a:r>
          </a:p>
          <a:p>
            <a:pPr lvl="1"/>
            <a:r>
              <a:rPr lang="en-IN" sz="2400" err="1">
                <a:solidFill>
                  <a:srgbClr val="FF0000"/>
                </a:solidFill>
                <a:latin typeface="+mj-lt"/>
              </a:rPr>
              <a:t>mig</a:t>
            </a:r>
            <a:r>
              <a:rPr lang="en-IN" sz="2400">
                <a:solidFill>
                  <a:srgbClr val="FF0000"/>
                </a:solidFill>
                <a:latin typeface="+mj-lt"/>
              </a:rPr>
              <a:t> can fly</a:t>
            </a:r>
          </a:p>
          <a:p>
            <a:pPr lvl="1"/>
            <a:r>
              <a:rPr lang="en-IN" sz="2400" err="1">
                <a:solidFill>
                  <a:srgbClr val="FF0000"/>
                </a:solidFill>
                <a:latin typeface="+mj-lt"/>
              </a:rPr>
              <a:t>mig</a:t>
            </a:r>
            <a:r>
              <a:rPr lang="en-IN" sz="2400">
                <a:solidFill>
                  <a:srgbClr val="FF0000"/>
                </a:solidFill>
                <a:latin typeface="+mj-lt"/>
              </a:rPr>
              <a:t> is vehicle</a:t>
            </a:r>
          </a:p>
          <a:p>
            <a:pPr lvl="1"/>
            <a:endParaRPr lang="en-IN" sz="2400">
              <a:solidFill>
                <a:srgbClr val="FF0000"/>
              </a:solidFill>
              <a:latin typeface="+mj-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additive="base">
                                        <p:cTn id="7"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anim calcmode="lin" valueType="num">
                                      <p:cBhvr additive="base">
                                        <p:cTn id="11" dur="500" fill="hold"/>
                                        <p:tgtEl>
                                          <p:spTgt spid="8">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8">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anim calcmode="lin" valueType="num">
                                      <p:cBhvr additive="base">
                                        <p:cTn id="15"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8">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8">
                                            <p:txEl>
                                              <p:pRg st="4" end="4"/>
                                            </p:txEl>
                                          </p:spTgt>
                                        </p:tgtEl>
                                        <p:attrNameLst>
                                          <p:attrName>style.visibility</p:attrName>
                                        </p:attrNameLst>
                                      </p:cBhvr>
                                      <p:to>
                                        <p:strVal val="visible"/>
                                      </p:to>
                                    </p:set>
                                    <p:anim calcmode="lin" valueType="num">
                                      <p:cBhvr additive="base">
                                        <p:cTn id="19" dur="500" fill="hold"/>
                                        <p:tgtEl>
                                          <p:spTgt spid="8">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
                                            <p:txEl>
                                              <p:pRg st="4" end="4"/>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8">
                                            <p:txEl>
                                              <p:pRg st="5" end="5"/>
                                            </p:txEl>
                                          </p:spTgt>
                                        </p:tgtEl>
                                        <p:attrNameLst>
                                          <p:attrName>style.visibility</p:attrName>
                                        </p:attrNameLst>
                                      </p:cBhvr>
                                      <p:to>
                                        <p:strVal val="visible"/>
                                      </p:to>
                                    </p:set>
                                    <p:anim calcmode="lin" valueType="num">
                                      <p:cBhvr additive="base">
                                        <p:cTn id="23" dur="500" fill="hold"/>
                                        <p:tgtEl>
                                          <p:spTgt spid="8">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8">
                                            <p:txEl>
                                              <p:pRg st="5" end="5"/>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8">
                                            <p:txEl>
                                              <p:pRg st="6" end="6"/>
                                            </p:txEl>
                                          </p:spTgt>
                                        </p:tgtEl>
                                        <p:attrNameLst>
                                          <p:attrName>style.visibility</p:attrName>
                                        </p:attrNameLst>
                                      </p:cBhvr>
                                      <p:to>
                                        <p:strVal val="visible"/>
                                      </p:to>
                                    </p:set>
                                    <p:anim calcmode="lin" valueType="num">
                                      <p:cBhvr additive="base">
                                        <p:cTn id="27" dur="500" fill="hold"/>
                                        <p:tgtEl>
                                          <p:spTgt spid="8">
                                            <p:txEl>
                                              <p:pRg st="6" end="6"/>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8">
                                            <p:txEl>
                                              <p:pRg st="6" end="6"/>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8">
                                            <p:txEl>
                                              <p:pRg st="7" end="7"/>
                                            </p:txEl>
                                          </p:spTgt>
                                        </p:tgtEl>
                                        <p:attrNameLst>
                                          <p:attrName>style.visibility</p:attrName>
                                        </p:attrNameLst>
                                      </p:cBhvr>
                                      <p:to>
                                        <p:strVal val="visible"/>
                                      </p:to>
                                    </p:set>
                                    <p:anim calcmode="lin" valueType="num">
                                      <p:cBhvr additive="base">
                                        <p:cTn id="31" dur="500" fill="hold"/>
                                        <p:tgtEl>
                                          <p:spTgt spid="8">
                                            <p:txEl>
                                              <p:pRg st="7" end="7"/>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8">
                                            <p:txEl>
                                              <p:pRg st="7" end="7"/>
                                            </p:tx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8">
                                            <p:txEl>
                                              <p:pRg st="9" end="9"/>
                                            </p:txEl>
                                          </p:spTgt>
                                        </p:tgtEl>
                                        <p:attrNameLst>
                                          <p:attrName>style.visibility</p:attrName>
                                        </p:attrNameLst>
                                      </p:cBhvr>
                                      <p:to>
                                        <p:strVal val="visible"/>
                                      </p:to>
                                    </p:set>
                                    <p:anim calcmode="lin" valueType="num">
                                      <p:cBhvr additive="base">
                                        <p:cTn id="35" dur="500" fill="hold"/>
                                        <p:tgtEl>
                                          <p:spTgt spid="8">
                                            <p:txEl>
                                              <p:pRg st="9" end="9"/>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8">
                                            <p:txEl>
                                              <p:pRg st="9" end="9"/>
                                            </p:txEl>
                                          </p:spTgt>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8">
                                            <p:txEl>
                                              <p:pRg st="10" end="10"/>
                                            </p:txEl>
                                          </p:spTgt>
                                        </p:tgtEl>
                                        <p:attrNameLst>
                                          <p:attrName>style.visibility</p:attrName>
                                        </p:attrNameLst>
                                      </p:cBhvr>
                                      <p:to>
                                        <p:strVal val="visible"/>
                                      </p:to>
                                    </p:set>
                                    <p:anim calcmode="lin" valueType="num">
                                      <p:cBhvr additive="base">
                                        <p:cTn id="39" dur="500" fill="hold"/>
                                        <p:tgtEl>
                                          <p:spTgt spid="8">
                                            <p:txEl>
                                              <p:pRg st="10" end="10"/>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8">
                                            <p:txEl>
                                              <p:pRg st="10" end="10"/>
                                            </p:txEl>
                                          </p:spTgt>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8">
                                            <p:txEl>
                                              <p:pRg st="11" end="11"/>
                                            </p:txEl>
                                          </p:spTgt>
                                        </p:tgtEl>
                                        <p:attrNameLst>
                                          <p:attrName>style.visibility</p:attrName>
                                        </p:attrNameLst>
                                      </p:cBhvr>
                                      <p:to>
                                        <p:strVal val="visible"/>
                                      </p:to>
                                    </p:set>
                                    <p:anim calcmode="lin" valueType="num">
                                      <p:cBhvr additive="base">
                                        <p:cTn id="43" dur="500" fill="hold"/>
                                        <p:tgtEl>
                                          <p:spTgt spid="8">
                                            <p:txEl>
                                              <p:pRg st="11" end="11"/>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8">
                                            <p:txEl>
                                              <p:pRg st="11" end="11"/>
                                            </p:txEl>
                                          </p:spTgt>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8">
                                            <p:txEl>
                                              <p:pRg st="12" end="12"/>
                                            </p:txEl>
                                          </p:spTgt>
                                        </p:tgtEl>
                                        <p:attrNameLst>
                                          <p:attrName>style.visibility</p:attrName>
                                        </p:attrNameLst>
                                      </p:cBhvr>
                                      <p:to>
                                        <p:strVal val="visible"/>
                                      </p:to>
                                    </p:set>
                                    <p:anim calcmode="lin" valueType="num">
                                      <p:cBhvr additive="base">
                                        <p:cTn id="47" dur="500" fill="hold"/>
                                        <p:tgtEl>
                                          <p:spTgt spid="8">
                                            <p:txEl>
                                              <p:pRg st="12" end="12"/>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8">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grpId="0" nodeType="clickEffect">
                                  <p:stCondLst>
                                    <p:cond delay="0"/>
                                  </p:stCondLst>
                                  <p:childTnLst>
                                    <p:set>
                                      <p:cBhvr>
                                        <p:cTn id="52" dur="1" fill="hold">
                                          <p:stCondLst>
                                            <p:cond delay="0"/>
                                          </p:stCondLst>
                                        </p:cTn>
                                        <p:tgtEl>
                                          <p:spTgt spid="9">
                                            <p:txEl>
                                              <p:pRg st="0" end="0"/>
                                            </p:txEl>
                                          </p:spTgt>
                                        </p:tgtEl>
                                        <p:attrNameLst>
                                          <p:attrName>style.visibility</p:attrName>
                                        </p:attrNameLst>
                                      </p:cBhvr>
                                      <p:to>
                                        <p:strVal val="visible"/>
                                      </p:to>
                                    </p:set>
                                    <p:anim calcmode="lin" valueType="num">
                                      <p:cBhvr additive="base">
                                        <p:cTn id="53"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9">
                                            <p:txEl>
                                              <p:pRg st="0" end="0"/>
                                            </p:txEl>
                                          </p:spTgt>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9">
                                            <p:txEl>
                                              <p:pRg st="1" end="1"/>
                                            </p:txEl>
                                          </p:spTgt>
                                        </p:tgtEl>
                                        <p:attrNameLst>
                                          <p:attrName>style.visibility</p:attrName>
                                        </p:attrNameLst>
                                      </p:cBhvr>
                                      <p:to>
                                        <p:strVal val="visible"/>
                                      </p:to>
                                    </p:set>
                                    <p:anim calcmode="lin" valueType="num">
                                      <p:cBhvr additive="base">
                                        <p:cTn id="57" dur="500" fill="hold"/>
                                        <p:tgtEl>
                                          <p:spTgt spid="9">
                                            <p:txEl>
                                              <p:pRg st="1" end="1"/>
                                            </p:txEl>
                                          </p:spTgt>
                                        </p:tgtEl>
                                        <p:attrNameLst>
                                          <p:attrName>ppt_x</p:attrName>
                                        </p:attrNameLst>
                                      </p:cBhvr>
                                      <p:tavLst>
                                        <p:tav tm="0">
                                          <p:val>
                                            <p:strVal val="#ppt_x"/>
                                          </p:val>
                                        </p:tav>
                                        <p:tav tm="100000">
                                          <p:val>
                                            <p:strVal val="#ppt_x"/>
                                          </p:val>
                                        </p:tav>
                                      </p:tavLst>
                                    </p:anim>
                                    <p:anim calcmode="lin" valueType="num">
                                      <p:cBhvr additive="base">
                                        <p:cTn id="58" dur="500" fill="hold"/>
                                        <p:tgtEl>
                                          <p:spTgt spid="9">
                                            <p:txEl>
                                              <p:pRg st="1" end="1"/>
                                            </p:txEl>
                                          </p:spTgt>
                                        </p:tgtEl>
                                        <p:attrNameLst>
                                          <p:attrName>ppt_y</p:attrName>
                                        </p:attrNameLst>
                                      </p:cBhvr>
                                      <p:tavLst>
                                        <p:tav tm="0">
                                          <p:val>
                                            <p:strVal val="1+#ppt_h/2"/>
                                          </p:val>
                                        </p:tav>
                                        <p:tav tm="100000">
                                          <p:val>
                                            <p:strVal val="#ppt_y"/>
                                          </p:val>
                                        </p:tav>
                                      </p:tavLst>
                                    </p:anim>
                                  </p:childTnLst>
                                </p:cTn>
                              </p:par>
                              <p:par>
                                <p:cTn id="59" presetID="2" presetClass="entr" presetSubtype="4" fill="hold" grpId="0" nodeType="withEffect">
                                  <p:stCondLst>
                                    <p:cond delay="0"/>
                                  </p:stCondLst>
                                  <p:childTnLst>
                                    <p:set>
                                      <p:cBhvr>
                                        <p:cTn id="60" dur="1" fill="hold">
                                          <p:stCondLst>
                                            <p:cond delay="0"/>
                                          </p:stCondLst>
                                        </p:cTn>
                                        <p:tgtEl>
                                          <p:spTgt spid="9">
                                            <p:txEl>
                                              <p:pRg st="2" end="2"/>
                                            </p:txEl>
                                          </p:spTgt>
                                        </p:tgtEl>
                                        <p:attrNameLst>
                                          <p:attrName>style.visibility</p:attrName>
                                        </p:attrNameLst>
                                      </p:cBhvr>
                                      <p:to>
                                        <p:strVal val="visible"/>
                                      </p:to>
                                    </p:set>
                                    <p:anim calcmode="lin" valueType="num">
                                      <p:cBhvr additive="base">
                                        <p:cTn id="61" dur="500" fill="hold"/>
                                        <p:tgtEl>
                                          <p:spTgt spid="9">
                                            <p:txEl>
                                              <p:pRg st="2" end="2"/>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9">
                                            <p:txEl>
                                              <p:pRg st="2" end="2"/>
                                            </p:txEl>
                                          </p:spTgt>
                                        </p:tgtEl>
                                        <p:attrNameLst>
                                          <p:attrName>ppt_y</p:attrName>
                                        </p:attrNameLst>
                                      </p:cBhvr>
                                      <p:tavLst>
                                        <p:tav tm="0">
                                          <p:val>
                                            <p:strVal val="1+#ppt_h/2"/>
                                          </p:val>
                                        </p:tav>
                                        <p:tav tm="100000">
                                          <p:val>
                                            <p:strVal val="#ppt_y"/>
                                          </p:val>
                                        </p:tav>
                                      </p:tavLst>
                                    </p:anim>
                                  </p:childTnLst>
                                </p:cTn>
                              </p:par>
                              <p:par>
                                <p:cTn id="63" presetID="2" presetClass="entr" presetSubtype="4" fill="hold" grpId="0" nodeType="withEffect">
                                  <p:stCondLst>
                                    <p:cond delay="0"/>
                                  </p:stCondLst>
                                  <p:childTnLst>
                                    <p:set>
                                      <p:cBhvr>
                                        <p:cTn id="64" dur="1" fill="hold">
                                          <p:stCondLst>
                                            <p:cond delay="0"/>
                                          </p:stCondLst>
                                        </p:cTn>
                                        <p:tgtEl>
                                          <p:spTgt spid="9">
                                            <p:txEl>
                                              <p:pRg st="4" end="4"/>
                                            </p:txEl>
                                          </p:spTgt>
                                        </p:tgtEl>
                                        <p:attrNameLst>
                                          <p:attrName>style.visibility</p:attrName>
                                        </p:attrNameLst>
                                      </p:cBhvr>
                                      <p:to>
                                        <p:strVal val="visible"/>
                                      </p:to>
                                    </p:set>
                                    <p:anim calcmode="lin" valueType="num">
                                      <p:cBhvr additive="base">
                                        <p:cTn id="65" dur="500" fill="hold"/>
                                        <p:tgtEl>
                                          <p:spTgt spid="9">
                                            <p:txEl>
                                              <p:pRg st="4" end="4"/>
                                            </p:txEl>
                                          </p:spTgt>
                                        </p:tgtEl>
                                        <p:attrNameLst>
                                          <p:attrName>ppt_x</p:attrName>
                                        </p:attrNameLst>
                                      </p:cBhvr>
                                      <p:tavLst>
                                        <p:tav tm="0">
                                          <p:val>
                                            <p:strVal val="#ppt_x"/>
                                          </p:val>
                                        </p:tav>
                                        <p:tav tm="100000">
                                          <p:val>
                                            <p:strVal val="#ppt_x"/>
                                          </p:val>
                                        </p:tav>
                                      </p:tavLst>
                                    </p:anim>
                                    <p:anim calcmode="lin" valueType="num">
                                      <p:cBhvr additive="base">
                                        <p:cTn id="66" dur="500" fill="hold"/>
                                        <p:tgtEl>
                                          <p:spTgt spid="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2" presetClass="entr" presetSubtype="4" fill="hold" grpId="0" nodeType="clickEffect">
                                  <p:stCondLst>
                                    <p:cond delay="0"/>
                                  </p:stCondLst>
                                  <p:childTnLst>
                                    <p:set>
                                      <p:cBhvr>
                                        <p:cTn id="70" dur="1" fill="hold">
                                          <p:stCondLst>
                                            <p:cond delay="0"/>
                                          </p:stCondLst>
                                        </p:cTn>
                                        <p:tgtEl>
                                          <p:spTgt spid="10">
                                            <p:txEl>
                                              <p:pRg st="0" end="0"/>
                                            </p:txEl>
                                          </p:spTgt>
                                        </p:tgtEl>
                                        <p:attrNameLst>
                                          <p:attrName>style.visibility</p:attrName>
                                        </p:attrNameLst>
                                      </p:cBhvr>
                                      <p:to>
                                        <p:strVal val="visible"/>
                                      </p:to>
                                    </p:set>
                                    <p:anim calcmode="lin" valueType="num">
                                      <p:cBhvr additive="base">
                                        <p:cTn id="71"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72" dur="500" fill="hold"/>
                                        <p:tgtEl>
                                          <p:spTgt spid="10">
                                            <p:txEl>
                                              <p:pRg st="0" end="0"/>
                                            </p:txEl>
                                          </p:spTgt>
                                        </p:tgtEl>
                                        <p:attrNameLst>
                                          <p:attrName>ppt_y</p:attrName>
                                        </p:attrNameLst>
                                      </p:cBhvr>
                                      <p:tavLst>
                                        <p:tav tm="0">
                                          <p:val>
                                            <p:strVal val="1+#ppt_h/2"/>
                                          </p:val>
                                        </p:tav>
                                        <p:tav tm="100000">
                                          <p:val>
                                            <p:strVal val="#ppt_y"/>
                                          </p:val>
                                        </p:tav>
                                      </p:tavLst>
                                    </p:anim>
                                  </p:childTnLst>
                                </p:cTn>
                              </p:par>
                              <p:par>
                                <p:cTn id="73" presetID="2" presetClass="entr" presetSubtype="4" fill="hold" grpId="0" nodeType="withEffect">
                                  <p:stCondLst>
                                    <p:cond delay="0"/>
                                  </p:stCondLst>
                                  <p:childTnLst>
                                    <p:set>
                                      <p:cBhvr>
                                        <p:cTn id="74" dur="1" fill="hold">
                                          <p:stCondLst>
                                            <p:cond delay="0"/>
                                          </p:stCondLst>
                                        </p:cTn>
                                        <p:tgtEl>
                                          <p:spTgt spid="10">
                                            <p:txEl>
                                              <p:pRg st="1" end="1"/>
                                            </p:txEl>
                                          </p:spTgt>
                                        </p:tgtEl>
                                        <p:attrNameLst>
                                          <p:attrName>style.visibility</p:attrName>
                                        </p:attrNameLst>
                                      </p:cBhvr>
                                      <p:to>
                                        <p:strVal val="visible"/>
                                      </p:to>
                                    </p:set>
                                    <p:anim calcmode="lin" valueType="num">
                                      <p:cBhvr additive="base">
                                        <p:cTn id="75" dur="500" fill="hold"/>
                                        <p:tgtEl>
                                          <p:spTgt spid="10">
                                            <p:txEl>
                                              <p:pRg st="1" end="1"/>
                                            </p:txEl>
                                          </p:spTgt>
                                        </p:tgtEl>
                                        <p:attrNameLst>
                                          <p:attrName>ppt_x</p:attrName>
                                        </p:attrNameLst>
                                      </p:cBhvr>
                                      <p:tavLst>
                                        <p:tav tm="0">
                                          <p:val>
                                            <p:strVal val="#ppt_x"/>
                                          </p:val>
                                        </p:tav>
                                        <p:tav tm="100000">
                                          <p:val>
                                            <p:strVal val="#ppt_x"/>
                                          </p:val>
                                        </p:tav>
                                      </p:tavLst>
                                    </p:anim>
                                    <p:anim calcmode="lin" valueType="num">
                                      <p:cBhvr additive="base">
                                        <p:cTn id="76" dur="500" fill="hold"/>
                                        <p:tgtEl>
                                          <p:spTgt spid="10">
                                            <p:txEl>
                                              <p:pRg st="1" end="1"/>
                                            </p:txEl>
                                          </p:spTgt>
                                        </p:tgtEl>
                                        <p:attrNameLst>
                                          <p:attrName>ppt_y</p:attrName>
                                        </p:attrNameLst>
                                      </p:cBhvr>
                                      <p:tavLst>
                                        <p:tav tm="0">
                                          <p:val>
                                            <p:strVal val="1+#ppt_h/2"/>
                                          </p:val>
                                        </p:tav>
                                        <p:tav tm="100000">
                                          <p:val>
                                            <p:strVal val="#ppt_y"/>
                                          </p:val>
                                        </p:tav>
                                      </p:tavLst>
                                    </p:anim>
                                  </p:childTnLst>
                                </p:cTn>
                              </p:par>
                              <p:par>
                                <p:cTn id="77" presetID="2" presetClass="entr" presetSubtype="4" fill="hold" grpId="0" nodeType="withEffect">
                                  <p:stCondLst>
                                    <p:cond delay="0"/>
                                  </p:stCondLst>
                                  <p:childTnLst>
                                    <p:set>
                                      <p:cBhvr>
                                        <p:cTn id="78" dur="1" fill="hold">
                                          <p:stCondLst>
                                            <p:cond delay="0"/>
                                          </p:stCondLst>
                                        </p:cTn>
                                        <p:tgtEl>
                                          <p:spTgt spid="10">
                                            <p:txEl>
                                              <p:pRg st="2" end="2"/>
                                            </p:txEl>
                                          </p:spTgt>
                                        </p:tgtEl>
                                        <p:attrNameLst>
                                          <p:attrName>style.visibility</p:attrName>
                                        </p:attrNameLst>
                                      </p:cBhvr>
                                      <p:to>
                                        <p:strVal val="visible"/>
                                      </p:to>
                                    </p:set>
                                    <p:anim calcmode="lin" valueType="num">
                                      <p:cBhvr additive="base">
                                        <p:cTn id="79" dur="500" fill="hold"/>
                                        <p:tgtEl>
                                          <p:spTgt spid="10">
                                            <p:txEl>
                                              <p:pRg st="2" end="2"/>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10">
                                            <p:txEl>
                                              <p:pRg st="2" end="2"/>
                                            </p:txEl>
                                          </p:spTgt>
                                        </p:tgtEl>
                                        <p:attrNameLst>
                                          <p:attrName>ppt_y</p:attrName>
                                        </p:attrNameLst>
                                      </p:cBhvr>
                                      <p:tavLst>
                                        <p:tav tm="0">
                                          <p:val>
                                            <p:strVal val="1+#ppt_h/2"/>
                                          </p:val>
                                        </p:tav>
                                        <p:tav tm="100000">
                                          <p:val>
                                            <p:strVal val="#ppt_y"/>
                                          </p:val>
                                        </p:tav>
                                      </p:tavLst>
                                    </p:anim>
                                  </p:childTnLst>
                                </p:cTn>
                              </p:par>
                              <p:par>
                                <p:cTn id="81" presetID="2" presetClass="entr" presetSubtype="4" fill="hold" grpId="0" nodeType="withEffect">
                                  <p:stCondLst>
                                    <p:cond delay="0"/>
                                  </p:stCondLst>
                                  <p:childTnLst>
                                    <p:set>
                                      <p:cBhvr>
                                        <p:cTn id="82" dur="1" fill="hold">
                                          <p:stCondLst>
                                            <p:cond delay="0"/>
                                          </p:stCondLst>
                                        </p:cTn>
                                        <p:tgtEl>
                                          <p:spTgt spid="10">
                                            <p:txEl>
                                              <p:pRg st="3" end="3"/>
                                            </p:txEl>
                                          </p:spTgt>
                                        </p:tgtEl>
                                        <p:attrNameLst>
                                          <p:attrName>style.visibility</p:attrName>
                                        </p:attrNameLst>
                                      </p:cBhvr>
                                      <p:to>
                                        <p:strVal val="visible"/>
                                      </p:to>
                                    </p:set>
                                    <p:anim calcmode="lin" valueType="num">
                                      <p:cBhvr additive="base">
                                        <p:cTn id="83" dur="500" fill="hold"/>
                                        <p:tgtEl>
                                          <p:spTgt spid="10">
                                            <p:txEl>
                                              <p:pRg st="3" end="3"/>
                                            </p:txEl>
                                          </p:spTgt>
                                        </p:tgtEl>
                                        <p:attrNameLst>
                                          <p:attrName>ppt_x</p:attrName>
                                        </p:attrNameLst>
                                      </p:cBhvr>
                                      <p:tavLst>
                                        <p:tav tm="0">
                                          <p:val>
                                            <p:strVal val="#ppt_x"/>
                                          </p:val>
                                        </p:tav>
                                        <p:tav tm="100000">
                                          <p:val>
                                            <p:strVal val="#ppt_x"/>
                                          </p:val>
                                        </p:tav>
                                      </p:tavLst>
                                    </p:anim>
                                    <p:anim calcmode="lin" valueType="num">
                                      <p:cBhvr additive="base">
                                        <p:cTn id="84" dur="500" fill="hold"/>
                                        <p:tgtEl>
                                          <p:spTgt spid="10">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P spid="9" grpId="0" build="p"/>
      <p:bldP spid="10" grpId="0" build="p"/>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Content Placeholder 12">
            <a:extLst>
              <a:ext uri="{FF2B5EF4-FFF2-40B4-BE49-F238E27FC236}">
                <a16:creationId xmlns:a16="http://schemas.microsoft.com/office/drawing/2014/main" id="{167A7B9D-D4E6-4757-9CD8-F52EA7E9864D}"/>
              </a:ext>
            </a:extLst>
          </p:cNvPr>
          <p:cNvSpPr>
            <a:spLocks noGrp="1"/>
          </p:cNvSpPr>
          <p:nvPr>
            <p:ph idx="1"/>
          </p:nvPr>
        </p:nvSpPr>
        <p:spPr>
          <a:xfrm>
            <a:off x="1195470" y="1066799"/>
            <a:ext cx="10287000" cy="5179255"/>
          </a:xfrm>
        </p:spPr>
        <p:txBody>
          <a:bodyPr>
            <a:noAutofit/>
          </a:bodyPr>
          <a:lstStyle/>
          <a:p>
            <a:pPr algn="just">
              <a:defRPr/>
            </a:pPr>
            <a:r>
              <a:rPr lang="en-US" sz="2800" dirty="0">
                <a:latin typeface="Times New Roman" pitchFamily="18" charset="0"/>
                <a:cs typeface="Times New Roman" pitchFamily="18" charset="0"/>
              </a:rPr>
              <a:t>Hybrid Inheritance combines more than one form of inheritance. It is a blend of more than one type of inheritance.</a:t>
            </a:r>
          </a:p>
          <a:p>
            <a:pPr algn="just">
              <a:defRPr/>
            </a:pPr>
            <a:r>
              <a:rPr lang="en-US" sz="2800" dirty="0">
                <a:latin typeface="Times New Roman" pitchFamily="18" charset="0"/>
                <a:cs typeface="Times New Roman" pitchFamily="18" charset="0"/>
              </a:rPr>
              <a:t>Mainly Hybrid inheritance is a combination of multiple inheritance and multilevel inheritance. The class is derived from the two classes as in the multiple inheritance. However, one of the parent classes is not the base class. It is a derived class. </a:t>
            </a:r>
          </a:p>
          <a:p>
            <a:pPr algn="just">
              <a:defRPr/>
            </a:pPr>
            <a:r>
              <a:rPr lang="en-US" sz="2800" dirty="0">
                <a:latin typeface="Times New Roman" pitchFamily="18" charset="0"/>
                <a:cs typeface="Times New Roman" pitchFamily="18" charset="0"/>
              </a:rPr>
              <a:t>It gives a rise of diamond problem in python inheritance.</a:t>
            </a:r>
          </a:p>
          <a:p>
            <a:pPr>
              <a:defRPr/>
            </a:pPr>
            <a:r>
              <a:rPr lang="en-US" sz="2800" dirty="0">
                <a:latin typeface="Times New Roman" pitchFamily="18" charset="0"/>
                <a:cs typeface="Times New Roman" pitchFamily="18" charset="0"/>
              </a:rPr>
              <a:t>The Diamond Problem:</a:t>
            </a:r>
            <a:br>
              <a:rPr lang="en-US" sz="2800" dirty="0">
                <a:latin typeface="Times New Roman" pitchFamily="18" charset="0"/>
                <a:cs typeface="Times New Roman" pitchFamily="18" charset="0"/>
              </a:rPr>
            </a:br>
            <a:r>
              <a:rPr lang="en-US" sz="2800" dirty="0">
                <a:latin typeface="Times New Roman" pitchFamily="18" charset="0"/>
                <a:cs typeface="Times New Roman" pitchFamily="18" charset="0"/>
              </a:rPr>
              <a:t>It refers to an ambiguity that arises when two classes Class2 and Class3 inherit from a superclass Class1 and class Class4 inherits from both Class2 and Class3.</a:t>
            </a:r>
          </a:p>
          <a:p>
            <a:pPr algn="just">
              <a:defRPr/>
            </a:pPr>
            <a:endParaRPr lang="en-IN" sz="2800" dirty="0">
              <a:latin typeface="Times New Roman" pitchFamily="18" charset="0"/>
              <a:cs typeface="Times New Roman" pitchFamily="18" charset="0"/>
            </a:endParaRPr>
          </a:p>
          <a:p>
            <a:pPr algn="just">
              <a:defRPr/>
            </a:pPr>
            <a:endParaRPr lang="en-IN" sz="2800" dirty="0">
              <a:latin typeface="Times New Roman" pitchFamily="18" charset="0"/>
              <a:cs typeface="Times New Roman" pitchFamily="18" charset="0"/>
            </a:endParaRPr>
          </a:p>
        </p:txBody>
      </p:sp>
      <p:sp>
        <p:nvSpPr>
          <p:cNvPr id="4" name="Title 1">
            <a:extLst>
              <a:ext uri="{FF2B5EF4-FFF2-40B4-BE49-F238E27FC236}">
                <a16:creationId xmlns:a16="http://schemas.microsoft.com/office/drawing/2014/main" id="{2D4ED9FE-7F91-4732-94FB-5509BDE1AAA1}"/>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US" sz="3200">
                <a:latin typeface="Times New Roman" pitchFamily="18" charset="0"/>
                <a:cs typeface="Times New Roman" pitchFamily="18" charset="0"/>
              </a:rPr>
              <a:t>Hybrid Inheritance </a:t>
            </a:r>
            <a:r>
              <a:rPr lang="en-US" sz="3200" b="1">
                <a:latin typeface="Times New Roman" pitchFamily="18" charset="0"/>
                <a:cs typeface="Times New Roman" pitchFamily="18" charset="0"/>
              </a:rPr>
              <a:t>(CO2)</a:t>
            </a:r>
          </a:p>
        </p:txBody>
      </p:sp>
      <p:sp>
        <p:nvSpPr>
          <p:cNvPr id="2" name="Date Placeholder 1">
            <a:extLst>
              <a:ext uri="{FF2B5EF4-FFF2-40B4-BE49-F238E27FC236}">
                <a16:creationId xmlns:a16="http://schemas.microsoft.com/office/drawing/2014/main" id="{71CD0C84-9905-4B91-9CE3-4566A6D8CD85}"/>
              </a:ext>
            </a:extLst>
          </p:cNvPr>
          <p:cNvSpPr>
            <a:spLocks noGrp="1"/>
          </p:cNvSpPr>
          <p:nvPr>
            <p:ph type="dt" sz="quarter" idx="10"/>
          </p:nvPr>
        </p:nvSpPr>
        <p:spPr/>
        <p:txBody>
          <a:bodyPr/>
          <a:lstStyle/>
          <a:p>
            <a:pPr>
              <a:defRPr/>
            </a:pPr>
            <a:fld id="{51EA6464-7DD6-4D2A-A5B7-4C1E8C9FBCD2}" type="datetime1">
              <a:rPr lang="en-US" smtClean="0"/>
              <a:pPr>
                <a:defRPr/>
              </a:pPr>
              <a:t>5/17/2022</a:t>
            </a:fld>
            <a:endParaRPr lang="en-US"/>
          </a:p>
        </p:txBody>
      </p:sp>
      <p:sp>
        <p:nvSpPr>
          <p:cNvPr id="3" name="Footer Placeholder 2">
            <a:extLst>
              <a:ext uri="{FF2B5EF4-FFF2-40B4-BE49-F238E27FC236}">
                <a16:creationId xmlns:a16="http://schemas.microsoft.com/office/drawing/2014/main" id="{EC156039-37BB-469E-A0DC-9203A0458DAC}"/>
              </a:ext>
            </a:extLst>
          </p:cNvPr>
          <p:cNvSpPr>
            <a:spLocks noGrp="1"/>
          </p:cNvSpPr>
          <p:nvPr>
            <p:ph type="ftr" sz="quarter" idx="11"/>
          </p:nvPr>
        </p:nvSpPr>
        <p:spPr>
          <a:xfrm>
            <a:off x="2895600" y="6356350"/>
            <a:ext cx="6781800" cy="365125"/>
          </a:xfrm>
        </p:spPr>
        <p:txBody>
          <a:bodyPr/>
          <a:lstStyle/>
          <a:p>
            <a:pPr>
              <a:defRPr/>
            </a:pPr>
            <a:r>
              <a:rPr lang="en-US"/>
              <a:t>(Programming in Advanced Python)                                 Unit No:2</a:t>
            </a:r>
          </a:p>
        </p:txBody>
      </p:sp>
      <p:sp>
        <p:nvSpPr>
          <p:cNvPr id="84999" name="Slide Number Placeholder 5">
            <a:extLst>
              <a:ext uri="{FF2B5EF4-FFF2-40B4-BE49-F238E27FC236}">
                <a16:creationId xmlns:a16="http://schemas.microsoft.com/office/drawing/2014/main" id="{D17992BF-6D85-4114-A183-4B28DE0092E7}"/>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0B8C467A-AECF-4247-9958-E192E7201E07}" type="slidenum">
              <a:rPr lang="en-US" altLang="en-US" sz="1200">
                <a:solidFill>
                  <a:srgbClr val="898989"/>
                </a:solidFill>
              </a:rPr>
              <a:pPr>
                <a:spcBef>
                  <a:spcPct val="0"/>
                </a:spcBef>
                <a:buFontTx/>
                <a:buNone/>
              </a:pPr>
              <a:t>75</a:t>
            </a:fld>
            <a:endParaRPr lang="en-US" altLang="en-US" sz="1200">
              <a:solidFill>
                <a:srgbClr val="898989"/>
              </a:solidFill>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Content Placeholder 12">
            <a:extLst>
              <a:ext uri="{FF2B5EF4-FFF2-40B4-BE49-F238E27FC236}">
                <a16:creationId xmlns:a16="http://schemas.microsoft.com/office/drawing/2014/main" id="{167A7B9D-D4E6-4757-9CD8-F52EA7E9864D}"/>
              </a:ext>
            </a:extLst>
          </p:cNvPr>
          <p:cNvSpPr>
            <a:spLocks noGrp="1"/>
          </p:cNvSpPr>
          <p:nvPr>
            <p:ph idx="1"/>
          </p:nvPr>
        </p:nvSpPr>
        <p:spPr>
          <a:xfrm>
            <a:off x="1195470" y="1066800"/>
            <a:ext cx="5711767" cy="4953000"/>
          </a:xfrm>
        </p:spPr>
        <p:txBody>
          <a:bodyPr>
            <a:noAutofit/>
          </a:bodyPr>
          <a:lstStyle/>
          <a:p>
            <a:pPr algn="just">
              <a:defRPr/>
            </a:pPr>
            <a:r>
              <a:rPr lang="en-IN" sz="2800">
                <a:latin typeface="Times New Roman" pitchFamily="18" charset="0"/>
                <a:cs typeface="Times New Roman" pitchFamily="18" charset="0"/>
              </a:rPr>
              <a:t>Diamond problem is a problem in multiple or hybrid inheritance..</a:t>
            </a:r>
          </a:p>
          <a:p>
            <a:pPr algn="just">
              <a:defRPr/>
            </a:pPr>
            <a:r>
              <a:rPr lang="en-IN" sz="2800">
                <a:latin typeface="Times New Roman" pitchFamily="18" charset="0"/>
                <a:cs typeface="Times New Roman" pitchFamily="18" charset="0"/>
              </a:rPr>
              <a:t>It is a relationship exist when at least one of the parent classes can be accessed through multiple path from the bottommost class.</a:t>
            </a:r>
          </a:p>
          <a:p>
            <a:pPr algn="just">
              <a:defRPr/>
            </a:pPr>
            <a:r>
              <a:rPr lang="en-IN" sz="2800">
                <a:latin typeface="Times New Roman" pitchFamily="18" charset="0"/>
                <a:cs typeface="Times New Roman" pitchFamily="18" charset="0"/>
              </a:rPr>
              <a:t>The bottommost class inherits the members of the base class via different path so that it creates ambiguity or create duplicate members.</a:t>
            </a:r>
          </a:p>
          <a:p>
            <a:pPr algn="just">
              <a:defRPr/>
            </a:pPr>
            <a:endParaRPr lang="en-IN" sz="2800">
              <a:latin typeface="Times New Roman" pitchFamily="18" charset="0"/>
              <a:cs typeface="Times New Roman" pitchFamily="18" charset="0"/>
            </a:endParaRPr>
          </a:p>
          <a:p>
            <a:pPr algn="just">
              <a:defRPr/>
            </a:pPr>
            <a:endParaRPr lang="en-IN" sz="2800">
              <a:latin typeface="Times New Roman" pitchFamily="18" charset="0"/>
              <a:cs typeface="Times New Roman" pitchFamily="18" charset="0"/>
            </a:endParaRPr>
          </a:p>
          <a:p>
            <a:pPr algn="just">
              <a:defRPr/>
            </a:pPr>
            <a:endParaRPr lang="en-IN" sz="2800">
              <a:latin typeface="Times New Roman" pitchFamily="18" charset="0"/>
              <a:cs typeface="Times New Roman" pitchFamily="18" charset="0"/>
            </a:endParaRPr>
          </a:p>
        </p:txBody>
      </p:sp>
      <p:sp>
        <p:nvSpPr>
          <p:cNvPr id="4" name="Title 1">
            <a:extLst>
              <a:ext uri="{FF2B5EF4-FFF2-40B4-BE49-F238E27FC236}">
                <a16:creationId xmlns:a16="http://schemas.microsoft.com/office/drawing/2014/main" id="{2D4ED9FE-7F91-4732-94FB-5509BDE1AAA1}"/>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US" sz="3200" b="1">
                <a:latin typeface="Times New Roman" pitchFamily="18" charset="0"/>
                <a:cs typeface="Times New Roman" pitchFamily="18" charset="0"/>
              </a:rPr>
              <a:t>Diamond problem(CO2)</a:t>
            </a:r>
          </a:p>
        </p:txBody>
      </p:sp>
      <p:sp>
        <p:nvSpPr>
          <p:cNvPr id="2" name="Date Placeholder 1">
            <a:extLst>
              <a:ext uri="{FF2B5EF4-FFF2-40B4-BE49-F238E27FC236}">
                <a16:creationId xmlns:a16="http://schemas.microsoft.com/office/drawing/2014/main" id="{71CD0C84-9905-4B91-9CE3-4566A6D8CD85}"/>
              </a:ext>
            </a:extLst>
          </p:cNvPr>
          <p:cNvSpPr>
            <a:spLocks noGrp="1"/>
          </p:cNvSpPr>
          <p:nvPr>
            <p:ph type="dt" sz="quarter" idx="10"/>
          </p:nvPr>
        </p:nvSpPr>
        <p:spPr/>
        <p:txBody>
          <a:bodyPr/>
          <a:lstStyle/>
          <a:p>
            <a:pPr>
              <a:defRPr/>
            </a:pPr>
            <a:fld id="{51EA6464-7DD6-4D2A-A5B7-4C1E8C9FBCD2}" type="datetime1">
              <a:rPr lang="en-US" smtClean="0"/>
              <a:pPr>
                <a:defRPr/>
              </a:pPr>
              <a:t>5/17/2022</a:t>
            </a:fld>
            <a:endParaRPr lang="en-US"/>
          </a:p>
        </p:txBody>
      </p:sp>
      <p:sp>
        <p:nvSpPr>
          <p:cNvPr id="3" name="Footer Placeholder 2">
            <a:extLst>
              <a:ext uri="{FF2B5EF4-FFF2-40B4-BE49-F238E27FC236}">
                <a16:creationId xmlns:a16="http://schemas.microsoft.com/office/drawing/2014/main" id="{EC156039-37BB-469E-A0DC-9203A0458DAC}"/>
              </a:ext>
            </a:extLst>
          </p:cNvPr>
          <p:cNvSpPr>
            <a:spLocks noGrp="1"/>
          </p:cNvSpPr>
          <p:nvPr>
            <p:ph type="ftr" sz="quarter" idx="11"/>
          </p:nvPr>
        </p:nvSpPr>
        <p:spPr>
          <a:xfrm>
            <a:off x="2895600" y="6356350"/>
            <a:ext cx="6781800" cy="365125"/>
          </a:xfrm>
        </p:spPr>
        <p:txBody>
          <a:bodyPr/>
          <a:lstStyle/>
          <a:p>
            <a:pPr>
              <a:defRPr/>
            </a:pPr>
            <a:r>
              <a:rPr lang="en-US"/>
              <a:t>(Programming in Advanced Python)                                 Unit No:2</a:t>
            </a:r>
          </a:p>
        </p:txBody>
      </p:sp>
      <p:sp>
        <p:nvSpPr>
          <p:cNvPr id="84999" name="Slide Number Placeholder 5">
            <a:extLst>
              <a:ext uri="{FF2B5EF4-FFF2-40B4-BE49-F238E27FC236}">
                <a16:creationId xmlns:a16="http://schemas.microsoft.com/office/drawing/2014/main" id="{D17992BF-6D85-4114-A183-4B28DE0092E7}"/>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0B8C467A-AECF-4247-9958-E192E7201E07}" type="slidenum">
              <a:rPr lang="en-US" altLang="en-US" sz="1200">
                <a:solidFill>
                  <a:srgbClr val="898989"/>
                </a:solidFill>
              </a:rPr>
              <a:pPr>
                <a:spcBef>
                  <a:spcPct val="0"/>
                </a:spcBef>
                <a:buFontTx/>
                <a:buNone/>
              </a:pPr>
              <a:t>76</a:t>
            </a:fld>
            <a:endParaRPr lang="en-US" altLang="en-US" sz="1200">
              <a:solidFill>
                <a:srgbClr val="898989"/>
              </a:solidFill>
            </a:endParaRPr>
          </a:p>
        </p:txBody>
      </p:sp>
      <p:pic>
        <p:nvPicPr>
          <p:cNvPr id="1026" name="Picture 2" descr="Multiple inheritance in Python - GeeksforGeeks"/>
          <p:cNvPicPr>
            <a:picLocks noChangeAspect="1" noChangeArrowheads="1"/>
          </p:cNvPicPr>
          <p:nvPr/>
        </p:nvPicPr>
        <p:blipFill>
          <a:blip r:embed="rId2"/>
          <a:srcRect/>
          <a:stretch>
            <a:fillRect/>
          </a:stretch>
        </p:blipFill>
        <p:spPr bwMode="auto">
          <a:xfrm>
            <a:off x="7301132" y="1408210"/>
            <a:ext cx="4051496" cy="4050056"/>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fade">
                                      <p:cBhvr>
                                        <p:cTn id="7" dur="500"/>
                                        <p:tgtEl>
                                          <p:spTgt spid="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3">
                                            <p:txEl>
                                              <p:pRg st="1" end="1"/>
                                            </p:txEl>
                                          </p:spTgt>
                                        </p:tgtEl>
                                        <p:attrNameLst>
                                          <p:attrName>style.visibility</p:attrName>
                                        </p:attrNameLst>
                                      </p:cBhvr>
                                      <p:to>
                                        <p:strVal val="visible"/>
                                      </p:to>
                                    </p:set>
                                    <p:animEffect transition="in" filter="fade">
                                      <p:cBhvr>
                                        <p:cTn id="12" dur="500"/>
                                        <p:tgtEl>
                                          <p:spTgt spid="1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xEl>
                                              <p:pRg st="2" end="2"/>
                                            </p:txEl>
                                          </p:spTgt>
                                        </p:tgtEl>
                                        <p:attrNameLst>
                                          <p:attrName>style.visibility</p:attrName>
                                        </p:attrNameLst>
                                      </p:cBhvr>
                                      <p:to>
                                        <p:strVal val="visible"/>
                                      </p:to>
                                    </p:set>
                                    <p:animEffect transition="in" filter="fade">
                                      <p:cBhvr>
                                        <p:cTn id="17" dur="500"/>
                                        <p:tgtEl>
                                          <p:spTgt spid="1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Content Placeholder 12">
            <a:extLst>
              <a:ext uri="{FF2B5EF4-FFF2-40B4-BE49-F238E27FC236}">
                <a16:creationId xmlns:a16="http://schemas.microsoft.com/office/drawing/2014/main" id="{167A7B9D-D4E6-4757-9CD8-F52EA7E9864D}"/>
              </a:ext>
            </a:extLst>
          </p:cNvPr>
          <p:cNvSpPr>
            <a:spLocks noGrp="1"/>
          </p:cNvSpPr>
          <p:nvPr>
            <p:ph idx="1"/>
          </p:nvPr>
        </p:nvSpPr>
        <p:spPr>
          <a:xfrm>
            <a:off x="1195470" y="1066800"/>
            <a:ext cx="5711767" cy="4953000"/>
          </a:xfrm>
        </p:spPr>
        <p:txBody>
          <a:bodyPr>
            <a:noAutofit/>
          </a:bodyPr>
          <a:lstStyle/>
          <a:p>
            <a:pPr algn="just">
              <a:defRPr/>
            </a:pPr>
            <a:r>
              <a:rPr lang="en-IN" sz="2800">
                <a:latin typeface="Times New Roman" pitchFamily="18" charset="0"/>
                <a:cs typeface="Times New Roman" pitchFamily="18" charset="0"/>
              </a:rPr>
              <a:t>This ambiguity must be avoided.</a:t>
            </a:r>
          </a:p>
          <a:p>
            <a:pPr algn="just">
              <a:defRPr/>
            </a:pPr>
            <a:r>
              <a:rPr lang="en-IN" sz="2800">
                <a:latin typeface="Times New Roman" pitchFamily="18" charset="0"/>
                <a:cs typeface="Times New Roman" pitchFamily="18" charset="0"/>
              </a:rPr>
              <a:t>To prevent base classes from being accessed more than once, the dynamic algorithm </a:t>
            </a:r>
            <a:r>
              <a:rPr lang="en-IN" sz="2800" err="1">
                <a:latin typeface="Times New Roman" pitchFamily="18" charset="0"/>
                <a:cs typeface="Times New Roman" pitchFamily="18" charset="0"/>
              </a:rPr>
              <a:t>linearizes</a:t>
            </a:r>
            <a:r>
              <a:rPr lang="en-IN" sz="2800">
                <a:latin typeface="Times New Roman" pitchFamily="18" charset="0"/>
                <a:cs typeface="Times New Roman" pitchFamily="18" charset="0"/>
              </a:rPr>
              <a:t> the search order in such a way that the left-to right ordering specified in each class is preserved.</a:t>
            </a:r>
          </a:p>
          <a:p>
            <a:pPr algn="just">
              <a:defRPr/>
            </a:pPr>
            <a:endParaRPr lang="en-IN" sz="2800">
              <a:latin typeface="Times New Roman" pitchFamily="18" charset="0"/>
              <a:cs typeface="Times New Roman" pitchFamily="18" charset="0"/>
            </a:endParaRPr>
          </a:p>
          <a:p>
            <a:pPr algn="just">
              <a:defRPr/>
            </a:pPr>
            <a:endParaRPr lang="en-IN" sz="2800">
              <a:latin typeface="Times New Roman" pitchFamily="18" charset="0"/>
              <a:cs typeface="Times New Roman" pitchFamily="18" charset="0"/>
            </a:endParaRPr>
          </a:p>
        </p:txBody>
      </p:sp>
      <p:sp>
        <p:nvSpPr>
          <p:cNvPr id="4" name="Title 1">
            <a:extLst>
              <a:ext uri="{FF2B5EF4-FFF2-40B4-BE49-F238E27FC236}">
                <a16:creationId xmlns:a16="http://schemas.microsoft.com/office/drawing/2014/main" id="{2D4ED9FE-7F91-4732-94FB-5509BDE1AAA1}"/>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US" sz="3200" b="1">
                <a:latin typeface="Times New Roman" pitchFamily="18" charset="0"/>
                <a:cs typeface="Times New Roman" pitchFamily="18" charset="0"/>
              </a:rPr>
              <a:t>Diamond problem(CO2)</a:t>
            </a:r>
          </a:p>
        </p:txBody>
      </p:sp>
      <p:sp>
        <p:nvSpPr>
          <p:cNvPr id="2" name="Date Placeholder 1">
            <a:extLst>
              <a:ext uri="{FF2B5EF4-FFF2-40B4-BE49-F238E27FC236}">
                <a16:creationId xmlns:a16="http://schemas.microsoft.com/office/drawing/2014/main" id="{71CD0C84-9905-4B91-9CE3-4566A6D8CD85}"/>
              </a:ext>
            </a:extLst>
          </p:cNvPr>
          <p:cNvSpPr>
            <a:spLocks noGrp="1"/>
          </p:cNvSpPr>
          <p:nvPr>
            <p:ph type="dt" sz="quarter" idx="10"/>
          </p:nvPr>
        </p:nvSpPr>
        <p:spPr/>
        <p:txBody>
          <a:bodyPr/>
          <a:lstStyle/>
          <a:p>
            <a:pPr>
              <a:defRPr/>
            </a:pPr>
            <a:fld id="{51EA6464-7DD6-4D2A-A5B7-4C1E8C9FBCD2}" type="datetime1">
              <a:rPr lang="en-US" smtClean="0"/>
              <a:pPr>
                <a:defRPr/>
              </a:pPr>
              <a:t>5/17/2022</a:t>
            </a:fld>
            <a:endParaRPr lang="en-US"/>
          </a:p>
        </p:txBody>
      </p:sp>
      <p:sp>
        <p:nvSpPr>
          <p:cNvPr id="3" name="Footer Placeholder 2">
            <a:extLst>
              <a:ext uri="{FF2B5EF4-FFF2-40B4-BE49-F238E27FC236}">
                <a16:creationId xmlns:a16="http://schemas.microsoft.com/office/drawing/2014/main" id="{EC156039-37BB-469E-A0DC-9203A0458DAC}"/>
              </a:ext>
            </a:extLst>
          </p:cNvPr>
          <p:cNvSpPr>
            <a:spLocks noGrp="1"/>
          </p:cNvSpPr>
          <p:nvPr>
            <p:ph type="ftr" sz="quarter" idx="11"/>
          </p:nvPr>
        </p:nvSpPr>
        <p:spPr>
          <a:xfrm>
            <a:off x="2895600" y="6356350"/>
            <a:ext cx="6781800" cy="365125"/>
          </a:xfrm>
        </p:spPr>
        <p:txBody>
          <a:bodyPr/>
          <a:lstStyle/>
          <a:p>
            <a:pPr>
              <a:defRPr/>
            </a:pPr>
            <a:r>
              <a:rPr lang="en-US"/>
              <a:t>(Programming in Advanced Python)                                 Unit No:2</a:t>
            </a:r>
          </a:p>
        </p:txBody>
      </p:sp>
      <p:sp>
        <p:nvSpPr>
          <p:cNvPr id="84999" name="Slide Number Placeholder 5">
            <a:extLst>
              <a:ext uri="{FF2B5EF4-FFF2-40B4-BE49-F238E27FC236}">
                <a16:creationId xmlns:a16="http://schemas.microsoft.com/office/drawing/2014/main" id="{D17992BF-6D85-4114-A183-4B28DE0092E7}"/>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0B8C467A-AECF-4247-9958-E192E7201E07}" type="slidenum">
              <a:rPr lang="en-US" altLang="en-US" sz="1200">
                <a:solidFill>
                  <a:srgbClr val="898989"/>
                </a:solidFill>
              </a:rPr>
              <a:pPr>
                <a:spcBef>
                  <a:spcPct val="0"/>
                </a:spcBef>
                <a:buFontTx/>
                <a:buNone/>
              </a:pPr>
              <a:t>77</a:t>
            </a:fld>
            <a:endParaRPr lang="en-US" altLang="en-US" sz="1200">
              <a:solidFill>
                <a:srgbClr val="898989"/>
              </a:solidFill>
            </a:endParaRPr>
          </a:p>
        </p:txBody>
      </p:sp>
      <p:pic>
        <p:nvPicPr>
          <p:cNvPr id="1026" name="Picture 2" descr="Multiple inheritance in Python - GeeksforGeeks"/>
          <p:cNvPicPr>
            <a:picLocks noChangeAspect="1" noChangeArrowheads="1"/>
          </p:cNvPicPr>
          <p:nvPr/>
        </p:nvPicPr>
        <p:blipFill>
          <a:blip r:embed="rId2"/>
          <a:srcRect/>
          <a:stretch>
            <a:fillRect/>
          </a:stretch>
        </p:blipFill>
        <p:spPr bwMode="auto">
          <a:xfrm>
            <a:off x="7301132" y="1408210"/>
            <a:ext cx="4051496" cy="4050056"/>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fade">
                                      <p:cBhvr>
                                        <p:cTn id="7" dur="500"/>
                                        <p:tgtEl>
                                          <p:spTgt spid="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3">
                                            <p:txEl>
                                              <p:pRg st="1" end="1"/>
                                            </p:txEl>
                                          </p:spTgt>
                                        </p:tgtEl>
                                        <p:attrNameLst>
                                          <p:attrName>style.visibility</p:attrName>
                                        </p:attrNameLst>
                                      </p:cBhvr>
                                      <p:to>
                                        <p:strVal val="visible"/>
                                      </p:to>
                                    </p:set>
                                    <p:animEffect transition="in" filter="fade">
                                      <p:cBhvr>
                                        <p:cTn id="12" dur="500"/>
                                        <p:tgtEl>
                                          <p:spTgt spid="1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Content Placeholder 12">
            <a:extLst>
              <a:ext uri="{FF2B5EF4-FFF2-40B4-BE49-F238E27FC236}">
                <a16:creationId xmlns:a16="http://schemas.microsoft.com/office/drawing/2014/main" id="{167A7B9D-D4E6-4757-9CD8-F52EA7E9864D}"/>
              </a:ext>
            </a:extLst>
          </p:cNvPr>
          <p:cNvSpPr>
            <a:spLocks noGrp="1"/>
          </p:cNvSpPr>
          <p:nvPr>
            <p:ph idx="1"/>
          </p:nvPr>
        </p:nvSpPr>
        <p:spPr>
          <a:xfrm>
            <a:off x="1600200" y="1066800"/>
            <a:ext cx="10287000" cy="4953000"/>
          </a:xfrm>
        </p:spPr>
        <p:txBody>
          <a:bodyPr>
            <a:noAutofit/>
          </a:bodyPr>
          <a:lstStyle/>
          <a:p>
            <a:pPr marL="0" indent="0" algn="just">
              <a:buFont typeface="Arial" panose="020B0604020202020204" pitchFamily="34" charset="0"/>
              <a:buNone/>
              <a:defRPr/>
            </a:pPr>
            <a:r>
              <a:rPr lang="en-US" sz="2800">
                <a:latin typeface="Times New Roman"/>
                <a:cs typeface="Times New Roman"/>
              </a:rPr>
              <a:t>In the multiple inheritance scenario members of class are searched first in the current class. If not found, the search continues into parent classes in depth-first, left to right manner without searching the same class twice(t</a:t>
            </a:r>
            <a:r>
              <a:rPr lang="en-US" sz="2800" b="1">
                <a:latin typeface="Times New Roman"/>
                <a:cs typeface="Times New Roman"/>
              </a:rPr>
              <a:t>o resolve diamond problem)</a:t>
            </a:r>
            <a:endParaRPr lang="en-US" b="1">
              <a:latin typeface="Times New Roman"/>
              <a:cs typeface="Times New Roman"/>
            </a:endParaRPr>
          </a:p>
          <a:p>
            <a:pPr algn="just">
              <a:defRPr/>
            </a:pPr>
            <a:r>
              <a:rPr lang="en-US" sz="2800">
                <a:latin typeface="Times New Roman" pitchFamily="18" charset="0"/>
                <a:cs typeface="Times New Roman" pitchFamily="18" charset="0"/>
              </a:rPr>
              <a:t>Search for the child class before going to its parent class.</a:t>
            </a:r>
          </a:p>
          <a:p>
            <a:pPr algn="just">
              <a:defRPr/>
            </a:pPr>
            <a:r>
              <a:rPr lang="en-US" sz="2800">
                <a:latin typeface="Times New Roman" pitchFamily="18" charset="0"/>
                <a:cs typeface="Times New Roman" pitchFamily="18" charset="0"/>
              </a:rPr>
              <a:t>When a class is inherited from several classes, it searches in the order from left to right in the parent classes.</a:t>
            </a:r>
          </a:p>
          <a:p>
            <a:pPr algn="just">
              <a:defRPr/>
            </a:pPr>
            <a:r>
              <a:rPr lang="en-US" sz="2800">
                <a:latin typeface="Times New Roman" pitchFamily="18" charset="0"/>
                <a:cs typeface="Times New Roman" pitchFamily="18" charset="0"/>
              </a:rPr>
              <a:t>It will not visit any class more than once which means a class in the inheritance hierarchy is traversed only once exactly.</a:t>
            </a:r>
            <a:endParaRPr lang="en-IN" sz="2800">
              <a:latin typeface="Times New Roman" pitchFamily="18" charset="0"/>
              <a:cs typeface="Times New Roman" pitchFamily="18" charset="0"/>
            </a:endParaRPr>
          </a:p>
        </p:txBody>
      </p:sp>
      <p:sp>
        <p:nvSpPr>
          <p:cNvPr id="4" name="Title 1">
            <a:extLst>
              <a:ext uri="{FF2B5EF4-FFF2-40B4-BE49-F238E27FC236}">
                <a16:creationId xmlns:a16="http://schemas.microsoft.com/office/drawing/2014/main" id="{2D4ED9FE-7F91-4732-94FB-5509BDE1AAA1}"/>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US" sz="3200" b="1">
                <a:latin typeface="Times New Roman" pitchFamily="18" charset="0"/>
                <a:cs typeface="Times New Roman" pitchFamily="18" charset="0"/>
              </a:rPr>
              <a:t>Method Resolution Order (MRO)(CO2)</a:t>
            </a:r>
          </a:p>
        </p:txBody>
      </p:sp>
      <p:sp>
        <p:nvSpPr>
          <p:cNvPr id="2" name="Date Placeholder 1">
            <a:extLst>
              <a:ext uri="{FF2B5EF4-FFF2-40B4-BE49-F238E27FC236}">
                <a16:creationId xmlns:a16="http://schemas.microsoft.com/office/drawing/2014/main" id="{71CD0C84-9905-4B91-9CE3-4566A6D8CD85}"/>
              </a:ext>
            </a:extLst>
          </p:cNvPr>
          <p:cNvSpPr>
            <a:spLocks noGrp="1"/>
          </p:cNvSpPr>
          <p:nvPr>
            <p:ph type="dt" sz="quarter" idx="10"/>
          </p:nvPr>
        </p:nvSpPr>
        <p:spPr/>
        <p:txBody>
          <a:bodyPr/>
          <a:lstStyle/>
          <a:p>
            <a:pPr>
              <a:defRPr/>
            </a:pPr>
            <a:fld id="{51EA6464-7DD6-4D2A-A5B7-4C1E8C9FBCD2}" type="datetime1">
              <a:rPr lang="en-US" smtClean="0"/>
              <a:pPr>
                <a:defRPr/>
              </a:pPr>
              <a:t>5/17/2022</a:t>
            </a:fld>
            <a:endParaRPr lang="en-US"/>
          </a:p>
        </p:txBody>
      </p:sp>
      <p:sp>
        <p:nvSpPr>
          <p:cNvPr id="3" name="Footer Placeholder 2">
            <a:extLst>
              <a:ext uri="{FF2B5EF4-FFF2-40B4-BE49-F238E27FC236}">
                <a16:creationId xmlns:a16="http://schemas.microsoft.com/office/drawing/2014/main" id="{EC156039-37BB-469E-A0DC-9203A0458DAC}"/>
              </a:ext>
            </a:extLst>
          </p:cNvPr>
          <p:cNvSpPr>
            <a:spLocks noGrp="1"/>
          </p:cNvSpPr>
          <p:nvPr>
            <p:ph type="ftr" sz="quarter" idx="11"/>
          </p:nvPr>
        </p:nvSpPr>
        <p:spPr>
          <a:xfrm>
            <a:off x="2895600" y="6356350"/>
            <a:ext cx="6781800" cy="365125"/>
          </a:xfrm>
        </p:spPr>
        <p:txBody>
          <a:bodyPr/>
          <a:lstStyle/>
          <a:p>
            <a:pPr>
              <a:defRPr/>
            </a:pPr>
            <a:r>
              <a:rPr lang="en-US"/>
              <a:t>(Programming in Advanced Python)                                 Unit No:2</a:t>
            </a:r>
          </a:p>
        </p:txBody>
      </p:sp>
      <p:sp>
        <p:nvSpPr>
          <p:cNvPr id="84999" name="Slide Number Placeholder 5">
            <a:extLst>
              <a:ext uri="{FF2B5EF4-FFF2-40B4-BE49-F238E27FC236}">
                <a16:creationId xmlns:a16="http://schemas.microsoft.com/office/drawing/2014/main" id="{D17992BF-6D85-4114-A183-4B28DE0092E7}"/>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0B8C467A-AECF-4247-9958-E192E7201E07}" type="slidenum">
              <a:rPr lang="en-US" altLang="en-US" sz="1200">
                <a:solidFill>
                  <a:srgbClr val="898989"/>
                </a:solidFill>
              </a:rPr>
              <a:pPr>
                <a:spcBef>
                  <a:spcPct val="0"/>
                </a:spcBef>
                <a:buFontTx/>
                <a:buNone/>
              </a:pPr>
              <a:t>78</a:t>
            </a:fld>
            <a:endParaRPr lang="en-US" altLang="en-US" sz="1200">
              <a:solidFill>
                <a:srgbClr val="898989"/>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fade">
                                      <p:cBhvr>
                                        <p:cTn id="7" dur="500"/>
                                        <p:tgtEl>
                                          <p:spTgt spid="1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3">
                                            <p:txEl>
                                              <p:pRg st="1" end="1"/>
                                            </p:txEl>
                                          </p:spTgt>
                                        </p:tgtEl>
                                        <p:attrNameLst>
                                          <p:attrName>style.visibility</p:attrName>
                                        </p:attrNameLst>
                                      </p:cBhvr>
                                      <p:to>
                                        <p:strVal val="visible"/>
                                      </p:to>
                                    </p:set>
                                    <p:animEffect transition="in" filter="fade">
                                      <p:cBhvr>
                                        <p:cTn id="12" dur="500"/>
                                        <p:tgtEl>
                                          <p:spTgt spid="1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xEl>
                                              <p:pRg st="2" end="2"/>
                                            </p:txEl>
                                          </p:spTgt>
                                        </p:tgtEl>
                                        <p:attrNameLst>
                                          <p:attrName>style.visibility</p:attrName>
                                        </p:attrNameLst>
                                      </p:cBhvr>
                                      <p:to>
                                        <p:strVal val="visible"/>
                                      </p:to>
                                    </p:set>
                                    <p:animEffect transition="in" filter="fade">
                                      <p:cBhvr>
                                        <p:cTn id="17" dur="500"/>
                                        <p:tgtEl>
                                          <p:spTgt spid="1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3">
                                            <p:txEl>
                                              <p:pRg st="3" end="3"/>
                                            </p:txEl>
                                          </p:spTgt>
                                        </p:tgtEl>
                                        <p:attrNameLst>
                                          <p:attrName>style.visibility</p:attrName>
                                        </p:attrNameLst>
                                      </p:cBhvr>
                                      <p:to>
                                        <p:strVal val="visible"/>
                                      </p:to>
                                    </p:set>
                                    <p:animEffect transition="in" filter="fade">
                                      <p:cBhvr>
                                        <p:cTn id="22" dur="500"/>
                                        <p:tgtEl>
                                          <p:spTgt spid="1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56293F3B-ACE8-4D10-B1AD-A2233C9C9DCE}"/>
              </a:ext>
            </a:extLst>
          </p:cNvPr>
          <p:cNvSpPr>
            <a:spLocks noGrp="1"/>
          </p:cNvSpPr>
          <p:nvPr>
            <p:ph type="dt" sz="quarter" idx="10"/>
          </p:nvPr>
        </p:nvSpPr>
        <p:spPr/>
        <p:txBody>
          <a:bodyPr/>
          <a:lstStyle/>
          <a:p>
            <a:pPr>
              <a:defRPr/>
            </a:pPr>
            <a:fld id="{1A3491E4-0525-402D-9476-2FEBA2840436}" type="datetime1">
              <a:rPr lang="en-US" smtClean="0"/>
              <a:pPr>
                <a:defRPr/>
              </a:pPr>
              <a:t>5/17/2022</a:t>
            </a:fld>
            <a:endParaRPr lang="en-US"/>
          </a:p>
        </p:txBody>
      </p:sp>
      <p:sp>
        <p:nvSpPr>
          <p:cNvPr id="5" name="Footer Placeholder 4">
            <a:extLst>
              <a:ext uri="{FF2B5EF4-FFF2-40B4-BE49-F238E27FC236}">
                <a16:creationId xmlns:a16="http://schemas.microsoft.com/office/drawing/2014/main" id="{3DFD6D47-6DA4-4160-87D3-CCF591417AD7}"/>
              </a:ext>
            </a:extLst>
          </p:cNvPr>
          <p:cNvSpPr>
            <a:spLocks noGrp="1"/>
          </p:cNvSpPr>
          <p:nvPr>
            <p:ph type="ftr" sz="quarter" idx="11"/>
          </p:nvPr>
        </p:nvSpPr>
        <p:spPr>
          <a:xfrm>
            <a:off x="2971800" y="6356350"/>
            <a:ext cx="6858000" cy="365125"/>
          </a:xfrm>
        </p:spPr>
        <p:txBody>
          <a:bodyPr/>
          <a:lstStyle/>
          <a:p>
            <a:pPr>
              <a:defRPr/>
            </a:pPr>
            <a:r>
              <a:rPr lang="en-US"/>
              <a:t>(Programming in Advanced Python)                                 Unit No:2</a:t>
            </a:r>
          </a:p>
        </p:txBody>
      </p:sp>
      <p:sp>
        <p:nvSpPr>
          <p:cNvPr id="53252" name="Slide Number Placeholder 5">
            <a:extLst>
              <a:ext uri="{FF2B5EF4-FFF2-40B4-BE49-F238E27FC236}">
                <a16:creationId xmlns:a16="http://schemas.microsoft.com/office/drawing/2014/main" id="{39DB4BCE-855A-4A74-A502-F8C083ED2B5B}"/>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18DB879A-4F14-4049-BF01-3DC156801FFF}" type="slidenum">
              <a:rPr lang="en-US" altLang="en-US" sz="1200">
                <a:solidFill>
                  <a:srgbClr val="898989"/>
                </a:solidFill>
              </a:rPr>
              <a:pPr>
                <a:spcBef>
                  <a:spcPct val="0"/>
                </a:spcBef>
                <a:buFontTx/>
                <a:buNone/>
              </a:pPr>
              <a:t>79</a:t>
            </a:fld>
            <a:endParaRPr lang="en-US" altLang="en-US" sz="1200">
              <a:solidFill>
                <a:srgbClr val="898989"/>
              </a:solidFill>
            </a:endParaRPr>
          </a:p>
        </p:txBody>
      </p:sp>
      <p:sp>
        <p:nvSpPr>
          <p:cNvPr id="7" name="Title 1">
            <a:extLst>
              <a:ext uri="{FF2B5EF4-FFF2-40B4-BE49-F238E27FC236}">
                <a16:creationId xmlns:a16="http://schemas.microsoft.com/office/drawing/2014/main" id="{90A9CC62-E0F2-4324-B757-B1A892F02999}"/>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a:r>
              <a:rPr lang="en-IN" sz="3200"/>
              <a:t>Method Resolution order</a:t>
            </a:r>
          </a:p>
        </p:txBody>
      </p:sp>
      <p:sp>
        <p:nvSpPr>
          <p:cNvPr id="8" name="Rectangle 7"/>
          <p:cNvSpPr/>
          <p:nvPr/>
        </p:nvSpPr>
        <p:spPr>
          <a:xfrm>
            <a:off x="704538" y="734522"/>
            <a:ext cx="10972799" cy="6001643"/>
          </a:xfrm>
          <a:prstGeom prst="rect">
            <a:avLst/>
          </a:prstGeom>
        </p:spPr>
        <p:txBody>
          <a:bodyPr wrap="square">
            <a:spAutoFit/>
          </a:bodyPr>
          <a:lstStyle/>
          <a:p>
            <a:pPr lvl="1">
              <a:buFont typeface="Arial" pitchFamily="34" charset="0"/>
              <a:buChar char="•"/>
            </a:pPr>
            <a:r>
              <a:rPr lang="en-IN" sz="2400">
                <a:latin typeface="+mj-lt"/>
              </a:rPr>
              <a:t>The method resolution order (or </a:t>
            </a:r>
            <a:r>
              <a:rPr lang="en-IN" sz="2400" b="1">
                <a:latin typeface="+mj-lt"/>
              </a:rPr>
              <a:t>MRO</a:t>
            </a:r>
            <a:r>
              <a:rPr lang="en-IN" sz="2400">
                <a:latin typeface="+mj-lt"/>
              </a:rPr>
              <a:t>) tells Python how to search for inherited methods. </a:t>
            </a:r>
          </a:p>
          <a:p>
            <a:pPr lvl="1"/>
            <a:endParaRPr lang="en-IN" sz="2400">
              <a:latin typeface="+mj-lt"/>
            </a:endParaRPr>
          </a:p>
          <a:p>
            <a:pPr lvl="1">
              <a:buFont typeface="Arial" pitchFamily="34" charset="0"/>
              <a:buChar char="•"/>
            </a:pPr>
            <a:r>
              <a:rPr lang="en-IN" sz="2400">
                <a:latin typeface="+mj-lt"/>
              </a:rPr>
              <a:t>This comes in case of multiple or hybrid inheritance  when using super() because the MRO tells you exactly where Python will look for a method you’re calling with super() and in what order.</a:t>
            </a:r>
          </a:p>
          <a:p>
            <a:pPr lvl="1"/>
            <a:endParaRPr lang="en-IN" sz="2400">
              <a:latin typeface="+mj-lt"/>
            </a:endParaRPr>
          </a:p>
          <a:p>
            <a:pPr lvl="1">
              <a:buFont typeface="Arial" pitchFamily="34" charset="0"/>
              <a:buChar char="•"/>
            </a:pPr>
            <a:r>
              <a:rPr lang="en-IN" sz="2400">
                <a:latin typeface="+mj-lt"/>
              </a:rPr>
              <a:t>Every class has an .__</a:t>
            </a:r>
            <a:r>
              <a:rPr lang="en-IN" sz="2400" err="1">
                <a:latin typeface="+mj-lt"/>
              </a:rPr>
              <a:t>mro</a:t>
            </a:r>
            <a:r>
              <a:rPr lang="en-IN" sz="2400">
                <a:latin typeface="+mj-lt"/>
              </a:rPr>
              <a:t>__ attribute that allows us to inspect the order.</a:t>
            </a:r>
          </a:p>
          <a:p>
            <a:pPr lvl="1"/>
            <a:endParaRPr lang="en-IN" sz="2400">
              <a:latin typeface="+mj-lt"/>
            </a:endParaRPr>
          </a:p>
          <a:p>
            <a:pPr lvl="1"/>
            <a:r>
              <a:rPr lang="en-IN" sz="2400">
                <a:latin typeface="+mj-lt"/>
              </a:rPr>
              <a:t>Example:</a:t>
            </a:r>
          </a:p>
          <a:p>
            <a:pPr lvl="1"/>
            <a:r>
              <a:rPr lang="en-IN" sz="2400" err="1">
                <a:solidFill>
                  <a:srgbClr val="FF0000"/>
                </a:solidFill>
                <a:latin typeface="+mj-lt"/>
              </a:rPr>
              <a:t>both.__mro</a:t>
            </a:r>
            <a:r>
              <a:rPr lang="en-IN" sz="2400">
                <a:solidFill>
                  <a:srgbClr val="FF0000"/>
                </a:solidFill>
                <a:latin typeface="+mj-lt"/>
              </a:rPr>
              <a:t>__</a:t>
            </a:r>
          </a:p>
          <a:p>
            <a:pPr lvl="1"/>
            <a:endParaRPr lang="en-IN" sz="2400">
              <a:solidFill>
                <a:srgbClr val="FF0000"/>
              </a:solidFill>
              <a:latin typeface="+mj-lt"/>
            </a:endParaRPr>
          </a:p>
          <a:p>
            <a:pPr lvl="1"/>
            <a:r>
              <a:rPr lang="en-IN" sz="2400">
                <a:solidFill>
                  <a:srgbClr val="FF0000"/>
                </a:solidFill>
                <a:latin typeface="+mj-lt"/>
              </a:rPr>
              <a:t>Output:</a:t>
            </a:r>
          </a:p>
          <a:p>
            <a:pPr lvl="1"/>
            <a:r>
              <a:rPr lang="en-IN" sz="2400">
                <a:latin typeface="+mj-lt"/>
              </a:rPr>
              <a:t>(&lt;class '__</a:t>
            </a:r>
            <a:r>
              <a:rPr lang="en-IN" sz="2400" err="1">
                <a:latin typeface="+mj-lt"/>
              </a:rPr>
              <a:t>main__.both</a:t>
            </a:r>
            <a:r>
              <a:rPr lang="en-IN" sz="2400">
                <a:latin typeface="+mj-lt"/>
              </a:rPr>
              <a:t>'&gt;, &lt;class '__</a:t>
            </a:r>
            <a:r>
              <a:rPr lang="en-IN" sz="2400" err="1">
                <a:latin typeface="+mj-lt"/>
              </a:rPr>
              <a:t>main__.run</a:t>
            </a:r>
            <a:r>
              <a:rPr lang="en-IN" sz="2400">
                <a:latin typeface="+mj-lt"/>
              </a:rPr>
              <a:t>'&gt;, &lt;class '__</a:t>
            </a:r>
            <a:r>
              <a:rPr lang="en-IN" sz="2400" err="1">
                <a:latin typeface="+mj-lt"/>
              </a:rPr>
              <a:t>main__.fly</a:t>
            </a:r>
            <a:r>
              <a:rPr lang="en-IN" sz="2400">
                <a:latin typeface="+mj-lt"/>
              </a:rPr>
              <a:t>'&gt;, &lt;class '__</a:t>
            </a:r>
            <a:r>
              <a:rPr lang="en-IN" sz="2400" err="1">
                <a:latin typeface="+mj-lt"/>
              </a:rPr>
              <a:t>main__.vehicle</a:t>
            </a:r>
            <a:r>
              <a:rPr lang="en-IN" sz="2400">
                <a:latin typeface="+mj-lt"/>
              </a:rPr>
              <a:t>'&gt;, &lt;class 'object'&gt;)</a:t>
            </a:r>
          </a:p>
          <a:p>
            <a:pPr lvl="1"/>
            <a:endParaRPr lang="en-IN" sz="2400">
              <a:latin typeface="+mj-lt"/>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Content Placeholder 2">
            <a:extLst>
              <a:ext uri="{FF2B5EF4-FFF2-40B4-BE49-F238E27FC236}">
                <a16:creationId xmlns:a16="http://schemas.microsoft.com/office/drawing/2014/main" id="{E00637E3-4F1C-45AD-B529-D98D4EE3E5B9}"/>
              </a:ext>
            </a:extLst>
          </p:cNvPr>
          <p:cNvSpPr>
            <a:spLocks noGrp="1"/>
          </p:cNvSpPr>
          <p:nvPr>
            <p:ph idx="1"/>
          </p:nvPr>
        </p:nvSpPr>
        <p:spPr>
          <a:xfrm>
            <a:off x="1600200" y="1143000"/>
            <a:ext cx="9982200" cy="4525963"/>
          </a:xfrm>
        </p:spPr>
        <p:txBody>
          <a:bodyPr/>
          <a:lstStyle/>
          <a:p>
            <a:pPr algn="just"/>
            <a:r>
              <a:rPr lang="en-IN" altLang="en-US" sz="2800">
                <a:latin typeface="Times New Roman"/>
                <a:cs typeface="Times New Roman"/>
              </a:rPr>
              <a:t>Python is used in Data Science Field.</a:t>
            </a:r>
          </a:p>
          <a:p>
            <a:pPr algn="just"/>
            <a:r>
              <a:rPr lang="en-IN" altLang="en-US" sz="2800">
                <a:latin typeface="Times New Roman"/>
                <a:cs typeface="Times New Roman"/>
              </a:rPr>
              <a:t>Python is implemented in IOT Field.</a:t>
            </a:r>
          </a:p>
          <a:p>
            <a:pPr algn="just"/>
            <a:r>
              <a:rPr lang="en-IN" altLang="en-US" sz="2800">
                <a:latin typeface="Times New Roman"/>
                <a:cs typeface="Times New Roman"/>
              </a:rPr>
              <a:t>Python Specialization in Artificial Intelligence tools.</a:t>
            </a:r>
          </a:p>
          <a:p>
            <a:pPr algn="just"/>
            <a:r>
              <a:rPr lang="en-IN" altLang="en-US" sz="2800">
                <a:latin typeface="Times New Roman"/>
                <a:cs typeface="Times New Roman"/>
              </a:rPr>
              <a:t>The python tools is also used in web Designing ,web crawling.</a:t>
            </a:r>
          </a:p>
          <a:p>
            <a:pPr algn="just"/>
            <a:r>
              <a:rPr lang="en-IN" altLang="en-US" sz="2800">
                <a:latin typeface="Times New Roman"/>
                <a:cs typeface="Times New Roman"/>
              </a:rPr>
              <a:t>Python is easily implemented in Machine Learning.</a:t>
            </a:r>
          </a:p>
          <a:p>
            <a:pPr algn="just"/>
            <a:r>
              <a:rPr lang="en-IN" altLang="en-US" sz="2800">
                <a:latin typeface="Times New Roman"/>
                <a:cs typeface="Times New Roman"/>
              </a:rPr>
              <a:t>We can specialized in Python Data Science tools.</a:t>
            </a:r>
          </a:p>
          <a:p>
            <a:pPr algn="just"/>
            <a:r>
              <a:rPr lang="en-IN" altLang="en-US" sz="2800">
                <a:latin typeface="Times New Roman"/>
                <a:cs typeface="Times New Roman"/>
              </a:rPr>
              <a:t>It is mostly used in Cloud Computing platform also.</a:t>
            </a:r>
          </a:p>
          <a:p>
            <a:pPr algn="just"/>
            <a:r>
              <a:rPr lang="en-IN" altLang="en-US" sz="2800">
                <a:latin typeface="Times New Roman"/>
                <a:cs typeface="Times New Roman"/>
              </a:rPr>
              <a:t>The specialization of Python is storing Data.</a:t>
            </a:r>
          </a:p>
          <a:p>
            <a:pPr algn="just"/>
            <a:r>
              <a:rPr lang="en-IN" altLang="en-US" sz="2800">
                <a:latin typeface="Times New Roman"/>
                <a:cs typeface="Times New Roman"/>
              </a:rPr>
              <a:t>The Specialization of Python is in Libraries of python.</a:t>
            </a:r>
          </a:p>
          <a:p>
            <a:pPr algn="just"/>
            <a:endParaRPr lang="en-IN" altLang="en-US" sz="2400"/>
          </a:p>
          <a:p>
            <a:pPr algn="just"/>
            <a:endParaRPr lang="en-IN" altLang="en-US" sz="2400"/>
          </a:p>
        </p:txBody>
      </p:sp>
      <p:sp>
        <p:nvSpPr>
          <p:cNvPr id="4" name="Date Placeholder 3">
            <a:extLst>
              <a:ext uri="{FF2B5EF4-FFF2-40B4-BE49-F238E27FC236}">
                <a16:creationId xmlns:a16="http://schemas.microsoft.com/office/drawing/2014/main" id="{764D6FDA-170B-44B9-A04A-C3D1297F561E}"/>
              </a:ext>
            </a:extLst>
          </p:cNvPr>
          <p:cNvSpPr>
            <a:spLocks noGrp="1"/>
          </p:cNvSpPr>
          <p:nvPr>
            <p:ph type="dt" sz="quarter" idx="10"/>
          </p:nvPr>
        </p:nvSpPr>
        <p:spPr/>
        <p:txBody>
          <a:bodyPr/>
          <a:lstStyle/>
          <a:p>
            <a:pPr>
              <a:defRPr/>
            </a:pPr>
            <a:fld id="{5BB3999D-BB4E-4602-ABE5-133B5D22AD84}" type="datetime1">
              <a:rPr lang="en-US" smtClean="0"/>
              <a:pPr>
                <a:defRPr/>
              </a:pPr>
              <a:t>5/17/2022</a:t>
            </a:fld>
            <a:endParaRPr lang="en-US"/>
          </a:p>
        </p:txBody>
      </p:sp>
      <p:sp>
        <p:nvSpPr>
          <p:cNvPr id="5" name="Footer Placeholder 4">
            <a:extLst>
              <a:ext uri="{FF2B5EF4-FFF2-40B4-BE49-F238E27FC236}">
                <a16:creationId xmlns:a16="http://schemas.microsoft.com/office/drawing/2014/main" id="{55E3031D-F207-40C5-8B85-7D4E154E6C35}"/>
              </a:ext>
            </a:extLst>
          </p:cNvPr>
          <p:cNvSpPr>
            <a:spLocks noGrp="1"/>
          </p:cNvSpPr>
          <p:nvPr>
            <p:ph type="ftr" sz="quarter" idx="11"/>
          </p:nvPr>
        </p:nvSpPr>
        <p:spPr>
          <a:xfrm>
            <a:off x="2895600" y="6356350"/>
            <a:ext cx="6934200" cy="365125"/>
          </a:xfrm>
        </p:spPr>
        <p:txBody>
          <a:bodyPr/>
          <a:lstStyle/>
          <a:p>
            <a:pPr>
              <a:defRPr/>
            </a:pPr>
            <a:r>
              <a:rPr lang="en-US"/>
              <a:t>(Programming in Advanced Python)                                 Unit No:2</a:t>
            </a:r>
          </a:p>
        </p:txBody>
      </p:sp>
      <p:sp>
        <p:nvSpPr>
          <p:cNvPr id="13317" name="Slide Number Placeholder 5">
            <a:extLst>
              <a:ext uri="{FF2B5EF4-FFF2-40B4-BE49-F238E27FC236}">
                <a16:creationId xmlns:a16="http://schemas.microsoft.com/office/drawing/2014/main" id="{3197B118-4C90-4123-84F0-E38CF8EB596E}"/>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E855DE0A-EAF8-4581-B94F-7CB05A331333}" type="slidenum">
              <a:rPr lang="en-US" altLang="en-US" sz="1200">
                <a:solidFill>
                  <a:srgbClr val="898989"/>
                </a:solidFill>
              </a:rPr>
              <a:pPr>
                <a:spcBef>
                  <a:spcPct val="0"/>
                </a:spcBef>
                <a:buFontTx/>
                <a:buNone/>
              </a:pPr>
              <a:t>80</a:t>
            </a:fld>
            <a:endParaRPr lang="en-US" altLang="en-US" sz="1200">
              <a:solidFill>
                <a:srgbClr val="898989"/>
              </a:solidFill>
            </a:endParaRPr>
          </a:p>
        </p:txBody>
      </p:sp>
      <p:sp>
        <p:nvSpPr>
          <p:cNvPr id="7" name="Title 1">
            <a:extLst>
              <a:ext uri="{FF2B5EF4-FFF2-40B4-BE49-F238E27FC236}">
                <a16:creationId xmlns:a16="http://schemas.microsoft.com/office/drawing/2014/main" id="{FDF9C363-C0D9-4900-9BD9-45DB52F08724}"/>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IN" sz="3200" b="1">
                <a:latin typeface="Times New Roman" panose="02020603050405020304" pitchFamily="18" charset="0"/>
                <a:cs typeface="Times New Roman" panose="02020603050405020304" pitchFamily="18" charset="0"/>
              </a:rPr>
              <a:t>Introduction to the Specialization</a:t>
            </a:r>
            <a:r>
              <a:rPr lang="en-US" sz="3200" b="1">
                <a:latin typeface="Times New Roman" panose="02020603050405020304" pitchFamily="18" charset="0"/>
                <a:cs typeface="Times New Roman" panose="02020603050405020304" pitchFamily="18" charset="0"/>
              </a:rPr>
              <a:t>(CO2)</a:t>
            </a:r>
          </a:p>
        </p:txBody>
      </p:sp>
    </p:spTree>
    <p:extLst>
      <p:ext uri="{BB962C8B-B14F-4D97-AF65-F5344CB8AC3E}">
        <p14:creationId xmlns:p14="http://schemas.microsoft.com/office/powerpoint/2010/main" val="55354956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194">
                                            <p:txEl>
                                              <p:pRg st="0" end="0"/>
                                            </p:txEl>
                                          </p:spTgt>
                                        </p:tgtEl>
                                        <p:attrNameLst>
                                          <p:attrName>style.visibility</p:attrName>
                                        </p:attrNameLst>
                                      </p:cBhvr>
                                      <p:to>
                                        <p:strVal val="visible"/>
                                      </p:to>
                                    </p:set>
                                    <p:animEffect transition="in" filter="blinds(horizontal)">
                                      <p:cBhvr>
                                        <p:cTn id="7" dur="500"/>
                                        <p:tgtEl>
                                          <p:spTgt spid="819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194">
                                            <p:txEl>
                                              <p:pRg st="1" end="1"/>
                                            </p:txEl>
                                          </p:spTgt>
                                        </p:tgtEl>
                                        <p:attrNameLst>
                                          <p:attrName>style.visibility</p:attrName>
                                        </p:attrNameLst>
                                      </p:cBhvr>
                                      <p:to>
                                        <p:strVal val="visible"/>
                                      </p:to>
                                    </p:set>
                                    <p:animEffect transition="in" filter="blinds(horizontal)">
                                      <p:cBhvr>
                                        <p:cTn id="12" dur="500"/>
                                        <p:tgtEl>
                                          <p:spTgt spid="8194">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8194">
                                            <p:txEl>
                                              <p:pRg st="2" end="2"/>
                                            </p:txEl>
                                          </p:spTgt>
                                        </p:tgtEl>
                                        <p:attrNameLst>
                                          <p:attrName>style.visibility</p:attrName>
                                        </p:attrNameLst>
                                      </p:cBhvr>
                                      <p:to>
                                        <p:strVal val="visible"/>
                                      </p:to>
                                    </p:set>
                                    <p:animEffect transition="in" filter="blinds(horizontal)">
                                      <p:cBhvr>
                                        <p:cTn id="17" dur="500"/>
                                        <p:tgtEl>
                                          <p:spTgt spid="8194">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8194">
                                            <p:txEl>
                                              <p:pRg st="3" end="3"/>
                                            </p:txEl>
                                          </p:spTgt>
                                        </p:tgtEl>
                                        <p:attrNameLst>
                                          <p:attrName>style.visibility</p:attrName>
                                        </p:attrNameLst>
                                      </p:cBhvr>
                                      <p:to>
                                        <p:strVal val="visible"/>
                                      </p:to>
                                    </p:set>
                                    <p:animEffect transition="in" filter="blinds(horizontal)">
                                      <p:cBhvr>
                                        <p:cTn id="22" dur="500"/>
                                        <p:tgtEl>
                                          <p:spTgt spid="8194">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8194">
                                            <p:txEl>
                                              <p:pRg st="4" end="4"/>
                                            </p:txEl>
                                          </p:spTgt>
                                        </p:tgtEl>
                                        <p:attrNameLst>
                                          <p:attrName>style.visibility</p:attrName>
                                        </p:attrNameLst>
                                      </p:cBhvr>
                                      <p:to>
                                        <p:strVal val="visible"/>
                                      </p:to>
                                    </p:set>
                                    <p:animEffect transition="in" filter="blinds(horizontal)">
                                      <p:cBhvr>
                                        <p:cTn id="27" dur="500"/>
                                        <p:tgtEl>
                                          <p:spTgt spid="8194">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8194">
                                            <p:txEl>
                                              <p:pRg st="5" end="5"/>
                                            </p:txEl>
                                          </p:spTgt>
                                        </p:tgtEl>
                                        <p:attrNameLst>
                                          <p:attrName>style.visibility</p:attrName>
                                        </p:attrNameLst>
                                      </p:cBhvr>
                                      <p:to>
                                        <p:strVal val="visible"/>
                                      </p:to>
                                    </p:set>
                                    <p:animEffect transition="in" filter="blinds(horizontal)">
                                      <p:cBhvr>
                                        <p:cTn id="32" dur="500"/>
                                        <p:tgtEl>
                                          <p:spTgt spid="8194">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8194">
                                            <p:txEl>
                                              <p:pRg st="6" end="6"/>
                                            </p:txEl>
                                          </p:spTgt>
                                        </p:tgtEl>
                                        <p:attrNameLst>
                                          <p:attrName>style.visibility</p:attrName>
                                        </p:attrNameLst>
                                      </p:cBhvr>
                                      <p:to>
                                        <p:strVal val="visible"/>
                                      </p:to>
                                    </p:set>
                                    <p:animEffect transition="in" filter="blinds(horizontal)">
                                      <p:cBhvr>
                                        <p:cTn id="37" dur="500"/>
                                        <p:tgtEl>
                                          <p:spTgt spid="8194">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8194">
                                            <p:txEl>
                                              <p:pRg st="7" end="7"/>
                                            </p:txEl>
                                          </p:spTgt>
                                        </p:tgtEl>
                                        <p:attrNameLst>
                                          <p:attrName>style.visibility</p:attrName>
                                        </p:attrNameLst>
                                      </p:cBhvr>
                                      <p:to>
                                        <p:strVal val="visible"/>
                                      </p:to>
                                    </p:set>
                                    <p:animEffect transition="in" filter="blinds(horizontal)">
                                      <p:cBhvr>
                                        <p:cTn id="42" dur="500"/>
                                        <p:tgtEl>
                                          <p:spTgt spid="8194">
                                            <p:txEl>
                                              <p:pRg st="7" end="7"/>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8194">
                                            <p:txEl>
                                              <p:pRg st="8" end="8"/>
                                            </p:txEl>
                                          </p:spTgt>
                                        </p:tgtEl>
                                        <p:attrNameLst>
                                          <p:attrName>style.visibility</p:attrName>
                                        </p:attrNameLst>
                                      </p:cBhvr>
                                      <p:to>
                                        <p:strVal val="visible"/>
                                      </p:to>
                                    </p:set>
                                    <p:animEffect transition="in" filter="blinds(horizontal)">
                                      <p:cBhvr>
                                        <p:cTn id="47" dur="500"/>
                                        <p:tgtEl>
                                          <p:spTgt spid="8194">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4" grpId="0" build="p"/>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a:defRPr/>
            </a:pPr>
            <a:fld id="{DDAADE14-7B7F-4773-9C0F-018B4D4CD0EA}" type="datetime1">
              <a:rPr lang="en-US" smtClean="0"/>
              <a:pPr>
                <a:defRPr/>
              </a:pPr>
              <a:t>5/17/2022</a:t>
            </a:fld>
            <a:endParaRPr lang="en-US"/>
          </a:p>
        </p:txBody>
      </p:sp>
      <p:sp>
        <p:nvSpPr>
          <p:cNvPr id="5" name="Footer Placeholder 4"/>
          <p:cNvSpPr>
            <a:spLocks noGrp="1"/>
          </p:cNvSpPr>
          <p:nvPr>
            <p:ph type="ftr" sz="quarter" idx="11"/>
          </p:nvPr>
        </p:nvSpPr>
        <p:spPr/>
        <p:txBody>
          <a:bodyPr/>
          <a:lstStyle/>
          <a:p>
            <a:pPr>
              <a:defRPr/>
            </a:pPr>
            <a:r>
              <a:rPr lang="en-US"/>
              <a:t>(Programming in Advanced Python)                                 Unit No:2</a:t>
            </a:r>
          </a:p>
        </p:txBody>
      </p:sp>
      <p:sp>
        <p:nvSpPr>
          <p:cNvPr id="6" name="Slide Number Placeholder 5"/>
          <p:cNvSpPr>
            <a:spLocks noGrp="1"/>
          </p:cNvSpPr>
          <p:nvPr>
            <p:ph type="sldNum" sz="quarter" idx="12"/>
          </p:nvPr>
        </p:nvSpPr>
        <p:spPr/>
        <p:txBody>
          <a:bodyPr/>
          <a:lstStyle/>
          <a:p>
            <a:fld id="{C77C10F3-51E8-47AA-8570-6B63F9EF7985}" type="slidenum">
              <a:rPr lang="en-US" altLang="en-US" smtClean="0"/>
              <a:pPr/>
              <a:t>81</a:t>
            </a:fld>
            <a:endParaRPr lang="en-US" altLang="en-US"/>
          </a:p>
        </p:txBody>
      </p:sp>
      <p:sp>
        <p:nvSpPr>
          <p:cNvPr id="7" name="Title 1">
            <a:extLst>
              <a:ext uri="{FF2B5EF4-FFF2-40B4-BE49-F238E27FC236}">
                <a16:creationId xmlns:a16="http://schemas.microsoft.com/office/drawing/2014/main" id="{011FCC6A-9237-4C68-89C6-E8657915D59C}"/>
              </a:ext>
            </a:extLst>
          </p:cNvPr>
          <p:cNvSpPr txBox="1">
            <a:spLocks noGrp="1"/>
          </p:cNvSpPr>
          <p:nvPr>
            <p:ph type="title"/>
          </p:nvPr>
        </p:nvSpPr>
        <p:spPr>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US" sz="3200" b="1" dirty="0">
                <a:latin typeface="Times New Roman" panose="02020603050405020304" pitchFamily="18" charset="0"/>
                <a:cs typeface="Times New Roman" pitchFamily="18" charset="0"/>
              </a:rPr>
              <a:t>Polymorphism(CO2)</a:t>
            </a:r>
          </a:p>
        </p:txBody>
      </p:sp>
      <p:pic>
        <p:nvPicPr>
          <p:cNvPr id="8" name="polymorphism.mp4">
            <a:hlinkClick r:id="" action="ppaction://media"/>
          </p:cNvPr>
          <p:cNvPicPr>
            <a:picLocks noGrp="1" noRot="1" noChangeAspect="1"/>
          </p:cNvPicPr>
          <p:nvPr>
            <p:ph idx="1"/>
            <a:videoFile r:link="rId1"/>
          </p:nvPr>
        </p:nvPicPr>
        <p:blipFill>
          <a:blip r:embed="rId3"/>
          <a:stretch>
            <a:fillRect/>
          </a:stretch>
        </p:blipFill>
        <p:spPr>
          <a:xfrm>
            <a:off x="1219200" y="1485900"/>
            <a:ext cx="10058400" cy="4610100"/>
          </a:xfrm>
          <a:prstGeom prst="rect">
            <a:avLst/>
          </a:prstGeom>
        </p:spPr>
      </p:pic>
    </p:spTree>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8"/>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8"/>
                                        </p:tgtEl>
                                      </p:cBhvr>
                                    </p:cmd>
                                  </p:childTnLst>
                                </p:cTn>
                              </p:par>
                            </p:childTnLst>
                          </p:cTn>
                        </p:par>
                      </p:childTnLst>
                    </p:cTn>
                  </p:par>
                </p:childTnLst>
              </p:cTn>
              <p:nextCondLst>
                <p:cond evt="onClick" delay="0">
                  <p:tgtEl>
                    <p:spTgt spid="8"/>
                  </p:tgtEl>
                </p:cond>
              </p:nextCondLst>
            </p:seq>
            <p:video>
              <p:cMediaNode>
                <p:cTn id="7" fill="hold" display="0">
                  <p:stCondLst>
                    <p:cond delay="indefinite"/>
                  </p:stCondLst>
                  <p:endCondLst>
                    <p:cond evt="onNext" delay="0">
                      <p:tgtEl>
                        <p:sldTgt/>
                      </p:tgtEl>
                    </p:cond>
                    <p:cond evt="onPrev" delay="0">
                      <p:tgtEl>
                        <p:sldTgt/>
                      </p:tgtEl>
                    </p:cond>
                  </p:endCondLst>
                </p:cTn>
                <p:tgtEl>
                  <p:spTgt spid="8"/>
                </p:tgtEl>
              </p:cMediaNode>
            </p:video>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E9F9B1E-9D5D-4FCE-9AED-4CF790919504}"/>
              </a:ext>
            </a:extLst>
          </p:cNvPr>
          <p:cNvSpPr>
            <a:spLocks noGrp="1"/>
          </p:cNvSpPr>
          <p:nvPr>
            <p:ph idx="1"/>
          </p:nvPr>
        </p:nvSpPr>
        <p:spPr>
          <a:xfrm>
            <a:off x="479685" y="869429"/>
            <a:ext cx="11407515" cy="5216577"/>
          </a:xfrm>
        </p:spPr>
        <p:txBody>
          <a:bodyPr>
            <a:normAutofit/>
          </a:bodyPr>
          <a:lstStyle/>
          <a:p>
            <a:pPr algn="just">
              <a:defRPr/>
            </a:pPr>
            <a:r>
              <a:rPr lang="en-US" sz="2400">
                <a:latin typeface="+mj-lt"/>
                <a:cs typeface="Times New Roman"/>
              </a:rPr>
              <a:t>Polymorphism is a word that came from two </a:t>
            </a:r>
            <a:r>
              <a:rPr lang="en-US" sz="2400" err="1">
                <a:latin typeface="+mj-lt"/>
                <a:cs typeface="Times New Roman"/>
              </a:rPr>
              <a:t>greek</a:t>
            </a:r>
            <a:r>
              <a:rPr lang="en-US" sz="2400">
                <a:latin typeface="+mj-lt"/>
                <a:cs typeface="Times New Roman"/>
              </a:rPr>
              <a:t> words, poly means many and morphs means forms. </a:t>
            </a:r>
          </a:p>
          <a:p>
            <a:pPr algn="just">
              <a:defRPr/>
            </a:pPr>
            <a:r>
              <a:rPr lang="en-IN" sz="2400">
                <a:latin typeface="+mj-lt"/>
              </a:rPr>
              <a:t>It means that the same function name can be used for different types</a:t>
            </a:r>
            <a:endParaRPr lang="en-US" sz="2400">
              <a:latin typeface="+mj-lt"/>
              <a:cs typeface="Times New Roman" pitchFamily="18" charset="0"/>
            </a:endParaRPr>
          </a:p>
          <a:p>
            <a:pPr algn="just">
              <a:defRPr/>
            </a:pPr>
            <a:r>
              <a:rPr lang="en-IN" sz="2400">
                <a:latin typeface="+mj-lt"/>
              </a:rPr>
              <a:t>Polymorphism defines the ability to take different forms. </a:t>
            </a:r>
          </a:p>
          <a:p>
            <a:pPr algn="just">
              <a:defRPr/>
            </a:pPr>
            <a:r>
              <a:rPr lang="en-IN" sz="2400">
                <a:latin typeface="+mj-lt"/>
              </a:rPr>
              <a:t>Polymorphism in Python allows us to define methods in the child class with the same name as defined in their parent class</a:t>
            </a:r>
          </a:p>
          <a:p>
            <a:pPr algn="just">
              <a:defRPr/>
            </a:pPr>
            <a:r>
              <a:rPr lang="en-IN" sz="2400">
                <a:latin typeface="+mj-lt"/>
              </a:rPr>
              <a:t>In Python, we have different ways to define polymorphism .Like....</a:t>
            </a:r>
          </a:p>
          <a:p>
            <a:pPr algn="just">
              <a:buNone/>
              <a:defRPr/>
            </a:pPr>
            <a:endParaRPr lang="en-US" sz="2400">
              <a:latin typeface="+mj-lt"/>
              <a:cs typeface="Times New Roman" pitchFamily="18" charset="0"/>
            </a:endParaRPr>
          </a:p>
        </p:txBody>
      </p:sp>
      <p:sp>
        <p:nvSpPr>
          <p:cNvPr id="4" name="Date Placeholder 3">
            <a:extLst>
              <a:ext uri="{FF2B5EF4-FFF2-40B4-BE49-F238E27FC236}">
                <a16:creationId xmlns:a16="http://schemas.microsoft.com/office/drawing/2014/main" id="{55C4B140-79EF-4118-948A-229359DC4309}"/>
              </a:ext>
            </a:extLst>
          </p:cNvPr>
          <p:cNvSpPr>
            <a:spLocks noGrp="1"/>
          </p:cNvSpPr>
          <p:nvPr>
            <p:ph type="dt" sz="quarter" idx="10"/>
          </p:nvPr>
        </p:nvSpPr>
        <p:spPr/>
        <p:txBody>
          <a:bodyPr/>
          <a:lstStyle/>
          <a:p>
            <a:pPr>
              <a:defRPr/>
            </a:pPr>
            <a:fld id="{6753A1E1-CFCB-48DE-94BB-F359AB38A5B2}" type="datetime1">
              <a:rPr lang="en-US" smtClean="0"/>
              <a:pPr>
                <a:defRPr/>
              </a:pPr>
              <a:t>5/17/2022</a:t>
            </a:fld>
            <a:endParaRPr lang="en-US"/>
          </a:p>
        </p:txBody>
      </p:sp>
      <p:sp>
        <p:nvSpPr>
          <p:cNvPr id="5" name="Footer Placeholder 4">
            <a:extLst>
              <a:ext uri="{FF2B5EF4-FFF2-40B4-BE49-F238E27FC236}">
                <a16:creationId xmlns:a16="http://schemas.microsoft.com/office/drawing/2014/main" id="{BCD38EBF-4C9A-4FAB-8599-402B524F473A}"/>
              </a:ext>
            </a:extLst>
          </p:cNvPr>
          <p:cNvSpPr>
            <a:spLocks noGrp="1"/>
          </p:cNvSpPr>
          <p:nvPr>
            <p:ph type="ftr" sz="quarter" idx="11"/>
          </p:nvPr>
        </p:nvSpPr>
        <p:spPr>
          <a:xfrm>
            <a:off x="2971800" y="6356350"/>
            <a:ext cx="6858000" cy="365125"/>
          </a:xfrm>
        </p:spPr>
        <p:txBody>
          <a:bodyPr/>
          <a:lstStyle/>
          <a:p>
            <a:pPr>
              <a:defRPr/>
            </a:pPr>
            <a:r>
              <a:rPr lang="en-US"/>
              <a:t>(Programming in Advanced Python)                                 Unit No:2</a:t>
            </a:r>
          </a:p>
        </p:txBody>
      </p:sp>
      <p:sp>
        <p:nvSpPr>
          <p:cNvPr id="88069" name="Slide Number Placeholder 5">
            <a:extLst>
              <a:ext uri="{FF2B5EF4-FFF2-40B4-BE49-F238E27FC236}">
                <a16:creationId xmlns:a16="http://schemas.microsoft.com/office/drawing/2014/main" id="{CC484773-1FED-4A40-A698-C5251F645544}"/>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75B96F29-2698-4A6A-B5E7-40BA52ADC1A8}" type="slidenum">
              <a:rPr lang="en-US" altLang="en-US" sz="1200">
                <a:solidFill>
                  <a:srgbClr val="898989"/>
                </a:solidFill>
              </a:rPr>
              <a:pPr>
                <a:spcBef>
                  <a:spcPct val="0"/>
                </a:spcBef>
                <a:buFontTx/>
                <a:buNone/>
              </a:pPr>
              <a:t>82</a:t>
            </a:fld>
            <a:endParaRPr lang="en-US" altLang="en-US" sz="1200">
              <a:solidFill>
                <a:srgbClr val="898989"/>
              </a:solidFill>
            </a:endParaRPr>
          </a:p>
        </p:txBody>
      </p:sp>
      <p:sp>
        <p:nvSpPr>
          <p:cNvPr id="8" name="Title 1">
            <a:extLst>
              <a:ext uri="{FF2B5EF4-FFF2-40B4-BE49-F238E27FC236}">
                <a16:creationId xmlns:a16="http://schemas.microsoft.com/office/drawing/2014/main" id="{011FCC6A-9237-4C68-89C6-E8657915D59C}"/>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US" sz="3200" b="1" dirty="0">
                <a:latin typeface="Times New Roman" panose="02020603050405020304" pitchFamily="18" charset="0"/>
                <a:cs typeface="Times New Roman" pitchFamily="18" charset="0"/>
              </a:rPr>
              <a:t>Polymorphism(CO2)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E9F9B1E-9D5D-4FCE-9AED-4CF790919504}"/>
              </a:ext>
            </a:extLst>
          </p:cNvPr>
          <p:cNvSpPr>
            <a:spLocks noGrp="1"/>
          </p:cNvSpPr>
          <p:nvPr>
            <p:ph idx="1"/>
          </p:nvPr>
        </p:nvSpPr>
        <p:spPr>
          <a:xfrm>
            <a:off x="479685" y="869429"/>
            <a:ext cx="11407515" cy="5216577"/>
          </a:xfrm>
        </p:spPr>
        <p:txBody>
          <a:bodyPr>
            <a:normAutofit fontScale="92500" lnSpcReduction="20000"/>
          </a:bodyPr>
          <a:lstStyle/>
          <a:p>
            <a:pPr algn="just">
              <a:buNone/>
              <a:defRPr/>
            </a:pPr>
            <a:r>
              <a:rPr lang="en-IN"/>
              <a:t>There are many built-in polymorphic functions in Python. As example.</a:t>
            </a:r>
          </a:p>
          <a:p>
            <a:pPr algn="just">
              <a:buNone/>
              <a:defRPr/>
            </a:pPr>
            <a:endParaRPr lang="en-IN" sz="2400">
              <a:latin typeface="+mj-lt"/>
              <a:cs typeface="Calibri"/>
            </a:endParaRPr>
          </a:p>
          <a:p>
            <a:pPr algn="just">
              <a:buNone/>
              <a:defRPr/>
            </a:pPr>
            <a:r>
              <a:rPr lang="en-IN" sz="2400">
                <a:solidFill>
                  <a:srgbClr val="FF0000"/>
                </a:solidFill>
                <a:latin typeface="+mj-lt"/>
                <a:cs typeface="Calibri"/>
              </a:rPr>
              <a:t># </a:t>
            </a:r>
            <a:r>
              <a:rPr lang="en-IN" sz="2400" err="1">
                <a:solidFill>
                  <a:srgbClr val="FF0000"/>
                </a:solidFill>
                <a:latin typeface="+mj-lt"/>
                <a:cs typeface="Calibri"/>
              </a:rPr>
              <a:t>len</a:t>
            </a:r>
            <a:r>
              <a:rPr lang="en-IN" sz="2400">
                <a:solidFill>
                  <a:srgbClr val="FF0000"/>
                </a:solidFill>
                <a:latin typeface="+mj-lt"/>
                <a:cs typeface="Calibri"/>
              </a:rPr>
              <a:t>() being used for a string</a:t>
            </a:r>
          </a:p>
          <a:p>
            <a:pPr algn="just">
              <a:buNone/>
              <a:defRPr/>
            </a:pPr>
            <a:endParaRPr lang="en-IN" sz="2400">
              <a:latin typeface="+mj-lt"/>
              <a:cs typeface="Calibri"/>
            </a:endParaRPr>
          </a:p>
          <a:p>
            <a:pPr algn="just">
              <a:buNone/>
              <a:defRPr/>
            </a:pPr>
            <a:r>
              <a:rPr lang="en-IN" sz="2400">
                <a:latin typeface="+mj-lt"/>
                <a:cs typeface="Calibri"/>
              </a:rPr>
              <a:t>print(</a:t>
            </a:r>
            <a:r>
              <a:rPr lang="en-IN" sz="2400" err="1">
                <a:latin typeface="+mj-lt"/>
                <a:cs typeface="Calibri"/>
              </a:rPr>
              <a:t>len</a:t>
            </a:r>
            <a:r>
              <a:rPr lang="en-IN" sz="2400">
                <a:latin typeface="+mj-lt"/>
                <a:cs typeface="Calibri"/>
              </a:rPr>
              <a:t>("Data Science"))</a:t>
            </a:r>
          </a:p>
          <a:p>
            <a:pPr algn="just">
              <a:buNone/>
              <a:defRPr/>
            </a:pPr>
            <a:endParaRPr lang="en-IN" sz="2400">
              <a:latin typeface="+mj-lt"/>
              <a:cs typeface="Calibri"/>
            </a:endParaRPr>
          </a:p>
          <a:p>
            <a:pPr algn="just">
              <a:buNone/>
              <a:defRPr/>
            </a:pPr>
            <a:r>
              <a:rPr lang="en-IN" sz="2400">
                <a:solidFill>
                  <a:srgbClr val="FF0000"/>
                </a:solidFill>
                <a:latin typeface="+mj-lt"/>
                <a:cs typeface="Calibri"/>
              </a:rPr>
              <a:t># </a:t>
            </a:r>
            <a:r>
              <a:rPr lang="en-IN" sz="2400" err="1">
                <a:solidFill>
                  <a:srgbClr val="FF0000"/>
                </a:solidFill>
                <a:latin typeface="+mj-lt"/>
                <a:cs typeface="Calibri"/>
              </a:rPr>
              <a:t>len</a:t>
            </a:r>
            <a:r>
              <a:rPr lang="en-IN" sz="2400">
                <a:solidFill>
                  <a:srgbClr val="FF0000"/>
                </a:solidFill>
                <a:latin typeface="+mj-lt"/>
                <a:cs typeface="Calibri"/>
              </a:rPr>
              <a:t>() being used for a list</a:t>
            </a:r>
          </a:p>
          <a:p>
            <a:pPr algn="just">
              <a:buNone/>
              <a:defRPr/>
            </a:pPr>
            <a:endParaRPr lang="en-IN" sz="2400">
              <a:latin typeface="+mj-lt"/>
              <a:cs typeface="Calibri"/>
            </a:endParaRPr>
          </a:p>
          <a:p>
            <a:pPr algn="just">
              <a:buNone/>
              <a:defRPr/>
            </a:pPr>
            <a:r>
              <a:rPr lang="en-IN" sz="2400">
                <a:latin typeface="+mj-lt"/>
                <a:cs typeface="Calibri"/>
              </a:rPr>
              <a:t>print(</a:t>
            </a:r>
            <a:r>
              <a:rPr lang="en-IN" sz="2400" err="1">
                <a:latin typeface="+mj-lt"/>
                <a:cs typeface="Calibri"/>
              </a:rPr>
              <a:t>len</a:t>
            </a:r>
            <a:r>
              <a:rPr lang="en-IN" sz="2400">
                <a:latin typeface="+mj-lt"/>
                <a:cs typeface="Calibri"/>
              </a:rPr>
              <a:t>([1, 2, 3, 4]))</a:t>
            </a:r>
          </a:p>
          <a:p>
            <a:pPr algn="just">
              <a:buNone/>
              <a:defRPr/>
            </a:pPr>
            <a:endParaRPr lang="en-IN" sz="2400">
              <a:latin typeface="+mj-lt"/>
              <a:cs typeface="Calibri"/>
            </a:endParaRPr>
          </a:p>
          <a:p>
            <a:pPr algn="just">
              <a:buNone/>
              <a:defRPr/>
            </a:pPr>
            <a:r>
              <a:rPr lang="en-IN">
                <a:latin typeface="+mj-lt"/>
                <a:cs typeface="Calibri"/>
              </a:rPr>
              <a:t>Output:</a:t>
            </a:r>
          </a:p>
          <a:p>
            <a:pPr algn="just">
              <a:buNone/>
              <a:defRPr/>
            </a:pPr>
            <a:r>
              <a:rPr lang="en-IN">
                <a:latin typeface="+mj-lt"/>
                <a:cs typeface="Calibri"/>
              </a:rPr>
              <a:t>12</a:t>
            </a:r>
          </a:p>
          <a:p>
            <a:pPr algn="just">
              <a:buNone/>
              <a:defRPr/>
            </a:pPr>
            <a:r>
              <a:rPr lang="en-IN">
                <a:latin typeface="+mj-lt"/>
                <a:cs typeface="Calibri"/>
              </a:rPr>
              <a:t>4</a:t>
            </a:r>
            <a:endParaRPr lang="en-US">
              <a:latin typeface="+mj-lt"/>
              <a:cs typeface="Calibri"/>
            </a:endParaRPr>
          </a:p>
          <a:p>
            <a:pPr marL="514350" indent="-514350" algn="just">
              <a:buAutoNum type="arabicPeriod"/>
              <a:defRPr/>
            </a:pPr>
            <a:endParaRPr lang="en-US" sz="2400">
              <a:solidFill>
                <a:srgbClr val="000000"/>
              </a:solidFill>
              <a:latin typeface="+mj-lt"/>
              <a:ea typeface="+mn-lt"/>
              <a:cs typeface="Times New Roman"/>
            </a:endParaRPr>
          </a:p>
          <a:p>
            <a:pPr marL="514350" indent="-514350" algn="just">
              <a:buAutoNum type="arabicPeriod"/>
              <a:defRPr/>
            </a:pPr>
            <a:endParaRPr lang="en-US" sz="2400">
              <a:latin typeface="+mj-lt"/>
              <a:cs typeface="Times New Roman" pitchFamily="18" charset="0"/>
            </a:endParaRPr>
          </a:p>
        </p:txBody>
      </p:sp>
      <p:sp>
        <p:nvSpPr>
          <p:cNvPr id="4" name="Date Placeholder 3">
            <a:extLst>
              <a:ext uri="{FF2B5EF4-FFF2-40B4-BE49-F238E27FC236}">
                <a16:creationId xmlns:a16="http://schemas.microsoft.com/office/drawing/2014/main" id="{55C4B140-79EF-4118-948A-229359DC4309}"/>
              </a:ext>
            </a:extLst>
          </p:cNvPr>
          <p:cNvSpPr>
            <a:spLocks noGrp="1"/>
          </p:cNvSpPr>
          <p:nvPr>
            <p:ph type="dt" sz="quarter" idx="10"/>
          </p:nvPr>
        </p:nvSpPr>
        <p:spPr/>
        <p:txBody>
          <a:bodyPr/>
          <a:lstStyle/>
          <a:p>
            <a:pPr>
              <a:defRPr/>
            </a:pPr>
            <a:fld id="{6753A1E1-CFCB-48DE-94BB-F359AB38A5B2}" type="datetime1">
              <a:rPr lang="en-US" smtClean="0"/>
              <a:pPr>
                <a:defRPr/>
              </a:pPr>
              <a:t>5/17/2022</a:t>
            </a:fld>
            <a:endParaRPr lang="en-US"/>
          </a:p>
        </p:txBody>
      </p:sp>
      <p:sp>
        <p:nvSpPr>
          <p:cNvPr id="5" name="Footer Placeholder 4">
            <a:extLst>
              <a:ext uri="{FF2B5EF4-FFF2-40B4-BE49-F238E27FC236}">
                <a16:creationId xmlns:a16="http://schemas.microsoft.com/office/drawing/2014/main" id="{BCD38EBF-4C9A-4FAB-8599-402B524F473A}"/>
              </a:ext>
            </a:extLst>
          </p:cNvPr>
          <p:cNvSpPr>
            <a:spLocks noGrp="1"/>
          </p:cNvSpPr>
          <p:nvPr>
            <p:ph type="ftr" sz="quarter" idx="11"/>
          </p:nvPr>
        </p:nvSpPr>
        <p:spPr>
          <a:xfrm>
            <a:off x="2971800" y="6356350"/>
            <a:ext cx="6858000" cy="365125"/>
          </a:xfrm>
        </p:spPr>
        <p:txBody>
          <a:bodyPr/>
          <a:lstStyle/>
          <a:p>
            <a:pPr>
              <a:defRPr/>
            </a:pPr>
            <a:r>
              <a:rPr lang="en-US"/>
              <a:t>(Programming in Advanced Python)                                 Unit No:2</a:t>
            </a:r>
          </a:p>
        </p:txBody>
      </p:sp>
      <p:sp>
        <p:nvSpPr>
          <p:cNvPr id="88069" name="Slide Number Placeholder 5">
            <a:extLst>
              <a:ext uri="{FF2B5EF4-FFF2-40B4-BE49-F238E27FC236}">
                <a16:creationId xmlns:a16="http://schemas.microsoft.com/office/drawing/2014/main" id="{CC484773-1FED-4A40-A698-C5251F645544}"/>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75B96F29-2698-4A6A-B5E7-40BA52ADC1A8}" type="slidenum">
              <a:rPr lang="en-US" altLang="en-US" sz="1200">
                <a:solidFill>
                  <a:srgbClr val="898989"/>
                </a:solidFill>
              </a:rPr>
              <a:pPr>
                <a:spcBef>
                  <a:spcPct val="0"/>
                </a:spcBef>
                <a:buFontTx/>
                <a:buNone/>
              </a:pPr>
              <a:t>83</a:t>
            </a:fld>
            <a:endParaRPr lang="en-US" altLang="en-US" sz="1200">
              <a:solidFill>
                <a:srgbClr val="898989"/>
              </a:solidFill>
            </a:endParaRPr>
          </a:p>
        </p:txBody>
      </p:sp>
      <p:sp>
        <p:nvSpPr>
          <p:cNvPr id="8" name="Title 1">
            <a:extLst>
              <a:ext uri="{FF2B5EF4-FFF2-40B4-BE49-F238E27FC236}">
                <a16:creationId xmlns:a16="http://schemas.microsoft.com/office/drawing/2014/main" id="{011FCC6A-9237-4C68-89C6-E8657915D59C}"/>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IN" sz="2800" b="1">
                <a:latin typeface="+mj-lt"/>
              </a:rPr>
              <a:t>Python Built-In Polymorphic Functions(</a:t>
            </a:r>
            <a:r>
              <a:rPr lang="en-US" sz="2800" b="1">
                <a:latin typeface="+mj-lt"/>
                <a:cs typeface="Times New Roman" pitchFamily="18" charset="0"/>
              </a:rPr>
              <a:t>CO2)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500"/>
                                        <p:tgtEl>
                                          <p:spTgt spid="3">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animEffect transition="in" filter="fade">
                                      <p:cBhvr>
                                        <p:cTn id="27" dur="500"/>
                                        <p:tgtEl>
                                          <p:spTgt spid="3">
                                            <p:txEl>
                                              <p:pRg st="8" end="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10" end="10"/>
                                            </p:txEl>
                                          </p:spTgt>
                                        </p:tgtEl>
                                        <p:attrNameLst>
                                          <p:attrName>style.visibility</p:attrName>
                                        </p:attrNameLst>
                                      </p:cBhvr>
                                      <p:to>
                                        <p:strVal val="visible"/>
                                      </p:to>
                                    </p:set>
                                    <p:animEffect transition="in" filter="fade">
                                      <p:cBhvr>
                                        <p:cTn id="32" dur="500"/>
                                        <p:tgtEl>
                                          <p:spTgt spid="3">
                                            <p:txEl>
                                              <p:pRg st="10" end="1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11" end="11"/>
                                            </p:txEl>
                                          </p:spTgt>
                                        </p:tgtEl>
                                        <p:attrNameLst>
                                          <p:attrName>style.visibility</p:attrName>
                                        </p:attrNameLst>
                                      </p:cBhvr>
                                      <p:to>
                                        <p:strVal val="visible"/>
                                      </p:to>
                                    </p:set>
                                    <p:animEffect transition="in" filter="fade">
                                      <p:cBhvr>
                                        <p:cTn id="37" dur="500"/>
                                        <p:tgtEl>
                                          <p:spTgt spid="3">
                                            <p:txEl>
                                              <p:pRg st="11" end="1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12" end="12"/>
                                            </p:txEl>
                                          </p:spTgt>
                                        </p:tgtEl>
                                        <p:attrNameLst>
                                          <p:attrName>style.visibility</p:attrName>
                                        </p:attrNameLst>
                                      </p:cBhvr>
                                      <p:to>
                                        <p:strVal val="visible"/>
                                      </p:to>
                                    </p:set>
                                    <p:animEffect transition="in" filter="fade">
                                      <p:cBhvr>
                                        <p:cTn id="42" dur="500"/>
                                        <p:tgtEl>
                                          <p:spTgt spid="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176FA46-8E05-431B-9D87-E146E7B8627C}"/>
              </a:ext>
            </a:extLst>
          </p:cNvPr>
          <p:cNvSpPr>
            <a:spLocks noGrp="1"/>
          </p:cNvSpPr>
          <p:nvPr>
            <p:ph type="dt" sz="quarter" idx="10"/>
          </p:nvPr>
        </p:nvSpPr>
        <p:spPr/>
        <p:txBody>
          <a:bodyPr/>
          <a:lstStyle/>
          <a:p>
            <a:pPr>
              <a:defRPr/>
            </a:pPr>
            <a:fld id="{36889424-F78F-4C86-8E3A-78A1CE876AA1}" type="datetime1">
              <a:rPr lang="en-US" smtClean="0"/>
              <a:pPr>
                <a:defRPr/>
              </a:pPr>
              <a:t>5/17/2022</a:t>
            </a:fld>
            <a:endParaRPr lang="en-US"/>
          </a:p>
        </p:txBody>
      </p:sp>
      <p:sp>
        <p:nvSpPr>
          <p:cNvPr id="5" name="Footer Placeholder 4">
            <a:extLst>
              <a:ext uri="{FF2B5EF4-FFF2-40B4-BE49-F238E27FC236}">
                <a16:creationId xmlns:a16="http://schemas.microsoft.com/office/drawing/2014/main" id="{89093CC8-C574-4B5C-9CED-C2C0F42CBA69}"/>
              </a:ext>
            </a:extLst>
          </p:cNvPr>
          <p:cNvSpPr>
            <a:spLocks noGrp="1"/>
          </p:cNvSpPr>
          <p:nvPr>
            <p:ph type="ftr" sz="quarter" idx="11"/>
          </p:nvPr>
        </p:nvSpPr>
        <p:spPr>
          <a:xfrm>
            <a:off x="2971800" y="6356350"/>
            <a:ext cx="6858000" cy="365125"/>
          </a:xfrm>
        </p:spPr>
        <p:txBody>
          <a:bodyPr/>
          <a:lstStyle/>
          <a:p>
            <a:pPr>
              <a:defRPr/>
            </a:pPr>
            <a:r>
              <a:rPr lang="en-US"/>
              <a:t>(Programming in Advanced Python)                                 Unit No:2</a:t>
            </a:r>
          </a:p>
        </p:txBody>
      </p:sp>
      <p:sp>
        <p:nvSpPr>
          <p:cNvPr id="89092" name="Slide Number Placeholder 5">
            <a:extLst>
              <a:ext uri="{FF2B5EF4-FFF2-40B4-BE49-F238E27FC236}">
                <a16:creationId xmlns:a16="http://schemas.microsoft.com/office/drawing/2014/main" id="{39025C4A-A2EF-4456-BE5E-4167176AECAE}"/>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71913519-8407-4FC7-9EA8-91468E611658}" type="slidenum">
              <a:rPr lang="en-US" altLang="en-US" sz="1200">
                <a:solidFill>
                  <a:srgbClr val="898989"/>
                </a:solidFill>
              </a:rPr>
              <a:pPr>
                <a:spcBef>
                  <a:spcPct val="0"/>
                </a:spcBef>
                <a:buFontTx/>
                <a:buNone/>
              </a:pPr>
              <a:t>84</a:t>
            </a:fld>
            <a:endParaRPr lang="en-US" altLang="en-US" sz="1200">
              <a:solidFill>
                <a:srgbClr val="898989"/>
              </a:solidFill>
            </a:endParaRPr>
          </a:p>
        </p:txBody>
      </p:sp>
      <p:sp>
        <p:nvSpPr>
          <p:cNvPr id="8" name="Title 1">
            <a:extLst>
              <a:ext uri="{FF2B5EF4-FFF2-40B4-BE49-F238E27FC236}">
                <a16:creationId xmlns:a16="http://schemas.microsoft.com/office/drawing/2014/main" id="{F5DDC4ED-483E-44D0-96EA-65E538F757AB}"/>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US" sz="3200" b="1">
                <a:latin typeface="Times New Roman" panose="02020603050405020304" pitchFamily="18" charset="0"/>
                <a:cs typeface="Times New Roman" panose="02020603050405020304" pitchFamily="18" charset="0"/>
              </a:rPr>
              <a:t>Polymorphic </a:t>
            </a:r>
            <a:r>
              <a:rPr lang="en-US" sz="3200" b="1" err="1">
                <a:latin typeface="Times New Roman" panose="02020603050405020304" pitchFamily="18" charset="0"/>
                <a:cs typeface="Times New Roman" panose="02020603050405020304" pitchFamily="18" charset="0"/>
              </a:rPr>
              <a:t>len</a:t>
            </a:r>
            <a:r>
              <a:rPr lang="en-US" sz="3200" b="1">
                <a:latin typeface="Times New Roman" panose="02020603050405020304" pitchFamily="18" charset="0"/>
                <a:cs typeface="Times New Roman" panose="02020603050405020304" pitchFamily="18" charset="0"/>
              </a:rPr>
              <a:t>() function(CO2)</a:t>
            </a:r>
          </a:p>
        </p:txBody>
      </p:sp>
      <p:pic>
        <p:nvPicPr>
          <p:cNvPr id="89095" name="Picture 1">
            <a:extLst>
              <a:ext uri="{FF2B5EF4-FFF2-40B4-BE49-F238E27FC236}">
                <a16:creationId xmlns:a16="http://schemas.microsoft.com/office/drawing/2014/main" id="{BD4A9E67-1164-44DD-AE12-C0DEADB0D6B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546350" y="817563"/>
            <a:ext cx="7099300" cy="527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E9F9B1E-9D5D-4FCE-9AED-4CF790919504}"/>
              </a:ext>
            </a:extLst>
          </p:cNvPr>
          <p:cNvSpPr>
            <a:spLocks noGrp="1"/>
          </p:cNvSpPr>
          <p:nvPr>
            <p:ph idx="1"/>
          </p:nvPr>
        </p:nvSpPr>
        <p:spPr>
          <a:xfrm>
            <a:off x="479685" y="869429"/>
            <a:ext cx="11407515" cy="5396460"/>
          </a:xfrm>
        </p:spPr>
        <p:txBody>
          <a:bodyPr>
            <a:normAutofit fontScale="85000" lnSpcReduction="20000"/>
          </a:bodyPr>
          <a:lstStyle/>
          <a:p>
            <a:pPr algn="just">
              <a:buNone/>
              <a:defRPr/>
            </a:pPr>
            <a:r>
              <a:rPr lang="en-IN" dirty="0"/>
              <a:t>Example.</a:t>
            </a:r>
          </a:p>
          <a:p>
            <a:pPr marL="514350" indent="-514350" algn="just">
              <a:buNone/>
              <a:defRPr/>
            </a:pPr>
            <a:r>
              <a:rPr lang="en-US" sz="2400" dirty="0">
                <a:solidFill>
                  <a:srgbClr val="000000"/>
                </a:solidFill>
                <a:latin typeface="+mj-lt"/>
                <a:ea typeface="+mn-lt"/>
                <a:cs typeface="Times New Roman"/>
              </a:rPr>
              <a:t>class Square:</a:t>
            </a:r>
          </a:p>
          <a:p>
            <a:pPr marL="514350" indent="-514350" algn="just">
              <a:buNone/>
              <a:defRPr/>
            </a:pPr>
            <a:r>
              <a:rPr lang="en-US" sz="2400" dirty="0">
                <a:solidFill>
                  <a:srgbClr val="000000"/>
                </a:solidFill>
                <a:latin typeface="+mj-lt"/>
                <a:ea typeface="+mn-lt"/>
                <a:cs typeface="Times New Roman"/>
              </a:rPr>
              <a:t>    side = 5     </a:t>
            </a:r>
          </a:p>
          <a:p>
            <a:pPr marL="514350" indent="-514350" algn="just">
              <a:buNone/>
              <a:defRPr/>
            </a:pPr>
            <a:r>
              <a:rPr lang="en-US" sz="2400" dirty="0">
                <a:solidFill>
                  <a:srgbClr val="000000"/>
                </a:solidFill>
                <a:latin typeface="+mj-lt"/>
                <a:ea typeface="+mn-lt"/>
                <a:cs typeface="Times New Roman"/>
              </a:rPr>
              <a:t>    def </a:t>
            </a:r>
            <a:r>
              <a:rPr lang="en-US" sz="2400" dirty="0" err="1">
                <a:solidFill>
                  <a:srgbClr val="000000"/>
                </a:solidFill>
                <a:latin typeface="+mj-lt"/>
                <a:ea typeface="+mn-lt"/>
                <a:cs typeface="Times New Roman"/>
              </a:rPr>
              <a:t>calculate_area</a:t>
            </a:r>
            <a:r>
              <a:rPr lang="en-US" sz="2400" dirty="0">
                <a:solidFill>
                  <a:srgbClr val="000000"/>
                </a:solidFill>
                <a:latin typeface="+mj-lt"/>
                <a:ea typeface="+mn-lt"/>
                <a:cs typeface="Times New Roman"/>
              </a:rPr>
              <a:t>(self):</a:t>
            </a:r>
          </a:p>
          <a:p>
            <a:pPr marL="514350" indent="-514350" algn="just">
              <a:buNone/>
              <a:defRPr/>
            </a:pPr>
            <a:r>
              <a:rPr lang="en-US" sz="2400" dirty="0">
                <a:solidFill>
                  <a:srgbClr val="000000"/>
                </a:solidFill>
                <a:latin typeface="+mj-lt"/>
                <a:ea typeface="+mn-lt"/>
                <a:cs typeface="Times New Roman"/>
              </a:rPr>
              <a:t>        return </a:t>
            </a:r>
            <a:r>
              <a:rPr lang="en-US" sz="2400" dirty="0" err="1">
                <a:solidFill>
                  <a:srgbClr val="000000"/>
                </a:solidFill>
                <a:latin typeface="+mj-lt"/>
                <a:ea typeface="+mn-lt"/>
                <a:cs typeface="Times New Roman"/>
              </a:rPr>
              <a:t>self.side</a:t>
            </a:r>
            <a:r>
              <a:rPr lang="en-US" sz="2400" dirty="0">
                <a:solidFill>
                  <a:srgbClr val="000000"/>
                </a:solidFill>
                <a:latin typeface="+mj-lt"/>
                <a:ea typeface="+mn-lt"/>
                <a:cs typeface="Times New Roman"/>
              </a:rPr>
              <a:t> * </a:t>
            </a:r>
            <a:r>
              <a:rPr lang="en-US" sz="2400" dirty="0" err="1">
                <a:solidFill>
                  <a:srgbClr val="000000"/>
                </a:solidFill>
                <a:latin typeface="+mj-lt"/>
                <a:ea typeface="+mn-lt"/>
                <a:cs typeface="Times New Roman"/>
              </a:rPr>
              <a:t>self.side</a:t>
            </a:r>
            <a:endParaRPr lang="en-US" sz="2400" dirty="0">
              <a:solidFill>
                <a:srgbClr val="000000"/>
              </a:solidFill>
              <a:latin typeface="+mj-lt"/>
              <a:ea typeface="+mn-lt"/>
              <a:cs typeface="Times New Roman"/>
            </a:endParaRPr>
          </a:p>
          <a:p>
            <a:pPr marL="514350" indent="-514350" algn="just">
              <a:buNone/>
              <a:defRPr/>
            </a:pPr>
            <a:endParaRPr lang="en-US" sz="2400" dirty="0">
              <a:solidFill>
                <a:srgbClr val="000000"/>
              </a:solidFill>
              <a:latin typeface="+mj-lt"/>
              <a:ea typeface="+mn-lt"/>
              <a:cs typeface="Times New Roman"/>
            </a:endParaRPr>
          </a:p>
          <a:p>
            <a:pPr marL="514350" indent="-514350" algn="just">
              <a:buNone/>
              <a:defRPr/>
            </a:pPr>
            <a:r>
              <a:rPr lang="en-US" sz="2400" dirty="0">
                <a:solidFill>
                  <a:srgbClr val="000000"/>
                </a:solidFill>
                <a:latin typeface="+mj-lt"/>
                <a:ea typeface="+mn-lt"/>
                <a:cs typeface="Times New Roman"/>
              </a:rPr>
              <a:t>class Triangle:</a:t>
            </a:r>
          </a:p>
          <a:p>
            <a:pPr marL="514350" indent="-514350" algn="just">
              <a:buNone/>
              <a:defRPr/>
            </a:pPr>
            <a:r>
              <a:rPr lang="en-US" sz="2400" dirty="0">
                <a:solidFill>
                  <a:srgbClr val="000000"/>
                </a:solidFill>
                <a:latin typeface="+mj-lt"/>
                <a:ea typeface="+mn-lt"/>
                <a:cs typeface="Times New Roman"/>
              </a:rPr>
              <a:t>    base = 5</a:t>
            </a:r>
          </a:p>
          <a:p>
            <a:pPr marL="514350" indent="-514350" algn="just">
              <a:buNone/>
              <a:defRPr/>
            </a:pPr>
            <a:r>
              <a:rPr lang="en-US" sz="2400" dirty="0">
                <a:solidFill>
                  <a:srgbClr val="000000"/>
                </a:solidFill>
                <a:latin typeface="+mj-lt"/>
                <a:ea typeface="+mn-lt"/>
                <a:cs typeface="Times New Roman"/>
              </a:rPr>
              <a:t>    height = 4</a:t>
            </a:r>
          </a:p>
          <a:p>
            <a:pPr marL="514350" indent="-514350" algn="just">
              <a:buNone/>
              <a:defRPr/>
            </a:pPr>
            <a:r>
              <a:rPr lang="en-US" sz="2400" dirty="0">
                <a:solidFill>
                  <a:srgbClr val="000000"/>
                </a:solidFill>
                <a:latin typeface="+mj-lt"/>
                <a:ea typeface="+mn-lt"/>
                <a:cs typeface="Times New Roman"/>
              </a:rPr>
              <a:t>    def </a:t>
            </a:r>
            <a:r>
              <a:rPr lang="en-US" sz="2400" dirty="0" err="1">
                <a:solidFill>
                  <a:srgbClr val="000000"/>
                </a:solidFill>
                <a:latin typeface="+mj-lt"/>
                <a:ea typeface="+mn-lt"/>
                <a:cs typeface="Times New Roman"/>
              </a:rPr>
              <a:t>calculate_area</a:t>
            </a:r>
            <a:r>
              <a:rPr lang="en-US" sz="2400" dirty="0">
                <a:solidFill>
                  <a:srgbClr val="000000"/>
                </a:solidFill>
                <a:latin typeface="+mj-lt"/>
                <a:ea typeface="+mn-lt"/>
                <a:cs typeface="Times New Roman"/>
              </a:rPr>
              <a:t>(self):</a:t>
            </a:r>
          </a:p>
          <a:p>
            <a:pPr marL="514350" indent="-514350" algn="just">
              <a:buNone/>
              <a:defRPr/>
            </a:pPr>
            <a:r>
              <a:rPr lang="en-US" sz="2400" dirty="0">
                <a:solidFill>
                  <a:srgbClr val="000000"/>
                </a:solidFill>
                <a:latin typeface="+mj-lt"/>
                <a:ea typeface="+mn-lt"/>
                <a:cs typeface="Times New Roman"/>
              </a:rPr>
              <a:t>        return 0.5 * </a:t>
            </a:r>
            <a:r>
              <a:rPr lang="en-US" sz="2400" dirty="0" err="1">
                <a:solidFill>
                  <a:srgbClr val="000000"/>
                </a:solidFill>
                <a:latin typeface="+mj-lt"/>
                <a:ea typeface="+mn-lt"/>
                <a:cs typeface="Times New Roman"/>
              </a:rPr>
              <a:t>self.base</a:t>
            </a:r>
            <a:r>
              <a:rPr lang="en-US" sz="2400" dirty="0">
                <a:solidFill>
                  <a:srgbClr val="000000"/>
                </a:solidFill>
                <a:latin typeface="+mj-lt"/>
                <a:ea typeface="+mn-lt"/>
                <a:cs typeface="Times New Roman"/>
              </a:rPr>
              <a:t> * </a:t>
            </a:r>
            <a:r>
              <a:rPr lang="en-US" sz="2400" dirty="0" err="1">
                <a:solidFill>
                  <a:srgbClr val="000000"/>
                </a:solidFill>
                <a:latin typeface="+mj-lt"/>
                <a:ea typeface="+mn-lt"/>
                <a:cs typeface="Times New Roman"/>
              </a:rPr>
              <a:t>self.height</a:t>
            </a:r>
            <a:endParaRPr lang="en-US" sz="2400" dirty="0">
              <a:solidFill>
                <a:srgbClr val="000000"/>
              </a:solidFill>
              <a:latin typeface="+mj-lt"/>
              <a:ea typeface="+mn-lt"/>
              <a:cs typeface="Times New Roman"/>
            </a:endParaRPr>
          </a:p>
          <a:p>
            <a:pPr marL="514350" indent="-514350" algn="just">
              <a:buNone/>
              <a:defRPr/>
            </a:pPr>
            <a:endParaRPr lang="en-US" sz="2400" dirty="0">
              <a:solidFill>
                <a:srgbClr val="000000"/>
              </a:solidFill>
              <a:latin typeface="+mj-lt"/>
              <a:ea typeface="+mn-lt"/>
              <a:cs typeface="Times New Roman"/>
            </a:endParaRPr>
          </a:p>
          <a:p>
            <a:pPr marL="514350" indent="-514350" algn="just">
              <a:buNone/>
              <a:defRPr/>
            </a:pPr>
            <a:r>
              <a:rPr lang="en-US" sz="2400" dirty="0">
                <a:solidFill>
                  <a:srgbClr val="000000"/>
                </a:solidFill>
                <a:latin typeface="+mj-lt"/>
                <a:ea typeface="+mn-lt"/>
                <a:cs typeface="Times New Roman"/>
              </a:rPr>
              <a:t>sq = Square()</a:t>
            </a:r>
          </a:p>
          <a:p>
            <a:pPr marL="514350" indent="-514350" algn="just">
              <a:buNone/>
              <a:defRPr/>
            </a:pPr>
            <a:r>
              <a:rPr lang="en-US" sz="2400" dirty="0">
                <a:solidFill>
                  <a:srgbClr val="000000"/>
                </a:solidFill>
                <a:latin typeface="+mj-lt"/>
                <a:ea typeface="+mn-lt"/>
                <a:cs typeface="Times New Roman"/>
              </a:rPr>
              <a:t>tri = Triangle()</a:t>
            </a:r>
          </a:p>
          <a:p>
            <a:pPr marL="514350" indent="-514350" algn="just">
              <a:buNone/>
              <a:defRPr/>
            </a:pPr>
            <a:r>
              <a:rPr lang="en-US" sz="2400" dirty="0">
                <a:solidFill>
                  <a:srgbClr val="000000"/>
                </a:solidFill>
                <a:latin typeface="+mj-lt"/>
                <a:ea typeface="+mn-lt"/>
                <a:cs typeface="Times New Roman"/>
              </a:rPr>
              <a:t>print("Area of square: ", </a:t>
            </a:r>
            <a:r>
              <a:rPr lang="en-US" sz="2400" dirty="0" err="1">
                <a:solidFill>
                  <a:srgbClr val="000000"/>
                </a:solidFill>
                <a:latin typeface="+mj-lt"/>
                <a:ea typeface="+mn-lt"/>
                <a:cs typeface="Times New Roman"/>
              </a:rPr>
              <a:t>sq.calculate_area</a:t>
            </a:r>
            <a:r>
              <a:rPr lang="en-US" sz="2400" dirty="0">
                <a:solidFill>
                  <a:srgbClr val="000000"/>
                </a:solidFill>
                <a:latin typeface="+mj-lt"/>
                <a:ea typeface="+mn-lt"/>
                <a:cs typeface="Times New Roman"/>
              </a:rPr>
              <a:t>())</a:t>
            </a:r>
          </a:p>
          <a:p>
            <a:pPr marL="514350" indent="-514350" algn="just">
              <a:buNone/>
              <a:defRPr/>
            </a:pPr>
            <a:r>
              <a:rPr lang="en-US" sz="2400" dirty="0">
                <a:solidFill>
                  <a:srgbClr val="000000"/>
                </a:solidFill>
                <a:latin typeface="+mj-lt"/>
                <a:ea typeface="+mn-lt"/>
                <a:cs typeface="Times New Roman"/>
              </a:rPr>
              <a:t>print("Area of triangle: ", </a:t>
            </a:r>
            <a:r>
              <a:rPr lang="en-US" sz="2400" dirty="0" err="1">
                <a:solidFill>
                  <a:srgbClr val="000000"/>
                </a:solidFill>
                <a:latin typeface="+mj-lt"/>
                <a:ea typeface="+mn-lt"/>
                <a:cs typeface="Times New Roman"/>
              </a:rPr>
              <a:t>tri.calculate_area</a:t>
            </a:r>
            <a:r>
              <a:rPr lang="en-US" sz="2400" dirty="0">
                <a:solidFill>
                  <a:srgbClr val="000000"/>
                </a:solidFill>
                <a:latin typeface="+mj-lt"/>
                <a:ea typeface="+mn-lt"/>
                <a:cs typeface="Times New Roman"/>
              </a:rPr>
              <a:t>())</a:t>
            </a:r>
          </a:p>
          <a:p>
            <a:pPr marL="514350" indent="-514350" algn="just">
              <a:buAutoNum type="arabicPeriod"/>
              <a:defRPr/>
            </a:pPr>
            <a:endParaRPr lang="en-US" sz="2400" dirty="0">
              <a:latin typeface="+mj-lt"/>
              <a:cs typeface="Times New Roman" pitchFamily="18" charset="0"/>
            </a:endParaRPr>
          </a:p>
        </p:txBody>
      </p:sp>
      <p:sp>
        <p:nvSpPr>
          <p:cNvPr id="4" name="Date Placeholder 3">
            <a:extLst>
              <a:ext uri="{FF2B5EF4-FFF2-40B4-BE49-F238E27FC236}">
                <a16:creationId xmlns:a16="http://schemas.microsoft.com/office/drawing/2014/main" id="{55C4B140-79EF-4118-948A-229359DC4309}"/>
              </a:ext>
            </a:extLst>
          </p:cNvPr>
          <p:cNvSpPr>
            <a:spLocks noGrp="1"/>
          </p:cNvSpPr>
          <p:nvPr>
            <p:ph type="dt" sz="quarter" idx="10"/>
          </p:nvPr>
        </p:nvSpPr>
        <p:spPr/>
        <p:txBody>
          <a:bodyPr/>
          <a:lstStyle/>
          <a:p>
            <a:pPr>
              <a:defRPr/>
            </a:pPr>
            <a:fld id="{6753A1E1-CFCB-48DE-94BB-F359AB38A5B2}" type="datetime1">
              <a:rPr lang="en-US" smtClean="0"/>
              <a:pPr>
                <a:defRPr/>
              </a:pPr>
              <a:t>5/17/2022</a:t>
            </a:fld>
            <a:endParaRPr lang="en-US"/>
          </a:p>
        </p:txBody>
      </p:sp>
      <p:sp>
        <p:nvSpPr>
          <p:cNvPr id="5" name="Footer Placeholder 4">
            <a:extLst>
              <a:ext uri="{FF2B5EF4-FFF2-40B4-BE49-F238E27FC236}">
                <a16:creationId xmlns:a16="http://schemas.microsoft.com/office/drawing/2014/main" id="{BCD38EBF-4C9A-4FAB-8599-402B524F473A}"/>
              </a:ext>
            </a:extLst>
          </p:cNvPr>
          <p:cNvSpPr>
            <a:spLocks noGrp="1"/>
          </p:cNvSpPr>
          <p:nvPr>
            <p:ph type="ftr" sz="quarter" idx="11"/>
          </p:nvPr>
        </p:nvSpPr>
        <p:spPr>
          <a:xfrm>
            <a:off x="2971800" y="6356350"/>
            <a:ext cx="6858000" cy="365125"/>
          </a:xfrm>
        </p:spPr>
        <p:txBody>
          <a:bodyPr/>
          <a:lstStyle/>
          <a:p>
            <a:pPr>
              <a:defRPr/>
            </a:pPr>
            <a:r>
              <a:rPr lang="en-US"/>
              <a:t>(Programming in Advanced Python)                                 Unit No:2</a:t>
            </a:r>
          </a:p>
        </p:txBody>
      </p:sp>
      <p:sp>
        <p:nvSpPr>
          <p:cNvPr id="88069" name="Slide Number Placeholder 5">
            <a:extLst>
              <a:ext uri="{FF2B5EF4-FFF2-40B4-BE49-F238E27FC236}">
                <a16:creationId xmlns:a16="http://schemas.microsoft.com/office/drawing/2014/main" id="{CC484773-1FED-4A40-A698-C5251F645544}"/>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75B96F29-2698-4A6A-B5E7-40BA52ADC1A8}" type="slidenum">
              <a:rPr lang="en-US" altLang="en-US" sz="1200">
                <a:solidFill>
                  <a:srgbClr val="898989"/>
                </a:solidFill>
              </a:rPr>
              <a:pPr>
                <a:spcBef>
                  <a:spcPct val="0"/>
                </a:spcBef>
                <a:buFontTx/>
                <a:buNone/>
              </a:pPr>
              <a:t>85</a:t>
            </a:fld>
            <a:endParaRPr lang="en-US" altLang="en-US" sz="1200">
              <a:solidFill>
                <a:srgbClr val="898989"/>
              </a:solidFill>
            </a:endParaRPr>
          </a:p>
        </p:txBody>
      </p:sp>
      <p:sp>
        <p:nvSpPr>
          <p:cNvPr id="8" name="Title 1">
            <a:extLst>
              <a:ext uri="{FF2B5EF4-FFF2-40B4-BE49-F238E27FC236}">
                <a16:creationId xmlns:a16="http://schemas.microsoft.com/office/drawing/2014/main" id="{011FCC6A-9237-4C68-89C6-E8657915D59C}"/>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IN" sz="2800" b="1">
                <a:latin typeface="+mj-lt"/>
              </a:rPr>
              <a:t>Polymorphic Classes(</a:t>
            </a:r>
            <a:r>
              <a:rPr lang="en-US" sz="2800" b="1">
                <a:latin typeface="+mj-lt"/>
                <a:cs typeface="Times New Roman" pitchFamily="18" charset="0"/>
              </a:rPr>
              <a:t>CO2)</a:t>
            </a:r>
          </a:p>
        </p:txBody>
      </p:sp>
      <p:sp>
        <p:nvSpPr>
          <p:cNvPr id="9" name="TextBox 8"/>
          <p:cNvSpPr txBox="1"/>
          <p:nvPr/>
        </p:nvSpPr>
        <p:spPr>
          <a:xfrm>
            <a:off x="7615003" y="4841823"/>
            <a:ext cx="3957404" cy="923330"/>
          </a:xfrm>
          <a:prstGeom prst="rect">
            <a:avLst/>
          </a:prstGeom>
          <a:noFill/>
        </p:spPr>
        <p:txBody>
          <a:bodyPr wrap="square" rtlCol="0">
            <a:spAutoFit/>
          </a:bodyPr>
          <a:lstStyle/>
          <a:p>
            <a:r>
              <a:rPr lang="en-IN">
                <a:solidFill>
                  <a:srgbClr val="FF0000"/>
                </a:solidFill>
              </a:rPr>
              <a:t>Output:</a:t>
            </a:r>
          </a:p>
          <a:p>
            <a:r>
              <a:rPr lang="en-IN">
                <a:solidFill>
                  <a:srgbClr val="FF0000"/>
                </a:solidFill>
              </a:rPr>
              <a:t>Area of square: 25</a:t>
            </a:r>
          </a:p>
          <a:p>
            <a:r>
              <a:rPr lang="en-IN">
                <a:solidFill>
                  <a:srgbClr val="FF0000"/>
                </a:solidFill>
              </a:rPr>
              <a:t> Area of triangle: 10.0</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500"/>
                                        <p:tgtEl>
                                          <p:spTgt spid="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fade">
                                      <p:cBhvr>
                                        <p:cTn id="42" dur="500"/>
                                        <p:tgtEl>
                                          <p:spTgt spid="3">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animEffect transition="in" filter="fade">
                                      <p:cBhvr>
                                        <p:cTn id="47" dur="500"/>
                                        <p:tgtEl>
                                          <p:spTgt spid="3">
                                            <p:txEl>
                                              <p:pRg st="9" end="9"/>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10" end="10"/>
                                            </p:txEl>
                                          </p:spTgt>
                                        </p:tgtEl>
                                        <p:attrNameLst>
                                          <p:attrName>style.visibility</p:attrName>
                                        </p:attrNameLst>
                                      </p:cBhvr>
                                      <p:to>
                                        <p:strVal val="visible"/>
                                      </p:to>
                                    </p:set>
                                    <p:animEffect transition="in" filter="fade">
                                      <p:cBhvr>
                                        <p:cTn id="52" dur="500"/>
                                        <p:tgtEl>
                                          <p:spTgt spid="3">
                                            <p:txEl>
                                              <p:pRg st="10" end="1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
                                            <p:txEl>
                                              <p:pRg st="12" end="12"/>
                                            </p:txEl>
                                          </p:spTgt>
                                        </p:tgtEl>
                                        <p:attrNameLst>
                                          <p:attrName>style.visibility</p:attrName>
                                        </p:attrNameLst>
                                      </p:cBhvr>
                                      <p:to>
                                        <p:strVal val="visible"/>
                                      </p:to>
                                    </p:set>
                                    <p:animEffect transition="in" filter="fade">
                                      <p:cBhvr>
                                        <p:cTn id="57" dur="500"/>
                                        <p:tgtEl>
                                          <p:spTgt spid="3">
                                            <p:txEl>
                                              <p:pRg st="12" end="12"/>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3">
                                            <p:txEl>
                                              <p:pRg st="13" end="13"/>
                                            </p:txEl>
                                          </p:spTgt>
                                        </p:tgtEl>
                                        <p:attrNameLst>
                                          <p:attrName>style.visibility</p:attrName>
                                        </p:attrNameLst>
                                      </p:cBhvr>
                                      <p:to>
                                        <p:strVal val="visible"/>
                                      </p:to>
                                    </p:set>
                                    <p:animEffect transition="in" filter="fade">
                                      <p:cBhvr>
                                        <p:cTn id="62" dur="500"/>
                                        <p:tgtEl>
                                          <p:spTgt spid="3">
                                            <p:txEl>
                                              <p:pRg st="13" end="13"/>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3">
                                            <p:txEl>
                                              <p:pRg st="14" end="14"/>
                                            </p:txEl>
                                          </p:spTgt>
                                        </p:tgtEl>
                                        <p:attrNameLst>
                                          <p:attrName>style.visibility</p:attrName>
                                        </p:attrNameLst>
                                      </p:cBhvr>
                                      <p:to>
                                        <p:strVal val="visible"/>
                                      </p:to>
                                    </p:set>
                                    <p:animEffect transition="in" filter="fade">
                                      <p:cBhvr>
                                        <p:cTn id="67" dur="500"/>
                                        <p:tgtEl>
                                          <p:spTgt spid="3">
                                            <p:txEl>
                                              <p:pRg st="14" end="14"/>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3">
                                            <p:txEl>
                                              <p:pRg st="15" end="15"/>
                                            </p:txEl>
                                          </p:spTgt>
                                        </p:tgtEl>
                                        <p:attrNameLst>
                                          <p:attrName>style.visibility</p:attrName>
                                        </p:attrNameLst>
                                      </p:cBhvr>
                                      <p:to>
                                        <p:strVal val="visible"/>
                                      </p:to>
                                    </p:set>
                                    <p:animEffect transition="in" filter="fade">
                                      <p:cBhvr>
                                        <p:cTn id="72" dur="500"/>
                                        <p:tgtEl>
                                          <p:spTgt spid="3">
                                            <p:txEl>
                                              <p:pRg st="15" end="15"/>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2" presetClass="entr" presetSubtype="4" fill="hold" grpId="0" nodeType="clickEffect">
                                  <p:stCondLst>
                                    <p:cond delay="0"/>
                                  </p:stCondLst>
                                  <p:childTnLst>
                                    <p:set>
                                      <p:cBhvr>
                                        <p:cTn id="76" dur="1" fill="hold">
                                          <p:stCondLst>
                                            <p:cond delay="0"/>
                                          </p:stCondLst>
                                        </p:cTn>
                                        <p:tgtEl>
                                          <p:spTgt spid="9">
                                            <p:txEl>
                                              <p:pRg st="0" end="0"/>
                                            </p:txEl>
                                          </p:spTgt>
                                        </p:tgtEl>
                                        <p:attrNameLst>
                                          <p:attrName>style.visibility</p:attrName>
                                        </p:attrNameLst>
                                      </p:cBhvr>
                                      <p:to>
                                        <p:strVal val="visible"/>
                                      </p:to>
                                    </p:set>
                                    <p:anim calcmode="lin" valueType="num">
                                      <p:cBhvr additive="base">
                                        <p:cTn id="77"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78" dur="500" fill="hold"/>
                                        <p:tgtEl>
                                          <p:spTgt spid="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79" fill="hold">
                      <p:stCondLst>
                        <p:cond delay="indefinite"/>
                      </p:stCondLst>
                      <p:childTnLst>
                        <p:par>
                          <p:cTn id="80" fill="hold">
                            <p:stCondLst>
                              <p:cond delay="0"/>
                            </p:stCondLst>
                            <p:childTnLst>
                              <p:par>
                                <p:cTn id="81" presetID="2" presetClass="entr" presetSubtype="4" fill="hold" grpId="0" nodeType="clickEffect">
                                  <p:stCondLst>
                                    <p:cond delay="0"/>
                                  </p:stCondLst>
                                  <p:childTnLst>
                                    <p:set>
                                      <p:cBhvr>
                                        <p:cTn id="82" dur="1" fill="hold">
                                          <p:stCondLst>
                                            <p:cond delay="0"/>
                                          </p:stCondLst>
                                        </p:cTn>
                                        <p:tgtEl>
                                          <p:spTgt spid="9">
                                            <p:txEl>
                                              <p:pRg st="1" end="1"/>
                                            </p:txEl>
                                          </p:spTgt>
                                        </p:tgtEl>
                                        <p:attrNameLst>
                                          <p:attrName>style.visibility</p:attrName>
                                        </p:attrNameLst>
                                      </p:cBhvr>
                                      <p:to>
                                        <p:strVal val="visible"/>
                                      </p:to>
                                    </p:set>
                                    <p:anim calcmode="lin" valueType="num">
                                      <p:cBhvr additive="base">
                                        <p:cTn id="83" dur="500" fill="hold"/>
                                        <p:tgtEl>
                                          <p:spTgt spid="9">
                                            <p:txEl>
                                              <p:pRg st="1" end="1"/>
                                            </p:txEl>
                                          </p:spTgt>
                                        </p:tgtEl>
                                        <p:attrNameLst>
                                          <p:attrName>ppt_x</p:attrName>
                                        </p:attrNameLst>
                                      </p:cBhvr>
                                      <p:tavLst>
                                        <p:tav tm="0">
                                          <p:val>
                                            <p:strVal val="#ppt_x"/>
                                          </p:val>
                                        </p:tav>
                                        <p:tav tm="100000">
                                          <p:val>
                                            <p:strVal val="#ppt_x"/>
                                          </p:val>
                                        </p:tav>
                                      </p:tavLst>
                                    </p:anim>
                                    <p:anim calcmode="lin" valueType="num">
                                      <p:cBhvr additive="base">
                                        <p:cTn id="84" dur="500" fill="hold"/>
                                        <p:tgtEl>
                                          <p:spTgt spid="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85" fill="hold">
                      <p:stCondLst>
                        <p:cond delay="indefinite"/>
                      </p:stCondLst>
                      <p:childTnLst>
                        <p:par>
                          <p:cTn id="86" fill="hold">
                            <p:stCondLst>
                              <p:cond delay="0"/>
                            </p:stCondLst>
                            <p:childTnLst>
                              <p:par>
                                <p:cTn id="87" presetID="2" presetClass="entr" presetSubtype="4" fill="hold" grpId="0" nodeType="clickEffect">
                                  <p:stCondLst>
                                    <p:cond delay="0"/>
                                  </p:stCondLst>
                                  <p:childTnLst>
                                    <p:set>
                                      <p:cBhvr>
                                        <p:cTn id="88" dur="1" fill="hold">
                                          <p:stCondLst>
                                            <p:cond delay="0"/>
                                          </p:stCondLst>
                                        </p:cTn>
                                        <p:tgtEl>
                                          <p:spTgt spid="9">
                                            <p:txEl>
                                              <p:pRg st="2" end="2"/>
                                            </p:txEl>
                                          </p:spTgt>
                                        </p:tgtEl>
                                        <p:attrNameLst>
                                          <p:attrName>style.visibility</p:attrName>
                                        </p:attrNameLst>
                                      </p:cBhvr>
                                      <p:to>
                                        <p:strVal val="visible"/>
                                      </p:to>
                                    </p:set>
                                    <p:anim calcmode="lin" valueType="num">
                                      <p:cBhvr additive="base">
                                        <p:cTn id="89" dur="500" fill="hold"/>
                                        <p:tgtEl>
                                          <p:spTgt spid="9">
                                            <p:txEl>
                                              <p:pRg st="2" end="2"/>
                                            </p:txEl>
                                          </p:spTgt>
                                        </p:tgtEl>
                                        <p:attrNameLst>
                                          <p:attrName>ppt_x</p:attrName>
                                        </p:attrNameLst>
                                      </p:cBhvr>
                                      <p:tavLst>
                                        <p:tav tm="0">
                                          <p:val>
                                            <p:strVal val="#ppt_x"/>
                                          </p:val>
                                        </p:tav>
                                        <p:tav tm="100000">
                                          <p:val>
                                            <p:strVal val="#ppt_x"/>
                                          </p:val>
                                        </p:tav>
                                      </p:tavLst>
                                    </p:anim>
                                    <p:anim calcmode="lin" valueType="num">
                                      <p:cBhvr additive="base">
                                        <p:cTn id="90" dur="500" fill="hold"/>
                                        <p:tgtEl>
                                          <p:spTgt spid="9">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9" grpId="0" build="p"/>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55C4B140-79EF-4118-948A-229359DC4309}"/>
              </a:ext>
            </a:extLst>
          </p:cNvPr>
          <p:cNvSpPr>
            <a:spLocks noGrp="1"/>
          </p:cNvSpPr>
          <p:nvPr>
            <p:ph type="dt" sz="quarter" idx="10"/>
          </p:nvPr>
        </p:nvSpPr>
        <p:spPr/>
        <p:txBody>
          <a:bodyPr/>
          <a:lstStyle/>
          <a:p>
            <a:pPr>
              <a:defRPr/>
            </a:pPr>
            <a:fld id="{6753A1E1-CFCB-48DE-94BB-F359AB38A5B2}" type="datetime1">
              <a:rPr lang="en-US" smtClean="0"/>
              <a:pPr>
                <a:defRPr/>
              </a:pPr>
              <a:t>5/17/2022</a:t>
            </a:fld>
            <a:endParaRPr lang="en-US"/>
          </a:p>
        </p:txBody>
      </p:sp>
      <p:sp>
        <p:nvSpPr>
          <p:cNvPr id="5" name="Footer Placeholder 4">
            <a:extLst>
              <a:ext uri="{FF2B5EF4-FFF2-40B4-BE49-F238E27FC236}">
                <a16:creationId xmlns:a16="http://schemas.microsoft.com/office/drawing/2014/main" id="{BCD38EBF-4C9A-4FAB-8599-402B524F473A}"/>
              </a:ext>
            </a:extLst>
          </p:cNvPr>
          <p:cNvSpPr>
            <a:spLocks noGrp="1"/>
          </p:cNvSpPr>
          <p:nvPr>
            <p:ph type="ftr" sz="quarter" idx="11"/>
          </p:nvPr>
        </p:nvSpPr>
        <p:spPr>
          <a:xfrm>
            <a:off x="2971800" y="6356350"/>
            <a:ext cx="6858000" cy="365125"/>
          </a:xfrm>
        </p:spPr>
        <p:txBody>
          <a:bodyPr/>
          <a:lstStyle/>
          <a:p>
            <a:pPr>
              <a:defRPr/>
            </a:pPr>
            <a:r>
              <a:rPr lang="en-US"/>
              <a:t>(Programming in Advanced Python)                                 Unit No:2</a:t>
            </a:r>
          </a:p>
        </p:txBody>
      </p:sp>
      <p:sp>
        <p:nvSpPr>
          <p:cNvPr id="88069" name="Slide Number Placeholder 5">
            <a:extLst>
              <a:ext uri="{FF2B5EF4-FFF2-40B4-BE49-F238E27FC236}">
                <a16:creationId xmlns:a16="http://schemas.microsoft.com/office/drawing/2014/main" id="{CC484773-1FED-4A40-A698-C5251F645544}"/>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75B96F29-2698-4A6A-B5E7-40BA52ADC1A8}" type="slidenum">
              <a:rPr lang="en-US" altLang="en-US" sz="1200">
                <a:solidFill>
                  <a:srgbClr val="898989"/>
                </a:solidFill>
              </a:rPr>
              <a:pPr>
                <a:spcBef>
                  <a:spcPct val="0"/>
                </a:spcBef>
                <a:buFontTx/>
                <a:buNone/>
              </a:pPr>
              <a:t>86</a:t>
            </a:fld>
            <a:endParaRPr lang="en-US" altLang="en-US" sz="1200">
              <a:solidFill>
                <a:srgbClr val="898989"/>
              </a:solidFill>
            </a:endParaRPr>
          </a:p>
        </p:txBody>
      </p:sp>
      <p:sp>
        <p:nvSpPr>
          <p:cNvPr id="8" name="Title 1">
            <a:extLst>
              <a:ext uri="{FF2B5EF4-FFF2-40B4-BE49-F238E27FC236}">
                <a16:creationId xmlns:a16="http://schemas.microsoft.com/office/drawing/2014/main" id="{011FCC6A-9237-4C68-89C6-E8657915D59C}"/>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IN" sz="2800" b="1">
                <a:latin typeface="+mj-lt"/>
              </a:rPr>
              <a:t>Polymorphic  using loop and functions(</a:t>
            </a:r>
            <a:r>
              <a:rPr lang="en-US" sz="2800" b="1">
                <a:latin typeface="+mj-lt"/>
                <a:cs typeface="Times New Roman" pitchFamily="18" charset="0"/>
              </a:rPr>
              <a:t>CO2)</a:t>
            </a:r>
          </a:p>
        </p:txBody>
      </p:sp>
      <p:sp>
        <p:nvSpPr>
          <p:cNvPr id="9" name="TextBox 8"/>
          <p:cNvSpPr txBox="1"/>
          <p:nvPr/>
        </p:nvSpPr>
        <p:spPr>
          <a:xfrm>
            <a:off x="5231568" y="644577"/>
            <a:ext cx="6340840" cy="5262979"/>
          </a:xfrm>
          <a:prstGeom prst="rect">
            <a:avLst/>
          </a:prstGeom>
          <a:noFill/>
        </p:spPr>
        <p:txBody>
          <a:bodyPr wrap="square" rtlCol="0">
            <a:spAutoFit/>
          </a:bodyPr>
          <a:lstStyle/>
          <a:p>
            <a:r>
              <a:rPr lang="en-IN" sz="2800" b="1" dirty="0">
                <a:solidFill>
                  <a:srgbClr val="FF0000"/>
                </a:solidFill>
                <a:latin typeface="+mj-lt"/>
              </a:rPr>
              <a:t>Using Functions:</a:t>
            </a:r>
          </a:p>
          <a:p>
            <a:r>
              <a:rPr lang="en-IN" sz="2800" dirty="0" err="1">
                <a:latin typeface="+mj-lt"/>
              </a:rPr>
              <a:t>find_area_of_shape</a:t>
            </a:r>
            <a:r>
              <a:rPr lang="en-IN" sz="2800" dirty="0">
                <a:latin typeface="+mj-lt"/>
              </a:rPr>
              <a:t>(</a:t>
            </a:r>
            <a:r>
              <a:rPr lang="en-IN" sz="2800" dirty="0" err="1">
                <a:latin typeface="+mj-lt"/>
              </a:rPr>
              <a:t>obj</a:t>
            </a:r>
            <a:r>
              <a:rPr lang="en-IN" sz="2800" dirty="0">
                <a:latin typeface="+mj-lt"/>
              </a:rPr>
              <a:t>): 	</a:t>
            </a:r>
            <a:r>
              <a:rPr lang="en-IN" sz="2800" dirty="0" err="1">
                <a:latin typeface="+mj-lt"/>
              </a:rPr>
              <a:t>obj.calculate_area</a:t>
            </a:r>
            <a:r>
              <a:rPr lang="en-IN" sz="2800" dirty="0">
                <a:latin typeface="+mj-lt"/>
              </a:rPr>
              <a:t>() </a:t>
            </a:r>
          </a:p>
          <a:p>
            <a:endParaRPr lang="en-IN" sz="2800" dirty="0">
              <a:latin typeface="+mj-lt"/>
            </a:endParaRPr>
          </a:p>
          <a:p>
            <a:r>
              <a:rPr lang="en-IN" sz="2800" dirty="0" err="1">
                <a:latin typeface="+mj-lt"/>
              </a:rPr>
              <a:t>sq</a:t>
            </a:r>
            <a:r>
              <a:rPr lang="en-IN" sz="2800" dirty="0">
                <a:latin typeface="+mj-lt"/>
              </a:rPr>
              <a:t> = Square() </a:t>
            </a:r>
          </a:p>
          <a:p>
            <a:r>
              <a:rPr lang="en-IN" sz="2800" dirty="0">
                <a:latin typeface="+mj-lt"/>
              </a:rPr>
              <a:t>tri = Triangle() </a:t>
            </a:r>
          </a:p>
          <a:p>
            <a:endParaRPr lang="en-IN" sz="2800" dirty="0">
              <a:latin typeface="+mj-lt"/>
            </a:endParaRPr>
          </a:p>
          <a:p>
            <a:r>
              <a:rPr lang="en-IN" sz="2800" b="1" dirty="0">
                <a:latin typeface="+mj-lt"/>
              </a:rPr>
              <a:t># calling the method with different objects</a:t>
            </a:r>
          </a:p>
          <a:p>
            <a:r>
              <a:rPr lang="en-IN" sz="2800" dirty="0">
                <a:latin typeface="+mj-lt"/>
              </a:rPr>
              <a:t> </a:t>
            </a:r>
          </a:p>
          <a:p>
            <a:r>
              <a:rPr lang="en-IN" sz="2800" dirty="0" err="1">
                <a:latin typeface="+mj-lt"/>
              </a:rPr>
              <a:t>find_area_of_shape</a:t>
            </a:r>
            <a:r>
              <a:rPr lang="en-IN" sz="2800" dirty="0">
                <a:latin typeface="+mj-lt"/>
              </a:rPr>
              <a:t>(</a:t>
            </a:r>
            <a:r>
              <a:rPr lang="en-IN" sz="2800" dirty="0" err="1">
                <a:latin typeface="+mj-lt"/>
              </a:rPr>
              <a:t>sq</a:t>
            </a:r>
            <a:r>
              <a:rPr lang="en-IN" sz="2800" dirty="0">
                <a:latin typeface="+mj-lt"/>
              </a:rPr>
              <a:t>) </a:t>
            </a:r>
            <a:r>
              <a:rPr lang="en-IN" sz="2800" dirty="0" err="1">
                <a:latin typeface="+mj-lt"/>
              </a:rPr>
              <a:t>find_area_of_shape</a:t>
            </a:r>
            <a:r>
              <a:rPr lang="en-IN" sz="2800" dirty="0">
                <a:latin typeface="+mj-lt"/>
              </a:rPr>
              <a:t>(tri)</a:t>
            </a:r>
            <a:endParaRPr lang="en-IN" sz="2800" dirty="0">
              <a:solidFill>
                <a:srgbClr val="FF0000"/>
              </a:solidFill>
              <a:latin typeface="+mj-lt"/>
            </a:endParaRPr>
          </a:p>
        </p:txBody>
      </p:sp>
      <p:sp>
        <p:nvSpPr>
          <p:cNvPr id="10" name="Content Placeholder 9"/>
          <p:cNvSpPr>
            <a:spLocks noGrp="1"/>
          </p:cNvSpPr>
          <p:nvPr>
            <p:ph idx="1"/>
          </p:nvPr>
        </p:nvSpPr>
        <p:spPr>
          <a:xfrm>
            <a:off x="609600" y="1154244"/>
            <a:ext cx="5146623" cy="4971920"/>
          </a:xfrm>
        </p:spPr>
        <p:txBody>
          <a:bodyPr/>
          <a:lstStyle/>
          <a:p>
            <a:pPr>
              <a:buNone/>
            </a:pPr>
            <a:r>
              <a:rPr lang="en-IN" sz="2800" dirty="0"/>
              <a:t>:</a:t>
            </a:r>
            <a:r>
              <a:rPr lang="en-IN" sz="2800" b="1" dirty="0">
                <a:solidFill>
                  <a:srgbClr val="FF0000"/>
                </a:solidFill>
              </a:rPr>
              <a:t>Using loop</a:t>
            </a:r>
          </a:p>
          <a:p>
            <a:pPr>
              <a:buNone/>
            </a:pPr>
            <a:r>
              <a:rPr lang="en-IN" sz="2800" dirty="0" err="1"/>
              <a:t>sq</a:t>
            </a:r>
            <a:r>
              <a:rPr lang="en-IN" sz="2800" dirty="0"/>
              <a:t> = Square() </a:t>
            </a:r>
          </a:p>
          <a:p>
            <a:pPr>
              <a:buNone/>
            </a:pPr>
            <a:r>
              <a:rPr lang="en-IN" sz="2800" dirty="0"/>
              <a:t>tri = Triangle() </a:t>
            </a:r>
          </a:p>
          <a:p>
            <a:pPr>
              <a:buNone/>
            </a:pPr>
            <a:r>
              <a:rPr lang="en-IN" sz="2800" dirty="0"/>
              <a:t>for(</a:t>
            </a:r>
            <a:r>
              <a:rPr lang="en-IN" sz="2800" dirty="0" err="1"/>
              <a:t>obj</a:t>
            </a:r>
            <a:r>
              <a:rPr lang="en-IN" sz="2800" dirty="0"/>
              <a:t> in (</a:t>
            </a:r>
            <a:r>
              <a:rPr lang="en-IN" sz="2800" dirty="0" err="1"/>
              <a:t>sq</a:t>
            </a:r>
            <a:r>
              <a:rPr lang="en-IN" sz="2800" dirty="0"/>
              <a:t>, tri)): </a:t>
            </a:r>
            <a:r>
              <a:rPr lang="en-IN" sz="2800" dirty="0" err="1"/>
              <a:t>obj.calculate_area</a:t>
            </a:r>
            <a:r>
              <a:rPr lang="en-IN" sz="2800" dirty="0"/>
              <a:t>()</a:t>
            </a:r>
          </a:p>
          <a:p>
            <a:pPr>
              <a:buNone/>
            </a:pPr>
            <a:endParaRPr lang="en-IN" sz="28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 calcmode="lin" valueType="num">
                                      <p:cBhvr additive="base">
                                        <p:cTn id="7"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
                                            <p:txEl>
                                              <p:pRg st="1" end="1"/>
                                            </p:txEl>
                                          </p:spTgt>
                                        </p:tgtEl>
                                        <p:attrNameLst>
                                          <p:attrName>style.visibility</p:attrName>
                                        </p:attrNameLst>
                                      </p:cBhvr>
                                      <p:to>
                                        <p:strVal val="visible"/>
                                      </p:to>
                                    </p:set>
                                    <p:anim calcmode="lin" valueType="num">
                                      <p:cBhvr additive="base">
                                        <p:cTn id="13" dur="500" fill="hold"/>
                                        <p:tgtEl>
                                          <p:spTgt spid="10">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0">
                                            <p:txEl>
                                              <p:pRg st="2" end="2"/>
                                            </p:txEl>
                                          </p:spTgt>
                                        </p:tgtEl>
                                        <p:attrNameLst>
                                          <p:attrName>style.visibility</p:attrName>
                                        </p:attrNameLst>
                                      </p:cBhvr>
                                      <p:to>
                                        <p:strVal val="visible"/>
                                      </p:to>
                                    </p:set>
                                    <p:anim calcmode="lin" valueType="num">
                                      <p:cBhvr additive="base">
                                        <p:cTn id="19" dur="500" fill="hold"/>
                                        <p:tgtEl>
                                          <p:spTgt spid="10">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0">
                                            <p:txEl>
                                              <p:pRg st="3" end="3"/>
                                            </p:txEl>
                                          </p:spTgt>
                                        </p:tgtEl>
                                        <p:attrNameLst>
                                          <p:attrName>style.visibility</p:attrName>
                                        </p:attrNameLst>
                                      </p:cBhvr>
                                      <p:to>
                                        <p:strVal val="visible"/>
                                      </p:to>
                                    </p:set>
                                    <p:anim calcmode="lin" valueType="num">
                                      <p:cBhvr additive="base">
                                        <p:cTn id="25" dur="500" fill="hold"/>
                                        <p:tgtEl>
                                          <p:spTgt spid="10">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0">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9">
                                            <p:txEl>
                                              <p:pRg st="0" end="0"/>
                                            </p:txEl>
                                          </p:spTgt>
                                        </p:tgtEl>
                                        <p:attrNameLst>
                                          <p:attrName>style.visibility</p:attrName>
                                        </p:attrNameLst>
                                      </p:cBhvr>
                                      <p:to>
                                        <p:strVal val="visible"/>
                                      </p:to>
                                    </p:set>
                                    <p:anim calcmode="lin" valueType="num">
                                      <p:cBhvr additive="base">
                                        <p:cTn id="31"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9">
                                            <p:txEl>
                                              <p:pRg st="1" end="1"/>
                                            </p:txEl>
                                          </p:spTgt>
                                        </p:tgtEl>
                                        <p:attrNameLst>
                                          <p:attrName>style.visibility</p:attrName>
                                        </p:attrNameLst>
                                      </p:cBhvr>
                                      <p:to>
                                        <p:strVal val="visible"/>
                                      </p:to>
                                    </p:set>
                                    <p:anim calcmode="lin" valueType="num">
                                      <p:cBhvr additive="base">
                                        <p:cTn id="37" dur="500" fill="hold"/>
                                        <p:tgtEl>
                                          <p:spTgt spid="9">
                                            <p:txEl>
                                              <p:pRg st="1" end="1"/>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9">
                                            <p:txEl>
                                              <p:pRg st="3" end="3"/>
                                            </p:txEl>
                                          </p:spTgt>
                                        </p:tgtEl>
                                        <p:attrNameLst>
                                          <p:attrName>style.visibility</p:attrName>
                                        </p:attrNameLst>
                                      </p:cBhvr>
                                      <p:to>
                                        <p:strVal val="visible"/>
                                      </p:to>
                                    </p:set>
                                    <p:anim calcmode="lin" valueType="num">
                                      <p:cBhvr additive="base">
                                        <p:cTn id="43" dur="500" fill="hold"/>
                                        <p:tgtEl>
                                          <p:spTgt spid="9">
                                            <p:txEl>
                                              <p:pRg st="3" end="3"/>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9">
                                            <p:txEl>
                                              <p:pRg st="4" end="4"/>
                                            </p:txEl>
                                          </p:spTgt>
                                        </p:tgtEl>
                                        <p:attrNameLst>
                                          <p:attrName>style.visibility</p:attrName>
                                        </p:attrNameLst>
                                      </p:cBhvr>
                                      <p:to>
                                        <p:strVal val="visible"/>
                                      </p:to>
                                    </p:set>
                                    <p:anim calcmode="lin" valueType="num">
                                      <p:cBhvr additive="base">
                                        <p:cTn id="49" dur="500" fill="hold"/>
                                        <p:tgtEl>
                                          <p:spTgt spid="9">
                                            <p:txEl>
                                              <p:pRg st="4" end="4"/>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9">
                                            <p:txEl>
                                              <p:pRg st="6" end="6"/>
                                            </p:txEl>
                                          </p:spTgt>
                                        </p:tgtEl>
                                        <p:attrNameLst>
                                          <p:attrName>style.visibility</p:attrName>
                                        </p:attrNameLst>
                                      </p:cBhvr>
                                      <p:to>
                                        <p:strVal val="visible"/>
                                      </p:to>
                                    </p:set>
                                    <p:anim calcmode="lin" valueType="num">
                                      <p:cBhvr additive="base">
                                        <p:cTn id="55" dur="500" fill="hold"/>
                                        <p:tgtEl>
                                          <p:spTgt spid="9">
                                            <p:txEl>
                                              <p:pRg st="6" end="6"/>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9">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9">
                                            <p:txEl>
                                              <p:pRg st="7" end="7"/>
                                            </p:txEl>
                                          </p:spTgt>
                                        </p:tgtEl>
                                        <p:attrNameLst>
                                          <p:attrName>style.visibility</p:attrName>
                                        </p:attrNameLst>
                                      </p:cBhvr>
                                      <p:to>
                                        <p:strVal val="visible"/>
                                      </p:to>
                                    </p:set>
                                    <p:anim calcmode="lin" valueType="num">
                                      <p:cBhvr additive="base">
                                        <p:cTn id="61" dur="500" fill="hold"/>
                                        <p:tgtEl>
                                          <p:spTgt spid="9">
                                            <p:txEl>
                                              <p:pRg st="7" end="7"/>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9">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9">
                                            <p:txEl>
                                              <p:pRg st="8" end="8"/>
                                            </p:txEl>
                                          </p:spTgt>
                                        </p:tgtEl>
                                        <p:attrNameLst>
                                          <p:attrName>style.visibility</p:attrName>
                                        </p:attrNameLst>
                                      </p:cBhvr>
                                      <p:to>
                                        <p:strVal val="visible"/>
                                      </p:to>
                                    </p:set>
                                    <p:anim calcmode="lin" valueType="num">
                                      <p:cBhvr additive="base">
                                        <p:cTn id="67" dur="500" fill="hold"/>
                                        <p:tgtEl>
                                          <p:spTgt spid="9">
                                            <p:txEl>
                                              <p:pRg st="8" end="8"/>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9">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P spid="10" grpId="0" build="p"/>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E9F9B1E-9D5D-4FCE-9AED-4CF790919504}"/>
              </a:ext>
            </a:extLst>
          </p:cNvPr>
          <p:cNvSpPr>
            <a:spLocks noGrp="1"/>
          </p:cNvSpPr>
          <p:nvPr>
            <p:ph idx="1"/>
          </p:nvPr>
        </p:nvSpPr>
        <p:spPr>
          <a:xfrm>
            <a:off x="479685" y="869429"/>
            <a:ext cx="11407515" cy="5216577"/>
          </a:xfrm>
        </p:spPr>
        <p:txBody>
          <a:bodyPr>
            <a:normAutofit/>
          </a:bodyPr>
          <a:lstStyle/>
          <a:p>
            <a:pPr algn="just">
              <a:buNone/>
              <a:defRPr/>
            </a:pPr>
            <a:r>
              <a:rPr lang="en-IN">
                <a:latin typeface="+mj-lt"/>
                <a:cs typeface="Calibri"/>
              </a:rPr>
              <a:t>There are different ways to implement polymorphism:</a:t>
            </a:r>
          </a:p>
          <a:p>
            <a:pPr algn="just">
              <a:buFont typeface="Wingdings" pitchFamily="2" charset="2"/>
              <a:buChar char="Ø"/>
              <a:defRPr/>
            </a:pPr>
            <a:r>
              <a:rPr lang="en-IN">
                <a:cs typeface="Calibri"/>
              </a:rPr>
              <a:t>Method overriding</a:t>
            </a:r>
            <a:endParaRPr lang="en-US">
              <a:cs typeface="Calibri"/>
            </a:endParaRPr>
          </a:p>
          <a:p>
            <a:pPr algn="just">
              <a:buFont typeface="Wingdings" pitchFamily="2" charset="2"/>
              <a:buChar char="Ø"/>
              <a:defRPr/>
            </a:pPr>
            <a:r>
              <a:rPr lang="en-IN">
                <a:solidFill>
                  <a:srgbClr val="FF0000"/>
                </a:solidFill>
                <a:latin typeface="+mj-lt"/>
                <a:cs typeface="Calibri"/>
              </a:rPr>
              <a:t>Method overloading</a:t>
            </a:r>
          </a:p>
          <a:p>
            <a:pPr algn="just">
              <a:buFont typeface="Wingdings" pitchFamily="2" charset="2"/>
              <a:buChar char="Ø"/>
              <a:defRPr/>
            </a:pPr>
            <a:r>
              <a:rPr lang="en-IN">
                <a:latin typeface="+mj-lt"/>
                <a:cs typeface="Calibri"/>
              </a:rPr>
              <a:t>Operator overloading</a:t>
            </a:r>
          </a:p>
          <a:p>
            <a:pPr marL="514350" indent="-514350" algn="just">
              <a:buAutoNum type="arabicPeriod"/>
              <a:defRPr/>
            </a:pPr>
            <a:endParaRPr lang="en-US" sz="2400">
              <a:solidFill>
                <a:srgbClr val="000000"/>
              </a:solidFill>
              <a:latin typeface="+mj-lt"/>
              <a:ea typeface="+mn-lt"/>
              <a:cs typeface="Times New Roman"/>
            </a:endParaRPr>
          </a:p>
          <a:p>
            <a:pPr marL="514350" indent="-514350" algn="just">
              <a:buAutoNum type="arabicPeriod"/>
              <a:defRPr/>
            </a:pPr>
            <a:endParaRPr lang="en-US" sz="2400">
              <a:latin typeface="+mj-lt"/>
              <a:cs typeface="Times New Roman" pitchFamily="18" charset="0"/>
            </a:endParaRPr>
          </a:p>
        </p:txBody>
      </p:sp>
      <p:sp>
        <p:nvSpPr>
          <p:cNvPr id="4" name="Date Placeholder 3">
            <a:extLst>
              <a:ext uri="{FF2B5EF4-FFF2-40B4-BE49-F238E27FC236}">
                <a16:creationId xmlns:a16="http://schemas.microsoft.com/office/drawing/2014/main" id="{55C4B140-79EF-4118-948A-229359DC4309}"/>
              </a:ext>
            </a:extLst>
          </p:cNvPr>
          <p:cNvSpPr>
            <a:spLocks noGrp="1"/>
          </p:cNvSpPr>
          <p:nvPr>
            <p:ph type="dt" sz="quarter" idx="10"/>
          </p:nvPr>
        </p:nvSpPr>
        <p:spPr/>
        <p:txBody>
          <a:bodyPr/>
          <a:lstStyle/>
          <a:p>
            <a:pPr>
              <a:defRPr/>
            </a:pPr>
            <a:fld id="{6753A1E1-CFCB-48DE-94BB-F359AB38A5B2}" type="datetime1">
              <a:rPr lang="en-US" smtClean="0"/>
              <a:pPr>
                <a:defRPr/>
              </a:pPr>
              <a:t>5/17/2022</a:t>
            </a:fld>
            <a:endParaRPr lang="en-US"/>
          </a:p>
        </p:txBody>
      </p:sp>
      <p:sp>
        <p:nvSpPr>
          <p:cNvPr id="5" name="Footer Placeholder 4">
            <a:extLst>
              <a:ext uri="{FF2B5EF4-FFF2-40B4-BE49-F238E27FC236}">
                <a16:creationId xmlns:a16="http://schemas.microsoft.com/office/drawing/2014/main" id="{BCD38EBF-4C9A-4FAB-8599-402B524F473A}"/>
              </a:ext>
            </a:extLst>
          </p:cNvPr>
          <p:cNvSpPr>
            <a:spLocks noGrp="1"/>
          </p:cNvSpPr>
          <p:nvPr>
            <p:ph type="ftr" sz="quarter" idx="11"/>
          </p:nvPr>
        </p:nvSpPr>
        <p:spPr>
          <a:xfrm>
            <a:off x="2971800" y="6356350"/>
            <a:ext cx="6858000" cy="365125"/>
          </a:xfrm>
        </p:spPr>
        <p:txBody>
          <a:bodyPr/>
          <a:lstStyle/>
          <a:p>
            <a:pPr>
              <a:defRPr/>
            </a:pPr>
            <a:r>
              <a:rPr lang="en-US"/>
              <a:t>(Programming in Advanced Python)                                 Unit No:2</a:t>
            </a:r>
          </a:p>
        </p:txBody>
      </p:sp>
      <p:sp>
        <p:nvSpPr>
          <p:cNvPr id="88069" name="Slide Number Placeholder 5">
            <a:extLst>
              <a:ext uri="{FF2B5EF4-FFF2-40B4-BE49-F238E27FC236}">
                <a16:creationId xmlns:a16="http://schemas.microsoft.com/office/drawing/2014/main" id="{CC484773-1FED-4A40-A698-C5251F645544}"/>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75B96F29-2698-4A6A-B5E7-40BA52ADC1A8}" type="slidenum">
              <a:rPr lang="en-US" altLang="en-US" sz="1200">
                <a:solidFill>
                  <a:srgbClr val="898989"/>
                </a:solidFill>
              </a:rPr>
              <a:pPr>
                <a:spcBef>
                  <a:spcPct val="0"/>
                </a:spcBef>
                <a:buFontTx/>
                <a:buNone/>
              </a:pPr>
              <a:t>87</a:t>
            </a:fld>
            <a:endParaRPr lang="en-US" altLang="en-US" sz="1200">
              <a:solidFill>
                <a:srgbClr val="898989"/>
              </a:solidFill>
            </a:endParaRPr>
          </a:p>
        </p:txBody>
      </p:sp>
      <p:sp>
        <p:nvSpPr>
          <p:cNvPr id="8" name="Title 1">
            <a:extLst>
              <a:ext uri="{FF2B5EF4-FFF2-40B4-BE49-F238E27FC236}">
                <a16:creationId xmlns:a16="http://schemas.microsoft.com/office/drawing/2014/main" id="{011FCC6A-9237-4C68-89C6-E8657915D59C}"/>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IN" sz="2800" b="1">
                <a:latin typeface="+mj-lt"/>
              </a:rPr>
              <a:t>Ways or types of polymorphism(</a:t>
            </a:r>
            <a:r>
              <a:rPr lang="en-US" sz="2800" b="1">
                <a:latin typeface="+mj-lt"/>
                <a:cs typeface="Times New Roman" pitchFamily="18" charset="0"/>
              </a:rPr>
              <a:t>CO2)</a:t>
            </a:r>
          </a:p>
        </p:txBody>
      </p:sp>
      <p:sp>
        <p:nvSpPr>
          <p:cNvPr id="10" name="Right Arrow Callout 9"/>
          <p:cNvSpPr/>
          <p:nvPr/>
        </p:nvSpPr>
        <p:spPr>
          <a:xfrm>
            <a:off x="4797775" y="2031757"/>
            <a:ext cx="2983042" cy="584616"/>
          </a:xfrm>
          <a:prstGeom prst="rightArrowCallout">
            <a:avLst/>
          </a:prstGeom>
          <a:solidFill>
            <a:schemeClr val="accent3">
              <a:lumMod val="20000"/>
              <a:lumOff val="8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a:solidFill>
                  <a:srgbClr val="FF0000"/>
                </a:solidFill>
              </a:rPr>
              <a:t>Not supported by </a:t>
            </a:r>
            <a:r>
              <a:rPr lang="en-IN" err="1">
                <a:solidFill>
                  <a:srgbClr val="FF0000"/>
                </a:solidFill>
              </a:rPr>
              <a:t>pyhton</a:t>
            </a:r>
            <a:endParaRPr lang="en-IN">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Content Placeholder 2">
            <a:extLst>
              <a:ext uri="{FF2B5EF4-FFF2-40B4-BE49-F238E27FC236}">
                <a16:creationId xmlns:a16="http://schemas.microsoft.com/office/drawing/2014/main" id="{FB05E1F9-A714-4F8F-AA55-2D5454439FBB}"/>
              </a:ext>
            </a:extLst>
          </p:cNvPr>
          <p:cNvSpPr>
            <a:spLocks noGrp="1"/>
          </p:cNvSpPr>
          <p:nvPr>
            <p:ph idx="1"/>
          </p:nvPr>
        </p:nvSpPr>
        <p:spPr>
          <a:xfrm>
            <a:off x="524657" y="688166"/>
            <a:ext cx="11438744" cy="5517761"/>
          </a:xfrm>
        </p:spPr>
        <p:txBody>
          <a:bodyPr/>
          <a:lstStyle/>
          <a:p>
            <a:pPr algn="just">
              <a:lnSpc>
                <a:spcPct val="150000"/>
              </a:lnSpc>
            </a:pPr>
            <a:r>
              <a:rPr lang="en-US" altLang="en-US" sz="2400">
                <a:latin typeface="+mj-lt"/>
                <a:cs typeface="Times New Roman" panose="02020603050405020304" pitchFamily="18" charset="0"/>
              </a:rPr>
              <a:t>The method overriding in Python means </a:t>
            </a:r>
            <a:r>
              <a:rPr lang="en-US" altLang="en-US" sz="2400" b="1">
                <a:latin typeface="+mj-lt"/>
                <a:cs typeface="Times New Roman" panose="02020603050405020304" pitchFamily="18" charset="0"/>
              </a:rPr>
              <a:t>creating two methods with the same name but differ in the programming logic</a:t>
            </a:r>
            <a:r>
              <a:rPr lang="en-US" altLang="en-US" sz="2400" b="1" i="1">
                <a:latin typeface="+mj-lt"/>
                <a:cs typeface="Times New Roman" panose="02020603050405020304" pitchFamily="18" charset="0"/>
              </a:rPr>
              <a:t>. </a:t>
            </a:r>
          </a:p>
          <a:p>
            <a:pPr algn="just">
              <a:lnSpc>
                <a:spcPct val="150000"/>
              </a:lnSpc>
            </a:pPr>
            <a:r>
              <a:rPr lang="en-IN" sz="2400">
                <a:latin typeface="+mj-lt"/>
              </a:rPr>
              <a:t>Method overriding is a concept of object oriented programming that allows us to change the implementation of a method in the </a:t>
            </a:r>
            <a:r>
              <a:rPr lang="en-IN" sz="2400" b="1">
                <a:latin typeface="+mj-lt"/>
              </a:rPr>
              <a:t>child class</a:t>
            </a:r>
            <a:r>
              <a:rPr lang="en-IN" sz="2400">
                <a:latin typeface="+mj-lt"/>
              </a:rPr>
              <a:t> that is defined in the </a:t>
            </a:r>
            <a:r>
              <a:rPr lang="en-IN" sz="2400" b="1">
                <a:latin typeface="+mj-lt"/>
              </a:rPr>
              <a:t>parent class</a:t>
            </a:r>
            <a:r>
              <a:rPr lang="en-IN" sz="2400">
                <a:latin typeface="+mj-lt"/>
              </a:rPr>
              <a:t>.</a:t>
            </a:r>
          </a:p>
          <a:p>
            <a:r>
              <a:rPr lang="en-IN" sz="2400">
                <a:latin typeface="+mj-lt"/>
              </a:rPr>
              <a:t>Following conditions must be met for overriding a method:</a:t>
            </a:r>
          </a:p>
          <a:p>
            <a:pPr lvl="1" algn="just">
              <a:buFont typeface="Wingdings" pitchFamily="2" charset="2"/>
              <a:buChar char="Ø"/>
            </a:pPr>
            <a:r>
              <a:rPr lang="en-IN" sz="2400">
                <a:latin typeface="+mj-lt"/>
              </a:rPr>
              <a:t>Inheritance should be there. Method overriding cannot be done within a class. We need to derive a child class from a parent class.</a:t>
            </a:r>
          </a:p>
          <a:p>
            <a:pPr lvl="1">
              <a:buNone/>
            </a:pPr>
            <a:endParaRPr lang="en-IN" sz="2400">
              <a:latin typeface="+mj-lt"/>
            </a:endParaRPr>
          </a:p>
          <a:p>
            <a:pPr lvl="1">
              <a:buFont typeface="Wingdings" pitchFamily="2" charset="2"/>
              <a:buChar char="Ø"/>
            </a:pPr>
            <a:r>
              <a:rPr lang="en-IN" sz="2400">
                <a:latin typeface="+mj-lt"/>
              </a:rPr>
              <a:t>The Method that is redefined in the child class should have the same name as in the parent class .</a:t>
            </a:r>
          </a:p>
          <a:p>
            <a:pPr algn="just">
              <a:lnSpc>
                <a:spcPct val="150000"/>
              </a:lnSpc>
            </a:pPr>
            <a:endParaRPr lang="en-US" altLang="en-US" sz="2400">
              <a:latin typeface="+mj-lt"/>
              <a:cs typeface="Calibri"/>
            </a:endParaRPr>
          </a:p>
        </p:txBody>
      </p:sp>
      <p:sp>
        <p:nvSpPr>
          <p:cNvPr id="4" name="Date Placeholder 3">
            <a:extLst>
              <a:ext uri="{FF2B5EF4-FFF2-40B4-BE49-F238E27FC236}">
                <a16:creationId xmlns:a16="http://schemas.microsoft.com/office/drawing/2014/main" id="{7A7B7FED-A5B4-4676-ACFA-B0385B6326CA}"/>
              </a:ext>
            </a:extLst>
          </p:cNvPr>
          <p:cNvSpPr>
            <a:spLocks noGrp="1"/>
          </p:cNvSpPr>
          <p:nvPr>
            <p:ph type="dt" sz="quarter" idx="10"/>
          </p:nvPr>
        </p:nvSpPr>
        <p:spPr/>
        <p:txBody>
          <a:bodyPr/>
          <a:lstStyle/>
          <a:p>
            <a:pPr>
              <a:defRPr/>
            </a:pPr>
            <a:fld id="{5C03AE52-31EF-4277-9F36-19C60F63FCBF}" type="datetime1">
              <a:rPr lang="en-US" smtClean="0"/>
              <a:pPr>
                <a:defRPr/>
              </a:pPr>
              <a:t>5/17/2022</a:t>
            </a:fld>
            <a:endParaRPr lang="en-US"/>
          </a:p>
        </p:txBody>
      </p:sp>
      <p:sp>
        <p:nvSpPr>
          <p:cNvPr id="5" name="Footer Placeholder 4">
            <a:extLst>
              <a:ext uri="{FF2B5EF4-FFF2-40B4-BE49-F238E27FC236}">
                <a16:creationId xmlns:a16="http://schemas.microsoft.com/office/drawing/2014/main" id="{C3B13D83-A45A-4FF7-8551-376B365BF314}"/>
              </a:ext>
            </a:extLst>
          </p:cNvPr>
          <p:cNvSpPr>
            <a:spLocks noGrp="1"/>
          </p:cNvSpPr>
          <p:nvPr>
            <p:ph type="ftr" sz="quarter" idx="11"/>
          </p:nvPr>
        </p:nvSpPr>
        <p:spPr>
          <a:xfrm>
            <a:off x="4038600" y="6356350"/>
            <a:ext cx="5029200" cy="365125"/>
          </a:xfrm>
        </p:spPr>
        <p:txBody>
          <a:bodyPr/>
          <a:lstStyle/>
          <a:p>
            <a:pPr>
              <a:defRPr/>
            </a:pPr>
            <a:r>
              <a:rPr lang="en-US"/>
              <a:t>(Programming in Advanced Python)                                 Unit No:2</a:t>
            </a:r>
          </a:p>
        </p:txBody>
      </p:sp>
      <p:sp>
        <p:nvSpPr>
          <p:cNvPr id="90117" name="Slide Number Placeholder 5">
            <a:extLst>
              <a:ext uri="{FF2B5EF4-FFF2-40B4-BE49-F238E27FC236}">
                <a16:creationId xmlns:a16="http://schemas.microsoft.com/office/drawing/2014/main" id="{051F0192-8DD3-48FB-B319-6B4D728C2ECF}"/>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9F848A0B-322E-46B1-B9A8-07555189D7E0}" type="slidenum">
              <a:rPr lang="en-US" altLang="en-US" sz="1200">
                <a:solidFill>
                  <a:srgbClr val="898989"/>
                </a:solidFill>
              </a:rPr>
              <a:pPr>
                <a:spcBef>
                  <a:spcPct val="0"/>
                </a:spcBef>
                <a:buFontTx/>
                <a:buNone/>
              </a:pPr>
              <a:t>88</a:t>
            </a:fld>
            <a:endParaRPr lang="en-US" altLang="en-US" sz="1200">
              <a:solidFill>
                <a:srgbClr val="898989"/>
              </a:solidFill>
            </a:endParaRPr>
          </a:p>
        </p:txBody>
      </p:sp>
      <p:sp>
        <p:nvSpPr>
          <p:cNvPr id="7" name="Title 1">
            <a:extLst>
              <a:ext uri="{FF2B5EF4-FFF2-40B4-BE49-F238E27FC236}">
                <a16:creationId xmlns:a16="http://schemas.microsoft.com/office/drawing/2014/main" id="{AE60E5D4-E972-4858-A455-261C061CDD68}"/>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a:lnSpc>
                <a:spcPct val="110000"/>
              </a:lnSpc>
              <a:defRPr/>
            </a:pPr>
            <a:r>
              <a:rPr lang="en-IN" sz="3200" b="1">
                <a:latin typeface="Times New Roman" pitchFamily="18" charset="0"/>
                <a:cs typeface="Times New Roman" pitchFamily="18" charset="0"/>
              </a:rPr>
              <a:t>Method overriding </a:t>
            </a:r>
            <a:r>
              <a:rPr lang="en-US" sz="3200" b="1">
                <a:latin typeface="Times New Roman" pitchFamily="18" charset="0"/>
                <a:cs typeface="Times New Roman" pitchFamily="18" charset="0"/>
              </a:rPr>
              <a:t>(CO2)</a:t>
            </a:r>
            <a:endParaRPr lang="en-IN" sz="3200" b="1">
              <a:latin typeface="Times New Roman" pitchFamily="18" charset="0"/>
              <a:cs typeface="Times New Roman" pitchFamily="18"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0114"/>
                                        </p:tgtEl>
                                        <p:attrNameLst>
                                          <p:attrName>style.visibility</p:attrName>
                                        </p:attrNameLst>
                                      </p:cBhvr>
                                      <p:to>
                                        <p:strVal val="visible"/>
                                      </p:to>
                                    </p:set>
                                    <p:anim calcmode="lin" valueType="num">
                                      <p:cBhvr additive="base">
                                        <p:cTn id="7" dur="500" fill="hold"/>
                                        <p:tgtEl>
                                          <p:spTgt spid="90114"/>
                                        </p:tgtEl>
                                        <p:attrNameLst>
                                          <p:attrName>ppt_x</p:attrName>
                                        </p:attrNameLst>
                                      </p:cBhvr>
                                      <p:tavLst>
                                        <p:tav tm="0">
                                          <p:val>
                                            <p:strVal val="#ppt_x"/>
                                          </p:val>
                                        </p:tav>
                                        <p:tav tm="100000">
                                          <p:val>
                                            <p:strVal val="#ppt_x"/>
                                          </p:val>
                                        </p:tav>
                                      </p:tavLst>
                                    </p:anim>
                                    <p:anim calcmode="lin" valueType="num">
                                      <p:cBhvr additive="base">
                                        <p:cTn id="8" dur="500" fill="hold"/>
                                        <p:tgtEl>
                                          <p:spTgt spid="901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114" grpId="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Content Placeholder 2">
            <a:extLst>
              <a:ext uri="{FF2B5EF4-FFF2-40B4-BE49-F238E27FC236}">
                <a16:creationId xmlns:a16="http://schemas.microsoft.com/office/drawing/2014/main" id="{3D1953EE-5F3A-488E-B673-5B483DFF758A}"/>
              </a:ext>
            </a:extLst>
          </p:cNvPr>
          <p:cNvSpPr>
            <a:spLocks noGrp="1"/>
          </p:cNvSpPr>
          <p:nvPr>
            <p:ph idx="1"/>
          </p:nvPr>
        </p:nvSpPr>
        <p:spPr>
          <a:xfrm>
            <a:off x="1676400" y="838200"/>
            <a:ext cx="10515600" cy="5257800"/>
          </a:xfrm>
        </p:spPr>
        <p:txBody>
          <a:bodyPr/>
          <a:lstStyle/>
          <a:p>
            <a:pPr>
              <a:buFont typeface="Arial" panose="020B0604020202020204" pitchFamily="34" charset="0"/>
              <a:buNone/>
            </a:pPr>
            <a:r>
              <a:rPr lang="en-US" altLang="en-US" sz="2400" b="1">
                <a:latin typeface="Times New Roman" panose="02020603050405020304" pitchFamily="18" charset="0"/>
                <a:cs typeface="Times New Roman" panose="02020603050405020304" pitchFamily="18" charset="0"/>
              </a:rPr>
              <a:t># Python Method Overriding </a:t>
            </a:r>
          </a:p>
          <a:p>
            <a:pPr>
              <a:buFont typeface="Arial" panose="020B0604020202020204" pitchFamily="34" charset="0"/>
              <a:buNone/>
            </a:pPr>
            <a:r>
              <a:rPr lang="en-US" altLang="en-US" sz="2400">
                <a:latin typeface="Times New Roman" panose="02020603050405020304" pitchFamily="18" charset="0"/>
                <a:cs typeface="Times New Roman" panose="02020603050405020304" pitchFamily="18" charset="0"/>
              </a:rPr>
              <a:t>class Employee:          </a:t>
            </a:r>
          </a:p>
          <a:p>
            <a:pPr>
              <a:buFont typeface="Arial" panose="020B0604020202020204" pitchFamily="34" charset="0"/>
              <a:buNone/>
            </a:pPr>
            <a:r>
              <a:rPr lang="en-US" altLang="en-US" sz="2400">
                <a:latin typeface="Times New Roman" panose="02020603050405020304" pitchFamily="18" charset="0"/>
                <a:cs typeface="Times New Roman" panose="02020603050405020304" pitchFamily="18" charset="0"/>
              </a:rPr>
              <a:t>        def message(self):       </a:t>
            </a:r>
          </a:p>
          <a:p>
            <a:pPr>
              <a:buFont typeface="Arial" panose="020B0604020202020204" pitchFamily="34" charset="0"/>
              <a:buNone/>
            </a:pPr>
            <a:r>
              <a:rPr lang="en-US" altLang="en-US" sz="2400">
                <a:latin typeface="Times New Roman" panose="02020603050405020304" pitchFamily="18" charset="0"/>
                <a:cs typeface="Times New Roman" panose="02020603050405020304" pitchFamily="18" charset="0"/>
              </a:rPr>
              <a:t>               print('This message is from Employee Class')   </a:t>
            </a:r>
          </a:p>
          <a:p>
            <a:pPr>
              <a:buFont typeface="Arial" panose="020B0604020202020204" pitchFamily="34" charset="0"/>
              <a:buNone/>
            </a:pPr>
            <a:r>
              <a:rPr lang="en-US" altLang="en-US" sz="2400">
                <a:latin typeface="Times New Roman" panose="02020603050405020304" pitchFamily="18" charset="0"/>
                <a:cs typeface="Times New Roman" panose="02020603050405020304" pitchFamily="18" charset="0"/>
              </a:rPr>
              <a:t>class Department(Employee):      </a:t>
            </a:r>
          </a:p>
          <a:p>
            <a:pPr>
              <a:buFont typeface="Arial" panose="020B0604020202020204" pitchFamily="34" charset="0"/>
              <a:buNone/>
            </a:pPr>
            <a:r>
              <a:rPr lang="en-US" altLang="en-US" sz="2400">
                <a:latin typeface="Times New Roman" panose="02020603050405020304" pitchFamily="18" charset="0"/>
                <a:cs typeface="Times New Roman" panose="02020603050405020304" pitchFamily="18" charset="0"/>
              </a:rPr>
              <a:t>        def message(self):      </a:t>
            </a:r>
          </a:p>
          <a:p>
            <a:pPr>
              <a:buFont typeface="Arial" panose="020B0604020202020204" pitchFamily="34" charset="0"/>
              <a:buNone/>
            </a:pPr>
            <a:r>
              <a:rPr lang="en-US" altLang="en-US" sz="2400">
                <a:latin typeface="Times New Roman" panose="02020603050405020304" pitchFamily="18" charset="0"/>
                <a:cs typeface="Times New Roman" panose="02020603050405020304" pitchFamily="18" charset="0"/>
              </a:rPr>
              <a:t>             print('This Department class is inherited from Employee')   </a:t>
            </a:r>
          </a:p>
          <a:p>
            <a:pPr>
              <a:buFont typeface="Arial" panose="020B0604020202020204" pitchFamily="34" charset="0"/>
              <a:buNone/>
            </a:pPr>
            <a:r>
              <a:rPr lang="en-US" altLang="en-US" sz="2400" err="1">
                <a:latin typeface="Times New Roman" panose="02020603050405020304" pitchFamily="18" charset="0"/>
                <a:cs typeface="Times New Roman" panose="02020603050405020304" pitchFamily="18" charset="0"/>
              </a:rPr>
              <a:t>emp</a:t>
            </a:r>
            <a:r>
              <a:rPr lang="en-US" altLang="en-US" sz="2400">
                <a:latin typeface="Times New Roman" panose="02020603050405020304" pitchFamily="18" charset="0"/>
                <a:cs typeface="Times New Roman" panose="02020603050405020304" pitchFamily="18" charset="0"/>
              </a:rPr>
              <a:t> = Employee() </a:t>
            </a:r>
          </a:p>
          <a:p>
            <a:pPr>
              <a:buFont typeface="Arial" panose="020B0604020202020204" pitchFamily="34" charset="0"/>
              <a:buNone/>
            </a:pPr>
            <a:r>
              <a:rPr lang="en-US" altLang="en-US" sz="2400" err="1">
                <a:latin typeface="Times New Roman" panose="02020603050405020304" pitchFamily="18" charset="0"/>
                <a:cs typeface="Times New Roman" panose="02020603050405020304" pitchFamily="18" charset="0"/>
              </a:rPr>
              <a:t>emp.message</a:t>
            </a:r>
            <a:r>
              <a:rPr lang="en-US" altLang="en-US" sz="2400">
                <a:latin typeface="Times New Roman" panose="02020603050405020304" pitchFamily="18" charset="0"/>
                <a:cs typeface="Times New Roman" panose="02020603050405020304" pitchFamily="18" charset="0"/>
              </a:rPr>
              <a:t>()   </a:t>
            </a:r>
          </a:p>
          <a:p>
            <a:pPr>
              <a:buFont typeface="Arial" panose="020B0604020202020204" pitchFamily="34" charset="0"/>
              <a:buNone/>
            </a:pPr>
            <a:r>
              <a:rPr lang="en-US" altLang="en-US" sz="2400">
                <a:latin typeface="Times New Roman" panose="02020603050405020304" pitchFamily="18" charset="0"/>
                <a:cs typeface="Times New Roman" panose="02020603050405020304" pitchFamily="18" charset="0"/>
              </a:rPr>
              <a:t>print('------------') </a:t>
            </a:r>
          </a:p>
          <a:p>
            <a:pPr>
              <a:buFont typeface="Arial" panose="020B0604020202020204" pitchFamily="34" charset="0"/>
              <a:buNone/>
            </a:pPr>
            <a:r>
              <a:rPr lang="en-US" altLang="en-US" sz="2400">
                <a:latin typeface="Times New Roman" panose="02020603050405020304" pitchFamily="18" charset="0"/>
                <a:cs typeface="Times New Roman" panose="02020603050405020304" pitchFamily="18" charset="0"/>
              </a:rPr>
              <a:t>dept = Department() </a:t>
            </a:r>
          </a:p>
          <a:p>
            <a:pPr>
              <a:buFont typeface="Arial" panose="020B0604020202020204" pitchFamily="34" charset="0"/>
              <a:buNone/>
            </a:pPr>
            <a:r>
              <a:rPr lang="en-US" altLang="en-US" sz="2400" err="1">
                <a:latin typeface="Times New Roman" panose="02020603050405020304" pitchFamily="18" charset="0"/>
                <a:cs typeface="Times New Roman" panose="02020603050405020304" pitchFamily="18" charset="0"/>
              </a:rPr>
              <a:t>dept.message</a:t>
            </a:r>
            <a:r>
              <a:rPr lang="en-US" altLang="en-US" sz="2400">
                <a:latin typeface="Times New Roman" panose="02020603050405020304" pitchFamily="18" charset="0"/>
                <a:cs typeface="Times New Roman" panose="02020603050405020304" pitchFamily="18" charset="0"/>
              </a:rPr>
              <a:t>()</a:t>
            </a:r>
          </a:p>
        </p:txBody>
      </p:sp>
      <p:sp>
        <p:nvSpPr>
          <p:cNvPr id="4" name="Date Placeholder 3">
            <a:extLst>
              <a:ext uri="{FF2B5EF4-FFF2-40B4-BE49-F238E27FC236}">
                <a16:creationId xmlns:a16="http://schemas.microsoft.com/office/drawing/2014/main" id="{24B188D3-48DF-4EBB-8882-F9B00E9B7673}"/>
              </a:ext>
            </a:extLst>
          </p:cNvPr>
          <p:cNvSpPr>
            <a:spLocks noGrp="1"/>
          </p:cNvSpPr>
          <p:nvPr>
            <p:ph type="dt" sz="quarter" idx="10"/>
          </p:nvPr>
        </p:nvSpPr>
        <p:spPr/>
        <p:txBody>
          <a:bodyPr/>
          <a:lstStyle/>
          <a:p>
            <a:pPr>
              <a:defRPr/>
            </a:pPr>
            <a:fld id="{D9975020-F9C2-4C85-8DD9-F71F7406E327}" type="datetime1">
              <a:rPr lang="en-US" smtClean="0"/>
              <a:pPr>
                <a:defRPr/>
              </a:pPr>
              <a:t>5/17/2022</a:t>
            </a:fld>
            <a:endParaRPr lang="en-US"/>
          </a:p>
        </p:txBody>
      </p:sp>
      <p:sp>
        <p:nvSpPr>
          <p:cNvPr id="5" name="Footer Placeholder 4">
            <a:extLst>
              <a:ext uri="{FF2B5EF4-FFF2-40B4-BE49-F238E27FC236}">
                <a16:creationId xmlns:a16="http://schemas.microsoft.com/office/drawing/2014/main" id="{2722E4F8-7D8C-4EB9-999A-5D1602441785}"/>
              </a:ext>
            </a:extLst>
          </p:cNvPr>
          <p:cNvSpPr>
            <a:spLocks noGrp="1"/>
          </p:cNvSpPr>
          <p:nvPr>
            <p:ph type="ftr" sz="quarter" idx="11"/>
          </p:nvPr>
        </p:nvSpPr>
        <p:spPr>
          <a:xfrm>
            <a:off x="4038600" y="6356350"/>
            <a:ext cx="5029200" cy="365125"/>
          </a:xfrm>
        </p:spPr>
        <p:txBody>
          <a:bodyPr/>
          <a:lstStyle/>
          <a:p>
            <a:pPr>
              <a:defRPr/>
            </a:pPr>
            <a:r>
              <a:rPr lang="en-US"/>
              <a:t>(Programming in Advanced Python)                                 Unit No:2</a:t>
            </a:r>
          </a:p>
        </p:txBody>
      </p:sp>
      <p:sp>
        <p:nvSpPr>
          <p:cNvPr id="91141" name="Slide Number Placeholder 5">
            <a:extLst>
              <a:ext uri="{FF2B5EF4-FFF2-40B4-BE49-F238E27FC236}">
                <a16:creationId xmlns:a16="http://schemas.microsoft.com/office/drawing/2014/main" id="{35CEE162-3A95-4BC4-B1FD-D6B24830A954}"/>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C4BFA46B-896D-4B22-8D1C-1CC418F0E0A2}" type="slidenum">
              <a:rPr lang="en-US" altLang="en-US" sz="1200">
                <a:solidFill>
                  <a:srgbClr val="898989"/>
                </a:solidFill>
              </a:rPr>
              <a:pPr>
                <a:spcBef>
                  <a:spcPct val="0"/>
                </a:spcBef>
                <a:buFontTx/>
                <a:buNone/>
              </a:pPr>
              <a:t>89</a:t>
            </a:fld>
            <a:endParaRPr lang="en-US" altLang="en-US" sz="1200">
              <a:solidFill>
                <a:srgbClr val="898989"/>
              </a:solidFill>
            </a:endParaRPr>
          </a:p>
        </p:txBody>
      </p:sp>
      <p:sp>
        <p:nvSpPr>
          <p:cNvPr id="7" name="Title 1">
            <a:extLst>
              <a:ext uri="{FF2B5EF4-FFF2-40B4-BE49-F238E27FC236}">
                <a16:creationId xmlns:a16="http://schemas.microsoft.com/office/drawing/2014/main" id="{2BD8A941-8FA7-46F0-BF8E-2ACD7E54BFA3}"/>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a:lnSpc>
                <a:spcPct val="110000"/>
              </a:lnSpc>
              <a:defRPr/>
            </a:pPr>
            <a:r>
              <a:rPr lang="en-IN" sz="3200" b="1">
                <a:latin typeface="Times New Roman" pitchFamily="18" charset="0"/>
                <a:cs typeface="Times New Roman" pitchFamily="18" charset="0"/>
              </a:rPr>
              <a:t>Method overriding Syntax</a:t>
            </a:r>
            <a:r>
              <a:rPr lang="en-US" sz="3200" b="1">
                <a:latin typeface="Times New Roman" pitchFamily="18" charset="0"/>
                <a:cs typeface="Times New Roman" pitchFamily="18" charset="0"/>
              </a:rPr>
              <a:t>(CO2)</a:t>
            </a:r>
            <a:r>
              <a:rPr lang="en-IN" sz="3200" b="1">
                <a:latin typeface="Times New Roman" pitchFamily="18" charset="0"/>
                <a:cs typeface="Times New Roman" pitchFamily="18" charset="0"/>
              </a:rPr>
              <a:t> </a:t>
            </a:r>
          </a:p>
        </p:txBody>
      </p:sp>
    </p:spTree>
  </p:cSld>
  <p:clrMapOvr>
    <a:masterClrMapping/>
  </p:clrMapOvr>
  <p:transition spd="slow"/>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Content Placeholder 2">
            <a:extLst>
              <a:ext uri="{FF2B5EF4-FFF2-40B4-BE49-F238E27FC236}">
                <a16:creationId xmlns:a16="http://schemas.microsoft.com/office/drawing/2014/main" id="{9D74366C-DA59-4B15-994E-F672BF0D425C}"/>
              </a:ext>
            </a:extLst>
          </p:cNvPr>
          <p:cNvSpPr>
            <a:spLocks noGrp="1"/>
          </p:cNvSpPr>
          <p:nvPr>
            <p:ph idx="1"/>
          </p:nvPr>
        </p:nvSpPr>
        <p:spPr>
          <a:xfrm>
            <a:off x="2895600" y="2940168"/>
            <a:ext cx="7391400" cy="2728795"/>
          </a:xfrm>
        </p:spPr>
        <p:txBody>
          <a:bodyPr/>
          <a:lstStyle/>
          <a:p>
            <a:pPr>
              <a:buNone/>
              <a:defRPr/>
            </a:pPr>
            <a:endParaRPr lang="en-US" altLang="en-US" sz="2800" b="1">
              <a:latin typeface="Times New Roman" panose="02020603050405020304" pitchFamily="18" charset="0"/>
              <a:cs typeface="Times New Roman" panose="02020603050405020304" pitchFamily="18" charset="0"/>
            </a:endParaRPr>
          </a:p>
          <a:p>
            <a:pPr>
              <a:buFont typeface="Arial" panose="020B0604020202020204" pitchFamily="34" charset="0"/>
              <a:buNone/>
              <a:defRPr/>
            </a:pPr>
            <a:r>
              <a:rPr lang="en-US" altLang="en-US" sz="2800">
                <a:latin typeface="Times New Roman"/>
                <a:cs typeface="Times New Roman"/>
              </a:rPr>
              <a:t>This message is from Employee Class</a:t>
            </a:r>
          </a:p>
          <a:p>
            <a:pPr>
              <a:buFont typeface="Arial" panose="020B0604020202020204" pitchFamily="34" charset="0"/>
              <a:buNone/>
              <a:defRPr/>
            </a:pPr>
            <a:r>
              <a:rPr lang="en-US" altLang="en-US" sz="2800">
                <a:latin typeface="Times New Roman"/>
                <a:cs typeface="Times New Roman"/>
              </a:rPr>
              <a:t>------------</a:t>
            </a:r>
          </a:p>
          <a:p>
            <a:pPr>
              <a:buFont typeface="Arial" panose="020B0604020202020204" pitchFamily="34" charset="0"/>
              <a:buNone/>
              <a:defRPr/>
            </a:pPr>
            <a:r>
              <a:rPr lang="en-US" altLang="en-US" sz="2800">
                <a:latin typeface="Times New Roman"/>
                <a:cs typeface="Times New Roman"/>
              </a:rPr>
              <a:t>This Department class is inherited from Employee</a:t>
            </a:r>
          </a:p>
          <a:p>
            <a:pPr marL="0" indent="0">
              <a:buFont typeface="Arial" panose="020B0604020202020204" pitchFamily="34" charset="0"/>
              <a:buNone/>
              <a:defRPr/>
            </a:pPr>
            <a:endParaRPr lang="en-US" altLang="en-US"/>
          </a:p>
        </p:txBody>
      </p:sp>
      <p:sp>
        <p:nvSpPr>
          <p:cNvPr id="4" name="Date Placeholder 3">
            <a:extLst>
              <a:ext uri="{FF2B5EF4-FFF2-40B4-BE49-F238E27FC236}">
                <a16:creationId xmlns:a16="http://schemas.microsoft.com/office/drawing/2014/main" id="{81FEFF93-D416-4CCB-BB1C-99A1553548BE}"/>
              </a:ext>
            </a:extLst>
          </p:cNvPr>
          <p:cNvSpPr>
            <a:spLocks noGrp="1"/>
          </p:cNvSpPr>
          <p:nvPr>
            <p:ph type="dt" sz="quarter" idx="10"/>
          </p:nvPr>
        </p:nvSpPr>
        <p:spPr/>
        <p:txBody>
          <a:bodyPr/>
          <a:lstStyle/>
          <a:p>
            <a:pPr>
              <a:defRPr/>
            </a:pPr>
            <a:fld id="{27A8C971-75B2-413E-AACE-AFFA99EF69B0}" type="datetime1">
              <a:rPr lang="en-US" smtClean="0"/>
              <a:pPr>
                <a:defRPr/>
              </a:pPr>
              <a:t>5/17/2022</a:t>
            </a:fld>
            <a:endParaRPr lang="en-US"/>
          </a:p>
        </p:txBody>
      </p:sp>
      <p:sp>
        <p:nvSpPr>
          <p:cNvPr id="5" name="Footer Placeholder 4">
            <a:extLst>
              <a:ext uri="{FF2B5EF4-FFF2-40B4-BE49-F238E27FC236}">
                <a16:creationId xmlns:a16="http://schemas.microsoft.com/office/drawing/2014/main" id="{5A981F4A-4505-4D40-AA61-988AB6DDE519}"/>
              </a:ext>
            </a:extLst>
          </p:cNvPr>
          <p:cNvSpPr>
            <a:spLocks noGrp="1"/>
          </p:cNvSpPr>
          <p:nvPr>
            <p:ph type="ftr" sz="quarter" idx="11"/>
          </p:nvPr>
        </p:nvSpPr>
        <p:spPr>
          <a:xfrm>
            <a:off x="4038600" y="6356350"/>
            <a:ext cx="5029200" cy="365125"/>
          </a:xfrm>
        </p:spPr>
        <p:txBody>
          <a:bodyPr/>
          <a:lstStyle/>
          <a:p>
            <a:pPr>
              <a:defRPr/>
            </a:pPr>
            <a:r>
              <a:rPr lang="en-US"/>
              <a:t>(Programming in Advanced Python)                                 Unit No:2</a:t>
            </a:r>
          </a:p>
        </p:txBody>
      </p:sp>
      <p:sp>
        <p:nvSpPr>
          <p:cNvPr id="92165" name="Slide Number Placeholder 5">
            <a:extLst>
              <a:ext uri="{FF2B5EF4-FFF2-40B4-BE49-F238E27FC236}">
                <a16:creationId xmlns:a16="http://schemas.microsoft.com/office/drawing/2014/main" id="{E9C9D4CE-C84D-48C6-978D-F67EA124505A}"/>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A3195F2F-A394-4CBA-AA61-E2621FCB984B}" type="slidenum">
              <a:rPr lang="en-US" altLang="en-US" sz="1200">
                <a:solidFill>
                  <a:srgbClr val="898989"/>
                </a:solidFill>
              </a:rPr>
              <a:pPr>
                <a:spcBef>
                  <a:spcPct val="0"/>
                </a:spcBef>
                <a:buFontTx/>
                <a:buNone/>
              </a:pPr>
              <a:t>90</a:t>
            </a:fld>
            <a:endParaRPr lang="en-US" altLang="en-US" sz="1200">
              <a:solidFill>
                <a:srgbClr val="898989"/>
              </a:solidFill>
            </a:endParaRPr>
          </a:p>
        </p:txBody>
      </p:sp>
      <p:sp>
        <p:nvSpPr>
          <p:cNvPr id="7" name="Title 1">
            <a:extLst>
              <a:ext uri="{FF2B5EF4-FFF2-40B4-BE49-F238E27FC236}">
                <a16:creationId xmlns:a16="http://schemas.microsoft.com/office/drawing/2014/main" id="{A184FC7A-C3A5-480A-8416-E37711B0D44A}"/>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a:lnSpc>
                <a:spcPct val="110000"/>
              </a:lnSpc>
              <a:defRPr/>
            </a:pPr>
            <a:r>
              <a:rPr lang="en-IN" sz="3200" b="1">
                <a:latin typeface="Times New Roman" pitchFamily="18" charset="0"/>
                <a:cs typeface="Times New Roman" pitchFamily="18" charset="0"/>
              </a:rPr>
              <a:t>Method overriding</a:t>
            </a:r>
            <a:r>
              <a:rPr lang="en-US" sz="3200" b="1">
                <a:latin typeface="Times New Roman" pitchFamily="18" charset="0"/>
                <a:cs typeface="Times New Roman" pitchFamily="18" charset="0"/>
              </a:rPr>
              <a:t>(CO2)</a:t>
            </a:r>
            <a:r>
              <a:rPr lang="en-IN" sz="3200" b="1">
                <a:latin typeface="Times New Roman" pitchFamily="18" charset="0"/>
                <a:cs typeface="Times New Roman" pitchFamily="18" charset="0"/>
              </a:rPr>
              <a:t> </a:t>
            </a:r>
          </a:p>
        </p:txBody>
      </p:sp>
      <p:sp>
        <p:nvSpPr>
          <p:cNvPr id="2" name="TextBox 1">
            <a:extLst>
              <a:ext uri="{FF2B5EF4-FFF2-40B4-BE49-F238E27FC236}">
                <a16:creationId xmlns:a16="http://schemas.microsoft.com/office/drawing/2014/main" id="{3C01F7C8-5119-4C0D-8364-CB42A57CBD57}"/>
              </a:ext>
            </a:extLst>
          </p:cNvPr>
          <p:cNvSpPr txBox="1"/>
          <p:nvPr/>
        </p:nvSpPr>
        <p:spPr>
          <a:xfrm>
            <a:off x="4724400" y="1978325"/>
            <a:ext cx="2743200"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800" b="1">
                <a:latin typeface="Times New Roman"/>
                <a:cs typeface="Times New Roman"/>
              </a:rPr>
              <a:t>Output:</a:t>
            </a:r>
            <a:endParaRPr lang="en-US" sz="2800"/>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0898"/>
                                        </p:tgtEl>
                                        <p:attrNameLst>
                                          <p:attrName>style.visibility</p:attrName>
                                        </p:attrNameLst>
                                      </p:cBhvr>
                                      <p:to>
                                        <p:strVal val="visible"/>
                                      </p:to>
                                    </p:set>
                                    <p:anim calcmode="lin" valueType="num">
                                      <p:cBhvr additive="base">
                                        <p:cTn id="13" dur="500" fill="hold"/>
                                        <p:tgtEl>
                                          <p:spTgt spid="80898"/>
                                        </p:tgtEl>
                                        <p:attrNameLst>
                                          <p:attrName>ppt_x</p:attrName>
                                        </p:attrNameLst>
                                      </p:cBhvr>
                                      <p:tavLst>
                                        <p:tav tm="0">
                                          <p:val>
                                            <p:strVal val="#ppt_x"/>
                                          </p:val>
                                        </p:tav>
                                        <p:tav tm="100000">
                                          <p:val>
                                            <p:strVal val="#ppt_x"/>
                                          </p:val>
                                        </p:tav>
                                      </p:tavLst>
                                    </p:anim>
                                    <p:anim calcmode="lin" valueType="num">
                                      <p:cBhvr additive="base">
                                        <p:cTn id="14" dur="500" fill="hold"/>
                                        <p:tgtEl>
                                          <p:spTgt spid="8089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898" grpId="0"/>
      <p:bldP spid="2" grpId="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Content Placeholder 2">
            <a:extLst>
              <a:ext uri="{FF2B5EF4-FFF2-40B4-BE49-F238E27FC236}">
                <a16:creationId xmlns:a16="http://schemas.microsoft.com/office/drawing/2014/main" id="{3D1953EE-5F3A-488E-B673-5B483DFF758A}"/>
              </a:ext>
            </a:extLst>
          </p:cNvPr>
          <p:cNvSpPr>
            <a:spLocks noGrp="1"/>
          </p:cNvSpPr>
          <p:nvPr>
            <p:ph idx="1"/>
          </p:nvPr>
        </p:nvSpPr>
        <p:spPr>
          <a:xfrm>
            <a:off x="509666" y="838200"/>
            <a:ext cx="10692994" cy="5257800"/>
          </a:xfrm>
        </p:spPr>
        <p:txBody>
          <a:bodyPr/>
          <a:lstStyle/>
          <a:p>
            <a:pPr algn="just">
              <a:buFont typeface="Arial" panose="020B0604020202020204" pitchFamily="34" charset="0"/>
              <a:buNone/>
            </a:pPr>
            <a:r>
              <a:rPr lang="en-US" altLang="en-US" sz="2400" b="1">
                <a:latin typeface="Times New Roman" panose="02020603050405020304" pitchFamily="18" charset="0"/>
                <a:cs typeface="Times New Roman" panose="02020603050405020304" pitchFamily="18" charset="0"/>
              </a:rPr>
              <a:t>Write a program that has a class Polygon. Derive two classes Rectangle and</a:t>
            </a:r>
          </a:p>
          <a:p>
            <a:pPr algn="just">
              <a:buFont typeface="Arial" panose="020B0604020202020204" pitchFamily="34" charset="0"/>
              <a:buNone/>
            </a:pPr>
            <a:r>
              <a:rPr lang="en-US" altLang="en-US" sz="2400" b="1">
                <a:latin typeface="Times New Roman" panose="02020603050405020304" pitchFamily="18" charset="0"/>
                <a:cs typeface="Times New Roman" panose="02020603050405020304" pitchFamily="18" charset="0"/>
              </a:rPr>
              <a:t>triangle from polygon and write methods to get the details of their dimensions</a:t>
            </a:r>
          </a:p>
          <a:p>
            <a:pPr algn="just">
              <a:buFont typeface="Arial" panose="020B0604020202020204" pitchFamily="34" charset="0"/>
              <a:buNone/>
            </a:pPr>
            <a:r>
              <a:rPr lang="en-US" altLang="en-US" sz="2400" b="1">
                <a:latin typeface="Times New Roman" panose="02020603050405020304" pitchFamily="18" charset="0"/>
                <a:cs typeface="Times New Roman" panose="02020603050405020304" pitchFamily="18" charset="0"/>
              </a:rPr>
              <a:t>and  hence calculate the area. </a:t>
            </a:r>
          </a:p>
          <a:p>
            <a:pPr algn="just">
              <a:buFont typeface="Arial" panose="020B0604020202020204" pitchFamily="34" charset="0"/>
              <a:buNone/>
            </a:pPr>
            <a:endParaRPr lang="en-US" altLang="en-US" sz="2400" b="1">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24B188D3-48DF-4EBB-8882-F9B00E9B7673}"/>
              </a:ext>
            </a:extLst>
          </p:cNvPr>
          <p:cNvSpPr>
            <a:spLocks noGrp="1"/>
          </p:cNvSpPr>
          <p:nvPr>
            <p:ph type="dt" sz="quarter" idx="10"/>
          </p:nvPr>
        </p:nvSpPr>
        <p:spPr/>
        <p:txBody>
          <a:bodyPr/>
          <a:lstStyle/>
          <a:p>
            <a:pPr>
              <a:defRPr/>
            </a:pPr>
            <a:fld id="{D9975020-F9C2-4C85-8DD9-F71F7406E327}" type="datetime1">
              <a:rPr lang="en-US" smtClean="0"/>
              <a:pPr>
                <a:defRPr/>
              </a:pPr>
              <a:t>5/17/2022</a:t>
            </a:fld>
            <a:endParaRPr lang="en-US"/>
          </a:p>
        </p:txBody>
      </p:sp>
      <p:sp>
        <p:nvSpPr>
          <p:cNvPr id="5" name="Footer Placeholder 4">
            <a:extLst>
              <a:ext uri="{FF2B5EF4-FFF2-40B4-BE49-F238E27FC236}">
                <a16:creationId xmlns:a16="http://schemas.microsoft.com/office/drawing/2014/main" id="{2722E4F8-7D8C-4EB9-999A-5D1602441785}"/>
              </a:ext>
            </a:extLst>
          </p:cNvPr>
          <p:cNvSpPr>
            <a:spLocks noGrp="1"/>
          </p:cNvSpPr>
          <p:nvPr>
            <p:ph type="ftr" sz="quarter" idx="11"/>
          </p:nvPr>
        </p:nvSpPr>
        <p:spPr>
          <a:xfrm>
            <a:off x="4038600" y="6356350"/>
            <a:ext cx="5029200" cy="365125"/>
          </a:xfrm>
        </p:spPr>
        <p:txBody>
          <a:bodyPr/>
          <a:lstStyle/>
          <a:p>
            <a:pPr>
              <a:defRPr/>
            </a:pPr>
            <a:r>
              <a:rPr lang="en-US"/>
              <a:t>(Programming in Advanced Python)                                 Unit No:2</a:t>
            </a:r>
          </a:p>
        </p:txBody>
      </p:sp>
      <p:sp>
        <p:nvSpPr>
          <p:cNvPr id="91141" name="Slide Number Placeholder 5">
            <a:extLst>
              <a:ext uri="{FF2B5EF4-FFF2-40B4-BE49-F238E27FC236}">
                <a16:creationId xmlns:a16="http://schemas.microsoft.com/office/drawing/2014/main" id="{35CEE162-3A95-4BC4-B1FD-D6B24830A954}"/>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C4BFA46B-896D-4B22-8D1C-1CC418F0E0A2}" type="slidenum">
              <a:rPr lang="en-US" altLang="en-US" sz="1200">
                <a:solidFill>
                  <a:srgbClr val="898989"/>
                </a:solidFill>
              </a:rPr>
              <a:pPr>
                <a:spcBef>
                  <a:spcPct val="0"/>
                </a:spcBef>
                <a:buFontTx/>
                <a:buNone/>
              </a:pPr>
              <a:t>91</a:t>
            </a:fld>
            <a:endParaRPr lang="en-US" altLang="en-US" sz="1200">
              <a:solidFill>
                <a:srgbClr val="898989"/>
              </a:solidFill>
            </a:endParaRPr>
          </a:p>
        </p:txBody>
      </p:sp>
      <p:sp>
        <p:nvSpPr>
          <p:cNvPr id="7" name="Title 1">
            <a:extLst>
              <a:ext uri="{FF2B5EF4-FFF2-40B4-BE49-F238E27FC236}">
                <a16:creationId xmlns:a16="http://schemas.microsoft.com/office/drawing/2014/main" id="{2BD8A941-8FA7-46F0-BF8E-2ACD7E54BFA3}"/>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a:lnSpc>
                <a:spcPct val="110000"/>
              </a:lnSpc>
              <a:defRPr/>
            </a:pPr>
            <a:r>
              <a:rPr lang="en-IN" sz="3200" b="1">
                <a:latin typeface="Times New Roman" pitchFamily="18" charset="0"/>
                <a:cs typeface="Times New Roman" pitchFamily="18" charset="0"/>
              </a:rPr>
              <a:t>Method overriding </a:t>
            </a:r>
            <a:r>
              <a:rPr lang="en-US" sz="3200" b="1">
                <a:latin typeface="Times New Roman" pitchFamily="18" charset="0"/>
                <a:cs typeface="Times New Roman" pitchFamily="18" charset="0"/>
              </a:rPr>
              <a:t>(CO2)</a:t>
            </a:r>
            <a:r>
              <a:rPr lang="en-IN" sz="3200" b="1">
                <a:latin typeface="Times New Roman" pitchFamily="18" charset="0"/>
                <a:cs typeface="Times New Roman" pitchFamily="18" charset="0"/>
              </a:rPr>
              <a:t> </a:t>
            </a:r>
          </a:p>
        </p:txBody>
      </p:sp>
    </p:spTree>
  </p:cSld>
  <p:clrMapOvr>
    <a:masterClrMapping/>
  </p:clrMapOvr>
  <p:transition spd="slow"/>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Content Placeholder 2">
            <a:extLst>
              <a:ext uri="{FF2B5EF4-FFF2-40B4-BE49-F238E27FC236}">
                <a16:creationId xmlns:a16="http://schemas.microsoft.com/office/drawing/2014/main" id="{3D1953EE-5F3A-488E-B673-5B483DFF758A}"/>
              </a:ext>
            </a:extLst>
          </p:cNvPr>
          <p:cNvSpPr>
            <a:spLocks noGrp="1"/>
          </p:cNvSpPr>
          <p:nvPr>
            <p:ph idx="1"/>
          </p:nvPr>
        </p:nvSpPr>
        <p:spPr>
          <a:xfrm>
            <a:off x="509665" y="838200"/>
            <a:ext cx="10897849" cy="5257800"/>
          </a:xfrm>
        </p:spPr>
        <p:txBody>
          <a:bodyPr/>
          <a:lstStyle/>
          <a:p>
            <a:pPr algn="just"/>
            <a:r>
              <a:rPr lang="en-IN" altLang="en-US" sz="2400">
                <a:latin typeface="+mj-lt"/>
                <a:cs typeface="Times New Roman" panose="02020603050405020304" pitchFamily="18" charset="0"/>
              </a:rPr>
              <a:t>Operator overloading in Python is the ability of a single operator to perform more than one operation based on the class (type) of operands.</a:t>
            </a:r>
            <a:r>
              <a:rPr lang="en-US" altLang="en-US" sz="2400">
                <a:latin typeface="+mj-lt"/>
                <a:cs typeface="Times New Roman" panose="02020603050405020304" pitchFamily="18" charset="0"/>
              </a:rPr>
              <a:t> </a:t>
            </a:r>
          </a:p>
          <a:p>
            <a:pPr algn="just"/>
            <a:r>
              <a:rPr lang="en-IN" altLang="en-US" sz="2400">
                <a:latin typeface="+mj-lt"/>
                <a:cs typeface="Times New Roman" panose="02020603050405020304" pitchFamily="18" charset="0"/>
              </a:rPr>
              <a:t>For example, the + operator can be used to add two numbers, concatenate two  </a:t>
            </a:r>
          </a:p>
          <a:p>
            <a:pPr algn="just">
              <a:buNone/>
            </a:pPr>
            <a:r>
              <a:rPr lang="en-IN" altLang="en-US" sz="2400">
                <a:latin typeface="+mj-lt"/>
                <a:cs typeface="Times New Roman" panose="02020603050405020304" pitchFamily="18" charset="0"/>
              </a:rPr>
              <a:t>     strings or merge two lists. This is possible because the + operator is overloaded  with </a:t>
            </a:r>
            <a:r>
              <a:rPr lang="en-IN" altLang="en-US" sz="2400" err="1">
                <a:latin typeface="+mj-lt"/>
                <a:cs typeface="Times New Roman" panose="02020603050405020304" pitchFamily="18" charset="0"/>
              </a:rPr>
              <a:t>int</a:t>
            </a:r>
            <a:r>
              <a:rPr lang="en-IN" altLang="en-US" sz="2400">
                <a:latin typeface="+mj-lt"/>
                <a:cs typeface="Times New Roman" panose="02020603050405020304" pitchFamily="18" charset="0"/>
              </a:rPr>
              <a:t> and </a:t>
            </a:r>
            <a:r>
              <a:rPr lang="en-IN" altLang="en-US" sz="2400" err="1">
                <a:latin typeface="+mj-lt"/>
                <a:cs typeface="Times New Roman" panose="02020603050405020304" pitchFamily="18" charset="0"/>
              </a:rPr>
              <a:t>str</a:t>
            </a:r>
            <a:r>
              <a:rPr lang="en-IN" altLang="en-US" sz="2400">
                <a:latin typeface="+mj-lt"/>
                <a:cs typeface="Times New Roman" panose="02020603050405020304" pitchFamily="18" charset="0"/>
              </a:rPr>
              <a:t> classes.</a:t>
            </a:r>
          </a:p>
          <a:p>
            <a:pPr algn="just"/>
            <a:r>
              <a:rPr lang="en-IN" altLang="en-US" sz="2400">
                <a:latin typeface="+mj-lt"/>
                <a:cs typeface="Times New Roman" panose="02020603050405020304" pitchFamily="18" charset="0"/>
              </a:rPr>
              <a:t>We can define additional methods for these operators to extend their  functionality </a:t>
            </a:r>
          </a:p>
          <a:p>
            <a:pPr algn="just">
              <a:buNone/>
            </a:pPr>
            <a:r>
              <a:rPr lang="en-IN" altLang="en-US" sz="2400">
                <a:latin typeface="+mj-lt"/>
                <a:cs typeface="Times New Roman" panose="02020603050405020304" pitchFamily="18" charset="0"/>
              </a:rPr>
              <a:t>     to various new classes and this process is called Operator overloading.</a:t>
            </a:r>
          </a:p>
          <a:p>
            <a:pPr algn="just"/>
            <a:r>
              <a:rPr lang="en-IN" altLang="en-US" sz="2400">
                <a:latin typeface="+mj-lt"/>
                <a:cs typeface="Times New Roman" panose="02020603050405020304" pitchFamily="18" charset="0"/>
              </a:rPr>
              <a:t>Operator overloading is commonly known as </a:t>
            </a:r>
            <a:r>
              <a:rPr lang="en-IN" altLang="en-US" sz="2400" b="1" err="1">
                <a:latin typeface="+mj-lt"/>
                <a:cs typeface="Times New Roman" panose="02020603050405020304" pitchFamily="18" charset="0"/>
              </a:rPr>
              <a:t>Adhoc</a:t>
            </a:r>
            <a:r>
              <a:rPr lang="en-IN" altLang="en-US" sz="2400" b="1">
                <a:latin typeface="+mj-lt"/>
                <a:cs typeface="Times New Roman" panose="02020603050405020304" pitchFamily="18" charset="0"/>
              </a:rPr>
              <a:t> polymorphism </a:t>
            </a:r>
            <a:r>
              <a:rPr lang="en-IN" altLang="en-US" sz="2400">
                <a:latin typeface="+mj-lt"/>
                <a:cs typeface="Times New Roman" panose="02020603050405020304" pitchFamily="18" charset="0"/>
              </a:rPr>
              <a:t>since different operators have different implementation depending on arguments.</a:t>
            </a:r>
            <a:endParaRPr lang="en-US" altLang="en-US" sz="2400">
              <a:latin typeface="+mj-lt"/>
              <a:cs typeface="Times New Roman" panose="02020603050405020304" pitchFamily="18" charset="0"/>
            </a:endParaRPr>
          </a:p>
          <a:p>
            <a:pPr algn="just">
              <a:buFont typeface="Arial" panose="020B0604020202020204" pitchFamily="34" charset="0"/>
              <a:buNone/>
            </a:pPr>
            <a:endParaRPr lang="en-US" altLang="en-US" sz="2400" b="1">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24B188D3-48DF-4EBB-8882-F9B00E9B7673}"/>
              </a:ext>
            </a:extLst>
          </p:cNvPr>
          <p:cNvSpPr>
            <a:spLocks noGrp="1"/>
          </p:cNvSpPr>
          <p:nvPr>
            <p:ph type="dt" sz="quarter" idx="10"/>
          </p:nvPr>
        </p:nvSpPr>
        <p:spPr/>
        <p:txBody>
          <a:bodyPr/>
          <a:lstStyle/>
          <a:p>
            <a:pPr>
              <a:defRPr/>
            </a:pPr>
            <a:fld id="{D9975020-F9C2-4C85-8DD9-F71F7406E327}" type="datetime1">
              <a:rPr lang="en-US" smtClean="0"/>
              <a:pPr>
                <a:defRPr/>
              </a:pPr>
              <a:t>5/17/2022</a:t>
            </a:fld>
            <a:endParaRPr lang="en-US"/>
          </a:p>
        </p:txBody>
      </p:sp>
      <p:sp>
        <p:nvSpPr>
          <p:cNvPr id="5" name="Footer Placeholder 4">
            <a:extLst>
              <a:ext uri="{FF2B5EF4-FFF2-40B4-BE49-F238E27FC236}">
                <a16:creationId xmlns:a16="http://schemas.microsoft.com/office/drawing/2014/main" id="{2722E4F8-7D8C-4EB9-999A-5D1602441785}"/>
              </a:ext>
            </a:extLst>
          </p:cNvPr>
          <p:cNvSpPr>
            <a:spLocks noGrp="1"/>
          </p:cNvSpPr>
          <p:nvPr>
            <p:ph type="ftr" sz="quarter" idx="11"/>
          </p:nvPr>
        </p:nvSpPr>
        <p:spPr>
          <a:xfrm>
            <a:off x="4038600" y="6356350"/>
            <a:ext cx="5029200" cy="365125"/>
          </a:xfrm>
        </p:spPr>
        <p:txBody>
          <a:bodyPr/>
          <a:lstStyle/>
          <a:p>
            <a:pPr>
              <a:defRPr/>
            </a:pPr>
            <a:r>
              <a:rPr lang="en-US"/>
              <a:t>(Programming in Advanced Python)                                 Unit No:2</a:t>
            </a:r>
          </a:p>
        </p:txBody>
      </p:sp>
      <p:sp>
        <p:nvSpPr>
          <p:cNvPr id="91141" name="Slide Number Placeholder 5">
            <a:extLst>
              <a:ext uri="{FF2B5EF4-FFF2-40B4-BE49-F238E27FC236}">
                <a16:creationId xmlns:a16="http://schemas.microsoft.com/office/drawing/2014/main" id="{35CEE162-3A95-4BC4-B1FD-D6B24830A954}"/>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C4BFA46B-896D-4B22-8D1C-1CC418F0E0A2}" type="slidenum">
              <a:rPr lang="en-US" altLang="en-US" sz="1200">
                <a:solidFill>
                  <a:srgbClr val="898989"/>
                </a:solidFill>
              </a:rPr>
              <a:pPr>
                <a:spcBef>
                  <a:spcPct val="0"/>
                </a:spcBef>
                <a:buFontTx/>
                <a:buNone/>
              </a:pPr>
              <a:t>92</a:t>
            </a:fld>
            <a:endParaRPr lang="en-US" altLang="en-US" sz="1200">
              <a:solidFill>
                <a:srgbClr val="898989"/>
              </a:solidFill>
            </a:endParaRPr>
          </a:p>
        </p:txBody>
      </p:sp>
      <p:sp>
        <p:nvSpPr>
          <p:cNvPr id="7" name="Title 1">
            <a:extLst>
              <a:ext uri="{FF2B5EF4-FFF2-40B4-BE49-F238E27FC236}">
                <a16:creationId xmlns:a16="http://schemas.microsoft.com/office/drawing/2014/main" id="{2BD8A941-8FA7-46F0-BF8E-2ACD7E54BFA3}"/>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a:lnSpc>
                <a:spcPct val="110000"/>
              </a:lnSpc>
              <a:defRPr/>
            </a:pPr>
            <a:r>
              <a:rPr lang="en-IN" sz="3200" b="1">
                <a:latin typeface="Times New Roman" pitchFamily="18" charset="0"/>
                <a:cs typeface="Times New Roman" pitchFamily="18" charset="0"/>
              </a:rPr>
              <a:t>Operator overloading </a:t>
            </a:r>
            <a:r>
              <a:rPr lang="en-US" sz="3200" b="1">
                <a:latin typeface="Times New Roman" pitchFamily="18" charset="0"/>
                <a:cs typeface="Times New Roman" pitchFamily="18" charset="0"/>
              </a:rPr>
              <a:t>(CO2)</a:t>
            </a:r>
            <a:r>
              <a:rPr lang="en-IN" sz="3200" b="1">
                <a:latin typeface="Times New Roman" pitchFamily="18" charset="0"/>
                <a:cs typeface="Times New Roman" pitchFamily="18" charset="0"/>
              </a:rPr>
              <a:t> </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1138">
                                            <p:txEl>
                                              <p:pRg st="0" end="0"/>
                                            </p:txEl>
                                          </p:spTgt>
                                        </p:tgtEl>
                                        <p:attrNameLst>
                                          <p:attrName>style.visibility</p:attrName>
                                        </p:attrNameLst>
                                      </p:cBhvr>
                                      <p:to>
                                        <p:strVal val="visible"/>
                                      </p:to>
                                    </p:set>
                                    <p:anim calcmode="lin" valueType="num">
                                      <p:cBhvr additive="base">
                                        <p:cTn id="7" dur="500" fill="hold"/>
                                        <p:tgtEl>
                                          <p:spTgt spid="9113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113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1138">
                                            <p:txEl>
                                              <p:pRg st="1" end="1"/>
                                            </p:txEl>
                                          </p:spTgt>
                                        </p:tgtEl>
                                        <p:attrNameLst>
                                          <p:attrName>style.visibility</p:attrName>
                                        </p:attrNameLst>
                                      </p:cBhvr>
                                      <p:to>
                                        <p:strVal val="visible"/>
                                      </p:to>
                                    </p:set>
                                    <p:anim calcmode="lin" valueType="num">
                                      <p:cBhvr additive="base">
                                        <p:cTn id="13" dur="500" fill="hold"/>
                                        <p:tgtEl>
                                          <p:spTgt spid="9113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113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91138">
                                            <p:txEl>
                                              <p:pRg st="2" end="2"/>
                                            </p:txEl>
                                          </p:spTgt>
                                        </p:tgtEl>
                                        <p:attrNameLst>
                                          <p:attrName>style.visibility</p:attrName>
                                        </p:attrNameLst>
                                      </p:cBhvr>
                                      <p:to>
                                        <p:strVal val="visible"/>
                                      </p:to>
                                    </p:set>
                                    <p:anim calcmode="lin" valueType="num">
                                      <p:cBhvr additive="base">
                                        <p:cTn id="19" dur="500" fill="hold"/>
                                        <p:tgtEl>
                                          <p:spTgt spid="9113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113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91138">
                                            <p:txEl>
                                              <p:pRg st="3" end="3"/>
                                            </p:txEl>
                                          </p:spTgt>
                                        </p:tgtEl>
                                        <p:attrNameLst>
                                          <p:attrName>style.visibility</p:attrName>
                                        </p:attrNameLst>
                                      </p:cBhvr>
                                      <p:to>
                                        <p:strVal val="visible"/>
                                      </p:to>
                                    </p:set>
                                    <p:anim calcmode="lin" valueType="num">
                                      <p:cBhvr additive="base">
                                        <p:cTn id="25" dur="500" fill="hold"/>
                                        <p:tgtEl>
                                          <p:spTgt spid="91138">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9113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91138">
                                            <p:txEl>
                                              <p:pRg st="4" end="4"/>
                                            </p:txEl>
                                          </p:spTgt>
                                        </p:tgtEl>
                                        <p:attrNameLst>
                                          <p:attrName>style.visibility</p:attrName>
                                        </p:attrNameLst>
                                      </p:cBhvr>
                                      <p:to>
                                        <p:strVal val="visible"/>
                                      </p:to>
                                    </p:set>
                                    <p:anim calcmode="lin" valueType="num">
                                      <p:cBhvr additive="base">
                                        <p:cTn id="31" dur="500" fill="hold"/>
                                        <p:tgtEl>
                                          <p:spTgt spid="91138">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91138">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91138">
                                            <p:txEl>
                                              <p:pRg st="5" end="5"/>
                                            </p:txEl>
                                          </p:spTgt>
                                        </p:tgtEl>
                                        <p:attrNameLst>
                                          <p:attrName>style.visibility</p:attrName>
                                        </p:attrNameLst>
                                      </p:cBhvr>
                                      <p:to>
                                        <p:strVal val="visible"/>
                                      </p:to>
                                    </p:set>
                                    <p:anim calcmode="lin" valueType="num">
                                      <p:cBhvr additive="base">
                                        <p:cTn id="37" dur="500" fill="hold"/>
                                        <p:tgtEl>
                                          <p:spTgt spid="91138">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91138">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138" grpId="0" build="p"/>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Content Placeholder 2">
            <a:extLst>
              <a:ext uri="{FF2B5EF4-FFF2-40B4-BE49-F238E27FC236}">
                <a16:creationId xmlns:a16="http://schemas.microsoft.com/office/drawing/2014/main" id="{3D1953EE-5F3A-488E-B673-5B483DFF758A}"/>
              </a:ext>
            </a:extLst>
          </p:cNvPr>
          <p:cNvSpPr>
            <a:spLocks noGrp="1"/>
          </p:cNvSpPr>
          <p:nvPr>
            <p:ph idx="1"/>
          </p:nvPr>
        </p:nvSpPr>
        <p:spPr>
          <a:xfrm>
            <a:off x="509665" y="838200"/>
            <a:ext cx="10897849" cy="5257800"/>
          </a:xfrm>
        </p:spPr>
        <p:txBody>
          <a:bodyPr/>
          <a:lstStyle/>
          <a:p>
            <a:pPr algn="just"/>
            <a:r>
              <a:rPr lang="en-IN" altLang="en-US" sz="2400" dirty="0">
                <a:latin typeface="+mj-lt"/>
                <a:cs typeface="Times New Roman" panose="02020603050405020304" pitchFamily="18" charset="0"/>
              </a:rPr>
              <a:t>Developer can use the same notation for user defined objects and built-in objects. For example, to add two complex number ,we can write C1 + C2</a:t>
            </a:r>
          </a:p>
          <a:p>
            <a:pPr algn="just"/>
            <a:r>
              <a:rPr lang="en-IN" altLang="en-US" sz="2400" dirty="0">
                <a:latin typeface="+mj-lt"/>
                <a:cs typeface="Times New Roman" panose="02020603050405020304" pitchFamily="18" charset="0"/>
              </a:rPr>
              <a:t> A similar level of syntactic support is provided to user –defined types as provided to the built-in types.</a:t>
            </a:r>
          </a:p>
          <a:p>
            <a:pPr algn="just"/>
            <a:r>
              <a:rPr lang="en-IN" altLang="en-US" sz="2400" dirty="0">
                <a:latin typeface="+mj-lt"/>
                <a:cs typeface="Times New Roman" panose="02020603050405020304" pitchFamily="18" charset="0"/>
              </a:rPr>
              <a:t>In scientific computing computational representation of mathematical objects is required ,operator overloading provides great ease to understand the concept.</a:t>
            </a:r>
          </a:p>
          <a:p>
            <a:pPr algn="just"/>
            <a:r>
              <a:rPr lang="en-IN" altLang="en-US" sz="2400" dirty="0">
                <a:latin typeface="+mj-lt"/>
                <a:cs typeface="Times New Roman" panose="02020603050405020304" pitchFamily="18" charset="0"/>
              </a:rPr>
              <a:t>Operator overloading makes the program clearer. For example: (</a:t>
            </a:r>
            <a:r>
              <a:rPr lang="en-IN" altLang="en-US" sz="2400" b="1" dirty="0">
                <a:latin typeface="+mj-lt"/>
                <a:cs typeface="Times New Roman" panose="02020603050405020304" pitchFamily="18" charset="0"/>
              </a:rPr>
              <a:t>c1.mul(c2)) can be written c1*c2.</a:t>
            </a:r>
            <a:endParaRPr lang="en-US" altLang="en-US" sz="2400" b="1" dirty="0">
              <a:latin typeface="+mj-lt"/>
              <a:cs typeface="Times New Roman" panose="02020603050405020304" pitchFamily="18" charset="0"/>
            </a:endParaRPr>
          </a:p>
          <a:p>
            <a:pPr algn="just">
              <a:buFont typeface="Arial" panose="020B0604020202020204" pitchFamily="34" charset="0"/>
              <a:buNone/>
            </a:pPr>
            <a:endParaRPr lang="en-US" altLang="en-US" sz="2400" b="1"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24B188D3-48DF-4EBB-8882-F9B00E9B7673}"/>
              </a:ext>
            </a:extLst>
          </p:cNvPr>
          <p:cNvSpPr>
            <a:spLocks noGrp="1"/>
          </p:cNvSpPr>
          <p:nvPr>
            <p:ph type="dt" sz="quarter" idx="10"/>
          </p:nvPr>
        </p:nvSpPr>
        <p:spPr/>
        <p:txBody>
          <a:bodyPr/>
          <a:lstStyle/>
          <a:p>
            <a:pPr>
              <a:defRPr/>
            </a:pPr>
            <a:fld id="{D9975020-F9C2-4C85-8DD9-F71F7406E327}" type="datetime1">
              <a:rPr lang="en-US" smtClean="0"/>
              <a:pPr>
                <a:defRPr/>
              </a:pPr>
              <a:t>5/17/2022</a:t>
            </a:fld>
            <a:endParaRPr lang="en-US"/>
          </a:p>
        </p:txBody>
      </p:sp>
      <p:sp>
        <p:nvSpPr>
          <p:cNvPr id="5" name="Footer Placeholder 4">
            <a:extLst>
              <a:ext uri="{FF2B5EF4-FFF2-40B4-BE49-F238E27FC236}">
                <a16:creationId xmlns:a16="http://schemas.microsoft.com/office/drawing/2014/main" id="{2722E4F8-7D8C-4EB9-999A-5D1602441785}"/>
              </a:ext>
            </a:extLst>
          </p:cNvPr>
          <p:cNvSpPr>
            <a:spLocks noGrp="1"/>
          </p:cNvSpPr>
          <p:nvPr>
            <p:ph type="ftr" sz="quarter" idx="11"/>
          </p:nvPr>
        </p:nvSpPr>
        <p:spPr>
          <a:xfrm>
            <a:off x="4038600" y="6356350"/>
            <a:ext cx="5029200" cy="365125"/>
          </a:xfrm>
        </p:spPr>
        <p:txBody>
          <a:bodyPr/>
          <a:lstStyle/>
          <a:p>
            <a:pPr>
              <a:defRPr/>
            </a:pPr>
            <a:r>
              <a:rPr lang="en-US"/>
              <a:t>(Programming in Advanced Python)                                 Unit No:2</a:t>
            </a:r>
          </a:p>
        </p:txBody>
      </p:sp>
      <p:sp>
        <p:nvSpPr>
          <p:cNvPr id="91141" name="Slide Number Placeholder 5">
            <a:extLst>
              <a:ext uri="{FF2B5EF4-FFF2-40B4-BE49-F238E27FC236}">
                <a16:creationId xmlns:a16="http://schemas.microsoft.com/office/drawing/2014/main" id="{35CEE162-3A95-4BC4-B1FD-D6B24830A954}"/>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C4BFA46B-896D-4B22-8D1C-1CC418F0E0A2}" type="slidenum">
              <a:rPr lang="en-US" altLang="en-US" sz="1200">
                <a:solidFill>
                  <a:srgbClr val="898989"/>
                </a:solidFill>
              </a:rPr>
              <a:pPr>
                <a:spcBef>
                  <a:spcPct val="0"/>
                </a:spcBef>
                <a:buFontTx/>
                <a:buNone/>
              </a:pPr>
              <a:t>93</a:t>
            </a:fld>
            <a:endParaRPr lang="en-US" altLang="en-US" sz="1200">
              <a:solidFill>
                <a:srgbClr val="898989"/>
              </a:solidFill>
            </a:endParaRPr>
          </a:p>
        </p:txBody>
      </p:sp>
      <p:sp>
        <p:nvSpPr>
          <p:cNvPr id="7" name="Title 1">
            <a:extLst>
              <a:ext uri="{FF2B5EF4-FFF2-40B4-BE49-F238E27FC236}">
                <a16:creationId xmlns:a16="http://schemas.microsoft.com/office/drawing/2014/main" id="{2BD8A941-8FA7-46F0-BF8E-2ACD7E54BFA3}"/>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a:lnSpc>
                <a:spcPct val="110000"/>
              </a:lnSpc>
              <a:defRPr/>
            </a:pPr>
            <a:r>
              <a:rPr lang="en-IN" sz="3200" b="1">
                <a:latin typeface="Times New Roman" pitchFamily="18" charset="0"/>
                <a:cs typeface="Times New Roman" pitchFamily="18" charset="0"/>
              </a:rPr>
              <a:t>Advantage of Operator overloading </a:t>
            </a:r>
            <a:r>
              <a:rPr lang="en-US" sz="3200" b="1">
                <a:latin typeface="Times New Roman" pitchFamily="18" charset="0"/>
                <a:cs typeface="Times New Roman" pitchFamily="18" charset="0"/>
              </a:rPr>
              <a:t>(CO2)</a:t>
            </a:r>
            <a:r>
              <a:rPr lang="en-IN" sz="3200" b="1">
                <a:latin typeface="Times New Roman" pitchFamily="18" charset="0"/>
                <a:cs typeface="Times New Roman" pitchFamily="18" charset="0"/>
              </a:rPr>
              <a:t> </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1138">
                                            <p:txEl>
                                              <p:pRg st="0" end="0"/>
                                            </p:txEl>
                                          </p:spTgt>
                                        </p:tgtEl>
                                        <p:attrNameLst>
                                          <p:attrName>style.visibility</p:attrName>
                                        </p:attrNameLst>
                                      </p:cBhvr>
                                      <p:to>
                                        <p:strVal val="visible"/>
                                      </p:to>
                                    </p:set>
                                    <p:anim calcmode="lin" valueType="num">
                                      <p:cBhvr additive="base">
                                        <p:cTn id="7" dur="500" fill="hold"/>
                                        <p:tgtEl>
                                          <p:spTgt spid="9113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113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1138">
                                            <p:txEl>
                                              <p:pRg st="1" end="1"/>
                                            </p:txEl>
                                          </p:spTgt>
                                        </p:tgtEl>
                                        <p:attrNameLst>
                                          <p:attrName>style.visibility</p:attrName>
                                        </p:attrNameLst>
                                      </p:cBhvr>
                                      <p:to>
                                        <p:strVal val="visible"/>
                                      </p:to>
                                    </p:set>
                                    <p:anim calcmode="lin" valueType="num">
                                      <p:cBhvr additive="base">
                                        <p:cTn id="13" dur="500" fill="hold"/>
                                        <p:tgtEl>
                                          <p:spTgt spid="9113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113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91138">
                                            <p:txEl>
                                              <p:pRg st="2" end="2"/>
                                            </p:txEl>
                                          </p:spTgt>
                                        </p:tgtEl>
                                        <p:attrNameLst>
                                          <p:attrName>style.visibility</p:attrName>
                                        </p:attrNameLst>
                                      </p:cBhvr>
                                      <p:to>
                                        <p:strVal val="visible"/>
                                      </p:to>
                                    </p:set>
                                    <p:anim calcmode="lin" valueType="num">
                                      <p:cBhvr additive="base">
                                        <p:cTn id="19" dur="500" fill="hold"/>
                                        <p:tgtEl>
                                          <p:spTgt spid="9113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113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91138">
                                            <p:txEl>
                                              <p:pRg st="3" end="3"/>
                                            </p:txEl>
                                          </p:spTgt>
                                        </p:tgtEl>
                                        <p:attrNameLst>
                                          <p:attrName>style.visibility</p:attrName>
                                        </p:attrNameLst>
                                      </p:cBhvr>
                                      <p:to>
                                        <p:strVal val="visible"/>
                                      </p:to>
                                    </p:set>
                                    <p:anim calcmode="lin" valueType="num">
                                      <p:cBhvr additive="base">
                                        <p:cTn id="25" dur="500" fill="hold"/>
                                        <p:tgtEl>
                                          <p:spTgt spid="91138">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91138">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138" grpId="0" build="p"/>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Content Placeholder 7"/>
          <p:cNvGraphicFramePr>
            <a:graphicFrameLocks noGrp="1"/>
          </p:cNvGraphicFramePr>
          <p:nvPr>
            <p:ph idx="1"/>
          </p:nvPr>
        </p:nvGraphicFramePr>
        <p:xfrm>
          <a:off x="509588" y="838200"/>
          <a:ext cx="10898188" cy="5191760"/>
        </p:xfrm>
        <a:graphic>
          <a:graphicData uri="http://schemas.openxmlformats.org/drawingml/2006/table">
            <a:tbl>
              <a:tblPr firstRow="1" bandRow="1">
                <a:tableStyleId>{5C22544A-7EE6-4342-B048-85BDC9FD1C3A}</a:tableStyleId>
              </a:tblPr>
              <a:tblGrid>
                <a:gridCol w="5449094">
                  <a:extLst>
                    <a:ext uri="{9D8B030D-6E8A-4147-A177-3AD203B41FA5}">
                      <a16:colId xmlns:a16="http://schemas.microsoft.com/office/drawing/2014/main" val="20000"/>
                    </a:ext>
                  </a:extLst>
                </a:gridCol>
                <a:gridCol w="5449094">
                  <a:extLst>
                    <a:ext uri="{9D8B030D-6E8A-4147-A177-3AD203B41FA5}">
                      <a16:colId xmlns:a16="http://schemas.microsoft.com/office/drawing/2014/main" val="20001"/>
                    </a:ext>
                  </a:extLst>
                </a:gridCol>
              </a:tblGrid>
              <a:tr h="370840">
                <a:tc>
                  <a:txBody>
                    <a:bodyPr/>
                    <a:lstStyle/>
                    <a:p>
                      <a:r>
                        <a:rPr lang="en-IN"/>
                        <a:t>operator</a:t>
                      </a:r>
                    </a:p>
                  </a:txBody>
                  <a:tcPr/>
                </a:tc>
                <a:tc>
                  <a:txBody>
                    <a:bodyPr/>
                    <a:lstStyle/>
                    <a:p>
                      <a:r>
                        <a:rPr lang="en-IN"/>
                        <a:t>Functions</a:t>
                      </a:r>
                    </a:p>
                  </a:txBody>
                  <a:tcPr/>
                </a:tc>
                <a:extLst>
                  <a:ext uri="{0D108BD9-81ED-4DB2-BD59-A6C34878D82A}">
                    <a16:rowId xmlns:a16="http://schemas.microsoft.com/office/drawing/2014/main" val="10000"/>
                  </a:ext>
                </a:extLst>
              </a:tr>
              <a:tr h="370840">
                <a:tc>
                  <a:txBody>
                    <a:bodyPr/>
                    <a:lstStyle/>
                    <a:p>
                      <a:r>
                        <a:rPr lang="en-IN"/>
                        <a:t>+</a:t>
                      </a:r>
                    </a:p>
                  </a:txBody>
                  <a:tcPr/>
                </a:tc>
                <a:tc>
                  <a:txBody>
                    <a:bodyPr/>
                    <a:lstStyle/>
                    <a:p>
                      <a:r>
                        <a:rPr lang="en-IN"/>
                        <a:t>__add__</a:t>
                      </a:r>
                    </a:p>
                  </a:txBody>
                  <a:tcPr/>
                </a:tc>
                <a:extLst>
                  <a:ext uri="{0D108BD9-81ED-4DB2-BD59-A6C34878D82A}">
                    <a16:rowId xmlns:a16="http://schemas.microsoft.com/office/drawing/2014/main" val="10001"/>
                  </a:ext>
                </a:extLst>
              </a:tr>
              <a:tr h="370840">
                <a:tc>
                  <a:txBody>
                    <a:bodyPr/>
                    <a:lstStyle/>
                    <a:p>
                      <a:r>
                        <a:rPr lang="en-IN"/>
                        <a:t>-</a:t>
                      </a:r>
                    </a:p>
                  </a:txBody>
                  <a:tcPr/>
                </a:tc>
                <a:tc>
                  <a:txBody>
                    <a:bodyPr/>
                    <a:lstStyle/>
                    <a:p>
                      <a:r>
                        <a:rPr lang="en-IN"/>
                        <a:t>__sub__</a:t>
                      </a:r>
                    </a:p>
                  </a:txBody>
                  <a:tcPr/>
                </a:tc>
                <a:extLst>
                  <a:ext uri="{0D108BD9-81ED-4DB2-BD59-A6C34878D82A}">
                    <a16:rowId xmlns:a16="http://schemas.microsoft.com/office/drawing/2014/main" val="10002"/>
                  </a:ext>
                </a:extLst>
              </a:tr>
              <a:tr h="370840">
                <a:tc>
                  <a:txBody>
                    <a:bodyPr/>
                    <a:lstStyle/>
                    <a:p>
                      <a:r>
                        <a:rPr lang="en-IN"/>
                        <a:t>*</a:t>
                      </a:r>
                    </a:p>
                  </a:txBody>
                  <a:tcPr/>
                </a:tc>
                <a:tc>
                  <a:txBody>
                    <a:bodyPr/>
                    <a:lstStyle/>
                    <a:p>
                      <a:r>
                        <a:rPr lang="en-IN"/>
                        <a:t>__</a:t>
                      </a:r>
                      <a:r>
                        <a:rPr lang="en-IN" err="1"/>
                        <a:t>mul</a:t>
                      </a:r>
                      <a:r>
                        <a:rPr lang="en-IN"/>
                        <a:t>__</a:t>
                      </a:r>
                    </a:p>
                  </a:txBody>
                  <a:tcPr/>
                </a:tc>
                <a:extLst>
                  <a:ext uri="{0D108BD9-81ED-4DB2-BD59-A6C34878D82A}">
                    <a16:rowId xmlns:a16="http://schemas.microsoft.com/office/drawing/2014/main" val="10003"/>
                  </a:ext>
                </a:extLst>
              </a:tr>
              <a:tr h="370840">
                <a:tc>
                  <a:txBody>
                    <a:bodyPr/>
                    <a:lstStyle/>
                    <a:p>
                      <a:r>
                        <a:rPr lang="en-IN"/>
                        <a:t>/</a:t>
                      </a:r>
                    </a:p>
                  </a:txBody>
                  <a:tcPr/>
                </a:tc>
                <a:tc>
                  <a:txBody>
                    <a:bodyPr/>
                    <a:lstStyle/>
                    <a:p>
                      <a:r>
                        <a:rPr lang="en-IN"/>
                        <a:t>__</a:t>
                      </a:r>
                      <a:r>
                        <a:rPr lang="en-IN" err="1"/>
                        <a:t>truediv</a:t>
                      </a:r>
                      <a:r>
                        <a:rPr lang="en-IN"/>
                        <a:t>__</a:t>
                      </a:r>
                    </a:p>
                  </a:txBody>
                  <a:tcPr/>
                </a:tc>
                <a:extLst>
                  <a:ext uri="{0D108BD9-81ED-4DB2-BD59-A6C34878D82A}">
                    <a16:rowId xmlns:a16="http://schemas.microsoft.com/office/drawing/2014/main" val="10004"/>
                  </a:ext>
                </a:extLst>
              </a:tr>
              <a:tr h="370840">
                <a:tc>
                  <a:txBody>
                    <a:bodyPr/>
                    <a:lstStyle/>
                    <a:p>
                      <a:r>
                        <a:rPr lang="en-IN"/>
                        <a:t>**</a:t>
                      </a:r>
                    </a:p>
                  </a:txBody>
                  <a:tcPr/>
                </a:tc>
                <a:tc>
                  <a:txBody>
                    <a:bodyPr/>
                    <a:lstStyle/>
                    <a:p>
                      <a:r>
                        <a:rPr lang="en-IN"/>
                        <a:t>__</a:t>
                      </a:r>
                      <a:r>
                        <a:rPr lang="en-IN" err="1"/>
                        <a:t>pow</a:t>
                      </a:r>
                      <a:r>
                        <a:rPr lang="en-IN"/>
                        <a:t>__</a:t>
                      </a:r>
                    </a:p>
                  </a:txBody>
                  <a:tcPr/>
                </a:tc>
                <a:extLst>
                  <a:ext uri="{0D108BD9-81ED-4DB2-BD59-A6C34878D82A}">
                    <a16:rowId xmlns:a16="http://schemas.microsoft.com/office/drawing/2014/main" val="10005"/>
                  </a:ext>
                </a:extLst>
              </a:tr>
              <a:tr h="370840">
                <a:tc>
                  <a:txBody>
                    <a:bodyPr/>
                    <a:lstStyle/>
                    <a:p>
                      <a:r>
                        <a:rPr lang="en-IN"/>
                        <a:t>%</a:t>
                      </a:r>
                    </a:p>
                  </a:txBody>
                  <a:tcPr/>
                </a:tc>
                <a:tc>
                  <a:txBody>
                    <a:bodyPr/>
                    <a:lstStyle/>
                    <a:p>
                      <a:r>
                        <a:rPr lang="en-IN"/>
                        <a:t>__mod__</a:t>
                      </a:r>
                    </a:p>
                  </a:txBody>
                  <a:tcPr/>
                </a:tc>
                <a:extLst>
                  <a:ext uri="{0D108BD9-81ED-4DB2-BD59-A6C34878D82A}">
                    <a16:rowId xmlns:a16="http://schemas.microsoft.com/office/drawing/2014/main" val="10006"/>
                  </a:ext>
                </a:extLst>
              </a:tr>
              <a:tr h="370840">
                <a:tc>
                  <a:txBody>
                    <a:bodyPr/>
                    <a:lstStyle/>
                    <a:p>
                      <a:r>
                        <a:rPr lang="en-IN"/>
                        <a:t>+=</a:t>
                      </a:r>
                    </a:p>
                  </a:txBody>
                  <a:tcPr/>
                </a:tc>
                <a:tc>
                  <a:txBody>
                    <a:bodyPr/>
                    <a:lstStyle/>
                    <a:p>
                      <a:r>
                        <a:rPr lang="en-IN"/>
                        <a:t>__</a:t>
                      </a:r>
                      <a:r>
                        <a:rPr lang="en-IN" err="1"/>
                        <a:t>iadd</a:t>
                      </a:r>
                      <a:r>
                        <a:rPr lang="en-IN"/>
                        <a:t>__</a:t>
                      </a:r>
                    </a:p>
                  </a:txBody>
                  <a:tcPr/>
                </a:tc>
                <a:extLst>
                  <a:ext uri="{0D108BD9-81ED-4DB2-BD59-A6C34878D82A}">
                    <a16:rowId xmlns:a16="http://schemas.microsoft.com/office/drawing/2014/main" val="10007"/>
                  </a:ext>
                </a:extLst>
              </a:tr>
              <a:tr h="370840">
                <a:tc>
                  <a:txBody>
                    <a:bodyPr/>
                    <a:lstStyle/>
                    <a:p>
                      <a:r>
                        <a:rPr lang="en-IN"/>
                        <a:t>-=</a:t>
                      </a:r>
                    </a:p>
                  </a:txBody>
                  <a:tcPr/>
                </a:tc>
                <a:tc>
                  <a:txBody>
                    <a:bodyPr/>
                    <a:lstStyle/>
                    <a:p>
                      <a:r>
                        <a:rPr lang="en-IN"/>
                        <a:t>__</a:t>
                      </a:r>
                      <a:r>
                        <a:rPr lang="en-IN" err="1"/>
                        <a:t>isub</a:t>
                      </a:r>
                      <a:r>
                        <a:rPr lang="en-IN"/>
                        <a:t>__</a:t>
                      </a:r>
                    </a:p>
                  </a:txBody>
                  <a:tcPr/>
                </a:tc>
                <a:extLst>
                  <a:ext uri="{0D108BD9-81ED-4DB2-BD59-A6C34878D82A}">
                    <a16:rowId xmlns:a16="http://schemas.microsoft.com/office/drawing/2014/main" val="10008"/>
                  </a:ext>
                </a:extLst>
              </a:tr>
              <a:tr h="370840">
                <a:tc>
                  <a:txBody>
                    <a:bodyPr/>
                    <a:lstStyle/>
                    <a:p>
                      <a:r>
                        <a:rPr lang="en-IN"/>
                        <a:t>*=</a:t>
                      </a:r>
                    </a:p>
                  </a:txBody>
                  <a:tcPr/>
                </a:tc>
                <a:tc>
                  <a:txBody>
                    <a:bodyPr/>
                    <a:lstStyle/>
                    <a:p>
                      <a:r>
                        <a:rPr lang="en-IN"/>
                        <a:t>__</a:t>
                      </a:r>
                      <a:r>
                        <a:rPr lang="en-IN" err="1"/>
                        <a:t>imul</a:t>
                      </a:r>
                      <a:r>
                        <a:rPr lang="en-IN"/>
                        <a:t>__</a:t>
                      </a:r>
                    </a:p>
                  </a:txBody>
                  <a:tcPr/>
                </a:tc>
                <a:extLst>
                  <a:ext uri="{0D108BD9-81ED-4DB2-BD59-A6C34878D82A}">
                    <a16:rowId xmlns:a16="http://schemas.microsoft.com/office/drawing/2014/main" val="10009"/>
                  </a:ext>
                </a:extLst>
              </a:tr>
              <a:tr h="370840">
                <a:tc>
                  <a:txBody>
                    <a:bodyPr/>
                    <a:lstStyle/>
                    <a:p>
                      <a:r>
                        <a:rPr lang="en-IN"/>
                        <a:t>/=</a:t>
                      </a:r>
                    </a:p>
                  </a:txBody>
                  <a:tcPr/>
                </a:tc>
                <a:tc>
                  <a:txBody>
                    <a:bodyPr/>
                    <a:lstStyle/>
                    <a:p>
                      <a:r>
                        <a:rPr lang="en-IN"/>
                        <a:t>__</a:t>
                      </a:r>
                      <a:r>
                        <a:rPr lang="en-IN" err="1"/>
                        <a:t>idiv</a:t>
                      </a:r>
                      <a:r>
                        <a:rPr lang="en-IN"/>
                        <a:t>__</a:t>
                      </a:r>
                    </a:p>
                  </a:txBody>
                  <a:tcPr/>
                </a:tc>
                <a:extLst>
                  <a:ext uri="{0D108BD9-81ED-4DB2-BD59-A6C34878D82A}">
                    <a16:rowId xmlns:a16="http://schemas.microsoft.com/office/drawing/2014/main" val="10010"/>
                  </a:ext>
                </a:extLst>
              </a:tr>
              <a:tr h="370840">
                <a:tc>
                  <a:txBody>
                    <a:bodyPr/>
                    <a:lstStyle/>
                    <a:p>
                      <a:r>
                        <a:rPr lang="en-IN"/>
                        <a:t>**=</a:t>
                      </a:r>
                    </a:p>
                  </a:txBody>
                  <a:tcPr/>
                </a:tc>
                <a:tc>
                  <a:txBody>
                    <a:bodyPr/>
                    <a:lstStyle/>
                    <a:p>
                      <a:r>
                        <a:rPr lang="en-IN"/>
                        <a:t>__</a:t>
                      </a:r>
                      <a:r>
                        <a:rPr lang="en-IN" err="1"/>
                        <a:t>ipow</a:t>
                      </a:r>
                      <a:r>
                        <a:rPr lang="en-IN"/>
                        <a:t>__</a:t>
                      </a:r>
                    </a:p>
                  </a:txBody>
                  <a:tcPr/>
                </a:tc>
                <a:extLst>
                  <a:ext uri="{0D108BD9-81ED-4DB2-BD59-A6C34878D82A}">
                    <a16:rowId xmlns:a16="http://schemas.microsoft.com/office/drawing/2014/main" val="10011"/>
                  </a:ext>
                </a:extLst>
              </a:tr>
              <a:tr h="370840">
                <a:tc>
                  <a:txBody>
                    <a:bodyPr/>
                    <a:lstStyle/>
                    <a:p>
                      <a:r>
                        <a:rPr lang="en-IN"/>
                        <a:t>%=</a:t>
                      </a:r>
                    </a:p>
                  </a:txBody>
                  <a:tcPr/>
                </a:tc>
                <a:tc>
                  <a:txBody>
                    <a:bodyPr/>
                    <a:lstStyle/>
                    <a:p>
                      <a:r>
                        <a:rPr lang="en-IN"/>
                        <a:t>__</a:t>
                      </a:r>
                      <a:r>
                        <a:rPr lang="en-IN" err="1"/>
                        <a:t>imod</a:t>
                      </a:r>
                      <a:r>
                        <a:rPr lang="en-IN"/>
                        <a:t>__</a:t>
                      </a:r>
                    </a:p>
                  </a:txBody>
                  <a:tcPr/>
                </a:tc>
                <a:extLst>
                  <a:ext uri="{0D108BD9-81ED-4DB2-BD59-A6C34878D82A}">
                    <a16:rowId xmlns:a16="http://schemas.microsoft.com/office/drawing/2014/main" val="10012"/>
                  </a:ext>
                </a:extLst>
              </a:tr>
              <a:tr h="370840">
                <a:tc>
                  <a:txBody>
                    <a:bodyPr/>
                    <a:lstStyle/>
                    <a:p>
                      <a:endParaRPr lang="en-IN"/>
                    </a:p>
                  </a:txBody>
                  <a:tcPr/>
                </a:tc>
                <a:tc>
                  <a:txBody>
                    <a:bodyPr/>
                    <a:lstStyle/>
                    <a:p>
                      <a:endParaRPr lang="en-IN"/>
                    </a:p>
                  </a:txBody>
                  <a:tcPr/>
                </a:tc>
                <a:extLst>
                  <a:ext uri="{0D108BD9-81ED-4DB2-BD59-A6C34878D82A}">
                    <a16:rowId xmlns:a16="http://schemas.microsoft.com/office/drawing/2014/main" val="10013"/>
                  </a:ext>
                </a:extLst>
              </a:tr>
            </a:tbl>
          </a:graphicData>
        </a:graphic>
      </p:graphicFrame>
      <p:sp>
        <p:nvSpPr>
          <p:cNvPr id="4" name="Date Placeholder 3">
            <a:extLst>
              <a:ext uri="{FF2B5EF4-FFF2-40B4-BE49-F238E27FC236}">
                <a16:creationId xmlns:a16="http://schemas.microsoft.com/office/drawing/2014/main" id="{24B188D3-48DF-4EBB-8882-F9B00E9B7673}"/>
              </a:ext>
            </a:extLst>
          </p:cNvPr>
          <p:cNvSpPr>
            <a:spLocks noGrp="1"/>
          </p:cNvSpPr>
          <p:nvPr>
            <p:ph type="dt" sz="quarter" idx="10"/>
          </p:nvPr>
        </p:nvSpPr>
        <p:spPr/>
        <p:txBody>
          <a:bodyPr/>
          <a:lstStyle/>
          <a:p>
            <a:pPr>
              <a:defRPr/>
            </a:pPr>
            <a:fld id="{D9975020-F9C2-4C85-8DD9-F71F7406E327}" type="datetime1">
              <a:rPr lang="en-US" smtClean="0"/>
              <a:pPr>
                <a:defRPr/>
              </a:pPr>
              <a:t>5/17/2022</a:t>
            </a:fld>
            <a:endParaRPr lang="en-US"/>
          </a:p>
        </p:txBody>
      </p:sp>
      <p:sp>
        <p:nvSpPr>
          <p:cNvPr id="5" name="Footer Placeholder 4">
            <a:extLst>
              <a:ext uri="{FF2B5EF4-FFF2-40B4-BE49-F238E27FC236}">
                <a16:creationId xmlns:a16="http://schemas.microsoft.com/office/drawing/2014/main" id="{2722E4F8-7D8C-4EB9-999A-5D1602441785}"/>
              </a:ext>
            </a:extLst>
          </p:cNvPr>
          <p:cNvSpPr>
            <a:spLocks noGrp="1"/>
          </p:cNvSpPr>
          <p:nvPr>
            <p:ph type="ftr" sz="quarter" idx="11"/>
          </p:nvPr>
        </p:nvSpPr>
        <p:spPr>
          <a:xfrm>
            <a:off x="4038600" y="6356350"/>
            <a:ext cx="5029200" cy="365125"/>
          </a:xfrm>
        </p:spPr>
        <p:txBody>
          <a:bodyPr/>
          <a:lstStyle/>
          <a:p>
            <a:pPr>
              <a:defRPr/>
            </a:pPr>
            <a:r>
              <a:rPr lang="en-US"/>
              <a:t>(Programming in Advanced Python)                                 Unit No:2</a:t>
            </a:r>
          </a:p>
        </p:txBody>
      </p:sp>
      <p:sp>
        <p:nvSpPr>
          <p:cNvPr id="91141" name="Slide Number Placeholder 5">
            <a:extLst>
              <a:ext uri="{FF2B5EF4-FFF2-40B4-BE49-F238E27FC236}">
                <a16:creationId xmlns:a16="http://schemas.microsoft.com/office/drawing/2014/main" id="{35CEE162-3A95-4BC4-B1FD-D6B24830A954}"/>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C4BFA46B-896D-4B22-8D1C-1CC418F0E0A2}" type="slidenum">
              <a:rPr lang="en-US" altLang="en-US" sz="1200">
                <a:solidFill>
                  <a:srgbClr val="898989"/>
                </a:solidFill>
              </a:rPr>
              <a:pPr>
                <a:spcBef>
                  <a:spcPct val="0"/>
                </a:spcBef>
                <a:buFontTx/>
                <a:buNone/>
              </a:pPr>
              <a:t>94</a:t>
            </a:fld>
            <a:endParaRPr lang="en-US" altLang="en-US" sz="1200">
              <a:solidFill>
                <a:srgbClr val="898989"/>
              </a:solidFill>
            </a:endParaRPr>
          </a:p>
        </p:txBody>
      </p:sp>
      <p:sp>
        <p:nvSpPr>
          <p:cNvPr id="7" name="Title 1">
            <a:extLst>
              <a:ext uri="{FF2B5EF4-FFF2-40B4-BE49-F238E27FC236}">
                <a16:creationId xmlns:a16="http://schemas.microsoft.com/office/drawing/2014/main" id="{2BD8A941-8FA7-46F0-BF8E-2ACD7E54BFA3}"/>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a:lnSpc>
                <a:spcPct val="110000"/>
              </a:lnSpc>
              <a:defRPr/>
            </a:pPr>
            <a:r>
              <a:rPr lang="en-IN" sz="2800" b="1">
                <a:latin typeface="Times New Roman" pitchFamily="18" charset="0"/>
                <a:cs typeface="Times New Roman" pitchFamily="18" charset="0"/>
              </a:rPr>
              <a:t>Relational Operator and their corresponding functions </a:t>
            </a:r>
            <a:r>
              <a:rPr lang="en-US" sz="2800" b="1">
                <a:latin typeface="Times New Roman" pitchFamily="18" charset="0"/>
                <a:cs typeface="Times New Roman" pitchFamily="18" charset="0"/>
              </a:rPr>
              <a:t>(CO2)</a:t>
            </a:r>
            <a:r>
              <a:rPr lang="en-IN" sz="2800" b="1">
                <a:latin typeface="Times New Roman" pitchFamily="18" charset="0"/>
                <a:cs typeface="Times New Roman" pitchFamily="18" charset="0"/>
              </a:rPr>
              <a:t> </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Content Placeholder 7"/>
          <p:cNvGraphicFramePr>
            <a:graphicFrameLocks noGrp="1"/>
          </p:cNvGraphicFramePr>
          <p:nvPr>
            <p:ph idx="1"/>
          </p:nvPr>
        </p:nvGraphicFramePr>
        <p:xfrm>
          <a:off x="509588" y="838200"/>
          <a:ext cx="10898188" cy="5339080"/>
        </p:xfrm>
        <a:graphic>
          <a:graphicData uri="http://schemas.openxmlformats.org/drawingml/2006/table">
            <a:tbl>
              <a:tblPr firstRow="1" bandRow="1">
                <a:tableStyleId>{5C22544A-7EE6-4342-B048-85BDC9FD1C3A}</a:tableStyleId>
              </a:tblPr>
              <a:tblGrid>
                <a:gridCol w="5449094">
                  <a:extLst>
                    <a:ext uri="{9D8B030D-6E8A-4147-A177-3AD203B41FA5}">
                      <a16:colId xmlns:a16="http://schemas.microsoft.com/office/drawing/2014/main" val="20000"/>
                    </a:ext>
                  </a:extLst>
                </a:gridCol>
                <a:gridCol w="5449094">
                  <a:extLst>
                    <a:ext uri="{9D8B030D-6E8A-4147-A177-3AD203B41FA5}">
                      <a16:colId xmlns:a16="http://schemas.microsoft.com/office/drawing/2014/main" val="20001"/>
                    </a:ext>
                  </a:extLst>
                </a:gridCol>
              </a:tblGrid>
              <a:tr h="370840">
                <a:tc>
                  <a:txBody>
                    <a:bodyPr/>
                    <a:lstStyle/>
                    <a:p>
                      <a:r>
                        <a:rPr lang="en-IN"/>
                        <a:t>operator</a:t>
                      </a:r>
                    </a:p>
                  </a:txBody>
                  <a:tcPr/>
                </a:tc>
                <a:tc>
                  <a:txBody>
                    <a:bodyPr/>
                    <a:lstStyle/>
                    <a:p>
                      <a:r>
                        <a:rPr lang="en-IN"/>
                        <a:t>Functions</a:t>
                      </a:r>
                    </a:p>
                  </a:txBody>
                  <a:tcPr/>
                </a:tc>
                <a:extLst>
                  <a:ext uri="{0D108BD9-81ED-4DB2-BD59-A6C34878D82A}">
                    <a16:rowId xmlns:a16="http://schemas.microsoft.com/office/drawing/2014/main" val="10000"/>
                  </a:ext>
                </a:extLst>
              </a:tr>
              <a:tr h="370840">
                <a:tc>
                  <a:txBody>
                    <a:bodyPr/>
                    <a:lstStyle/>
                    <a:p>
                      <a:r>
                        <a:rPr lang="en-IN"/>
                        <a:t>&gt;</a:t>
                      </a:r>
                    </a:p>
                  </a:txBody>
                  <a:tcPr/>
                </a:tc>
                <a:tc>
                  <a:txBody>
                    <a:bodyPr/>
                    <a:lstStyle/>
                    <a:p>
                      <a:r>
                        <a:rPr lang="en-IN"/>
                        <a:t>__</a:t>
                      </a:r>
                      <a:r>
                        <a:rPr lang="en-IN" err="1"/>
                        <a:t>gt</a:t>
                      </a:r>
                      <a:r>
                        <a:rPr lang="en-IN"/>
                        <a:t>__</a:t>
                      </a:r>
                    </a:p>
                  </a:txBody>
                  <a:tcPr/>
                </a:tc>
                <a:extLst>
                  <a:ext uri="{0D108BD9-81ED-4DB2-BD59-A6C34878D82A}">
                    <a16:rowId xmlns:a16="http://schemas.microsoft.com/office/drawing/2014/main" val="10001"/>
                  </a:ext>
                </a:extLst>
              </a:tr>
              <a:tr h="370840">
                <a:tc>
                  <a:txBody>
                    <a:bodyPr/>
                    <a:lstStyle/>
                    <a:p>
                      <a:r>
                        <a:rPr lang="en-IN"/>
                        <a:t>&lt;</a:t>
                      </a:r>
                    </a:p>
                  </a:txBody>
                  <a:tcPr/>
                </a:tc>
                <a:tc>
                  <a:txBody>
                    <a:bodyPr/>
                    <a:lstStyle/>
                    <a:p>
                      <a:r>
                        <a:rPr lang="en-IN"/>
                        <a:t>__</a:t>
                      </a:r>
                      <a:r>
                        <a:rPr lang="en-IN" err="1"/>
                        <a:t>lt</a:t>
                      </a:r>
                      <a:r>
                        <a:rPr lang="en-IN"/>
                        <a:t>__</a:t>
                      </a:r>
                    </a:p>
                  </a:txBody>
                  <a:tcPr/>
                </a:tc>
                <a:extLst>
                  <a:ext uri="{0D108BD9-81ED-4DB2-BD59-A6C34878D82A}">
                    <a16:rowId xmlns:a16="http://schemas.microsoft.com/office/drawing/2014/main" val="10002"/>
                  </a:ext>
                </a:extLst>
              </a:tr>
              <a:tr h="370840">
                <a:tc>
                  <a:txBody>
                    <a:bodyPr/>
                    <a:lstStyle/>
                    <a:p>
                      <a:r>
                        <a:rPr lang="en-IN"/>
                        <a:t>&gt;=</a:t>
                      </a:r>
                    </a:p>
                  </a:txBody>
                  <a:tcPr/>
                </a:tc>
                <a:tc>
                  <a:txBody>
                    <a:bodyPr/>
                    <a:lstStyle/>
                    <a:p>
                      <a:r>
                        <a:rPr lang="en-IN"/>
                        <a:t>__</a:t>
                      </a:r>
                      <a:r>
                        <a:rPr lang="en-IN" err="1"/>
                        <a:t>ge</a:t>
                      </a:r>
                      <a:r>
                        <a:rPr lang="en-IN"/>
                        <a:t>__</a:t>
                      </a:r>
                    </a:p>
                  </a:txBody>
                  <a:tcPr/>
                </a:tc>
                <a:extLst>
                  <a:ext uri="{0D108BD9-81ED-4DB2-BD59-A6C34878D82A}">
                    <a16:rowId xmlns:a16="http://schemas.microsoft.com/office/drawing/2014/main" val="10003"/>
                  </a:ext>
                </a:extLst>
              </a:tr>
              <a:tr h="370840">
                <a:tc>
                  <a:txBody>
                    <a:bodyPr/>
                    <a:lstStyle/>
                    <a:p>
                      <a:r>
                        <a:rPr lang="en-IN"/>
                        <a:t>&lt;=</a:t>
                      </a:r>
                    </a:p>
                  </a:txBody>
                  <a:tcPr/>
                </a:tc>
                <a:tc>
                  <a:txBody>
                    <a:bodyPr/>
                    <a:lstStyle/>
                    <a:p>
                      <a:r>
                        <a:rPr lang="en-IN"/>
                        <a:t>__le__</a:t>
                      </a:r>
                    </a:p>
                  </a:txBody>
                  <a:tcPr/>
                </a:tc>
                <a:extLst>
                  <a:ext uri="{0D108BD9-81ED-4DB2-BD59-A6C34878D82A}">
                    <a16:rowId xmlns:a16="http://schemas.microsoft.com/office/drawing/2014/main" val="10004"/>
                  </a:ext>
                </a:extLst>
              </a:tr>
              <a:tr h="370840">
                <a:tc>
                  <a:txBody>
                    <a:bodyPr/>
                    <a:lstStyle/>
                    <a:p>
                      <a:r>
                        <a:rPr lang="en-IN"/>
                        <a:t>==</a:t>
                      </a:r>
                    </a:p>
                  </a:txBody>
                  <a:tcPr/>
                </a:tc>
                <a:tc>
                  <a:txBody>
                    <a:bodyPr/>
                    <a:lstStyle/>
                    <a:p>
                      <a:r>
                        <a:rPr lang="en-IN"/>
                        <a:t>__</a:t>
                      </a:r>
                      <a:r>
                        <a:rPr lang="en-IN" err="1"/>
                        <a:t>eq</a:t>
                      </a:r>
                      <a:r>
                        <a:rPr lang="en-IN"/>
                        <a:t>__</a:t>
                      </a:r>
                    </a:p>
                  </a:txBody>
                  <a:tcPr/>
                </a:tc>
                <a:extLst>
                  <a:ext uri="{0D108BD9-81ED-4DB2-BD59-A6C34878D82A}">
                    <a16:rowId xmlns:a16="http://schemas.microsoft.com/office/drawing/2014/main" val="10005"/>
                  </a:ext>
                </a:extLst>
              </a:tr>
              <a:tr h="370840">
                <a:tc>
                  <a:txBody>
                    <a:bodyPr/>
                    <a:lstStyle/>
                    <a:p>
                      <a:r>
                        <a:rPr lang="en-IN"/>
                        <a:t>!=</a:t>
                      </a:r>
                    </a:p>
                  </a:txBody>
                  <a:tcPr/>
                </a:tc>
                <a:tc>
                  <a:txBody>
                    <a:bodyPr/>
                    <a:lstStyle/>
                    <a:p>
                      <a:r>
                        <a:rPr lang="en-IN"/>
                        <a:t>__ne__</a:t>
                      </a:r>
                    </a:p>
                  </a:txBody>
                  <a:tcPr/>
                </a:tc>
                <a:extLst>
                  <a:ext uri="{0D108BD9-81ED-4DB2-BD59-A6C34878D82A}">
                    <a16:rowId xmlns:a16="http://schemas.microsoft.com/office/drawing/2014/main" val="10006"/>
                  </a:ext>
                </a:extLst>
              </a:tr>
              <a:tr h="370840">
                <a:tc gridSpan="2">
                  <a:txBody>
                    <a:bodyPr/>
                    <a:lstStyle/>
                    <a:p>
                      <a:pPr algn="ctr"/>
                      <a:r>
                        <a:rPr lang="en-IN" sz="2800" b="1">
                          <a:latin typeface="Times New Roman" pitchFamily="18" charset="0"/>
                          <a:cs typeface="Times New Roman" pitchFamily="18" charset="0"/>
                        </a:rPr>
                        <a:t>Bitwise Operator and their corresponding functions</a:t>
                      </a:r>
                      <a:endParaRPr lang="en-IN" sz="2800"/>
                    </a:p>
                  </a:txBody>
                  <a:tcPr/>
                </a:tc>
                <a:tc hMerge="1">
                  <a:txBody>
                    <a:bodyPr/>
                    <a:lstStyle/>
                    <a:p>
                      <a:endParaRPr lang="en-IN"/>
                    </a:p>
                  </a:txBody>
                  <a:tcPr/>
                </a:tc>
                <a:extLst>
                  <a:ext uri="{0D108BD9-81ED-4DB2-BD59-A6C34878D82A}">
                    <a16:rowId xmlns:a16="http://schemas.microsoft.com/office/drawing/2014/main" val="10007"/>
                  </a:ext>
                </a:extLst>
              </a:tr>
              <a:tr h="370840">
                <a:tc>
                  <a:txBody>
                    <a:bodyPr/>
                    <a:lstStyle/>
                    <a:p>
                      <a:r>
                        <a:rPr lang="en-IN"/>
                        <a:t>&gt;&gt;</a:t>
                      </a:r>
                    </a:p>
                  </a:txBody>
                  <a:tcPr/>
                </a:tc>
                <a:tc>
                  <a:txBody>
                    <a:bodyPr/>
                    <a:lstStyle/>
                    <a:p>
                      <a:r>
                        <a:rPr lang="en-IN"/>
                        <a:t>__</a:t>
                      </a:r>
                      <a:r>
                        <a:rPr lang="en-IN" err="1"/>
                        <a:t>rshift</a:t>
                      </a:r>
                      <a:r>
                        <a:rPr lang="en-IN"/>
                        <a:t>__</a:t>
                      </a:r>
                    </a:p>
                  </a:txBody>
                  <a:tcPr/>
                </a:tc>
                <a:extLst>
                  <a:ext uri="{0D108BD9-81ED-4DB2-BD59-A6C34878D82A}">
                    <a16:rowId xmlns:a16="http://schemas.microsoft.com/office/drawing/2014/main" val="10008"/>
                  </a:ext>
                </a:extLst>
              </a:tr>
              <a:tr h="370840">
                <a:tc>
                  <a:txBody>
                    <a:bodyPr/>
                    <a:lstStyle/>
                    <a:p>
                      <a:r>
                        <a:rPr lang="en-IN"/>
                        <a:t>&lt;&lt;</a:t>
                      </a:r>
                    </a:p>
                  </a:txBody>
                  <a:tcPr/>
                </a:tc>
                <a:tc>
                  <a:txBody>
                    <a:bodyPr/>
                    <a:lstStyle/>
                    <a:p>
                      <a:r>
                        <a:rPr lang="en-IN"/>
                        <a:t>__</a:t>
                      </a:r>
                      <a:r>
                        <a:rPr lang="en-IN" err="1"/>
                        <a:t>lshift</a:t>
                      </a:r>
                      <a:r>
                        <a:rPr lang="en-IN"/>
                        <a:t>__</a:t>
                      </a:r>
                    </a:p>
                  </a:txBody>
                  <a:tcPr/>
                </a:tc>
                <a:extLst>
                  <a:ext uri="{0D108BD9-81ED-4DB2-BD59-A6C34878D82A}">
                    <a16:rowId xmlns:a16="http://schemas.microsoft.com/office/drawing/2014/main" val="10009"/>
                  </a:ext>
                </a:extLst>
              </a:tr>
              <a:tr h="370840">
                <a:tc>
                  <a:txBody>
                    <a:bodyPr/>
                    <a:lstStyle/>
                    <a:p>
                      <a:r>
                        <a:rPr lang="en-IN"/>
                        <a:t>&amp;</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a:t>__and__</a:t>
                      </a:r>
                    </a:p>
                  </a:txBody>
                  <a:tcPr/>
                </a:tc>
                <a:extLst>
                  <a:ext uri="{0D108BD9-81ED-4DB2-BD59-A6C34878D82A}">
                    <a16:rowId xmlns:a16="http://schemas.microsoft.com/office/drawing/2014/main" val="10010"/>
                  </a:ext>
                </a:extLst>
              </a:tr>
              <a:tr h="370840">
                <a:tc>
                  <a:txBody>
                    <a:bodyPr/>
                    <a:lstStyle/>
                    <a:p>
                      <a:r>
                        <a:rPr lang="en-IN"/>
                        <a:t>|</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a:t>__or__</a:t>
                      </a:r>
                    </a:p>
                  </a:txBody>
                  <a:tcPr/>
                </a:tc>
                <a:extLst>
                  <a:ext uri="{0D108BD9-81ED-4DB2-BD59-A6C34878D82A}">
                    <a16:rowId xmlns:a16="http://schemas.microsoft.com/office/drawing/2014/main" val="10011"/>
                  </a:ext>
                </a:extLst>
              </a:tr>
              <a:tr h="370840">
                <a:tc>
                  <a:txBody>
                    <a:bodyPr/>
                    <a:lstStyle/>
                    <a:p>
                      <a:r>
                        <a:rPr lang="en-IN"/>
                        <a:t>^</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a:t>__</a:t>
                      </a:r>
                      <a:r>
                        <a:rPr lang="en-IN" err="1"/>
                        <a:t>xor</a:t>
                      </a:r>
                      <a:r>
                        <a:rPr lang="en-IN"/>
                        <a:t>__</a:t>
                      </a:r>
                    </a:p>
                  </a:txBody>
                  <a:tcPr/>
                </a:tc>
                <a:extLst>
                  <a:ext uri="{0D108BD9-81ED-4DB2-BD59-A6C34878D82A}">
                    <a16:rowId xmlns:a16="http://schemas.microsoft.com/office/drawing/2014/main" val="10012"/>
                  </a:ext>
                </a:extLst>
              </a:tr>
              <a:tr h="370840">
                <a:tc>
                  <a:txBody>
                    <a:bodyPr/>
                    <a:lstStyle/>
                    <a:p>
                      <a:r>
                        <a:rPr lang="en-IN"/>
                        <a:t>~</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a:t>__invert__</a:t>
                      </a:r>
                    </a:p>
                  </a:txBody>
                  <a:tcPr/>
                </a:tc>
                <a:extLst>
                  <a:ext uri="{0D108BD9-81ED-4DB2-BD59-A6C34878D82A}">
                    <a16:rowId xmlns:a16="http://schemas.microsoft.com/office/drawing/2014/main" val="10013"/>
                  </a:ext>
                </a:extLst>
              </a:tr>
            </a:tbl>
          </a:graphicData>
        </a:graphic>
      </p:graphicFrame>
      <p:sp>
        <p:nvSpPr>
          <p:cNvPr id="4" name="Date Placeholder 3">
            <a:extLst>
              <a:ext uri="{FF2B5EF4-FFF2-40B4-BE49-F238E27FC236}">
                <a16:creationId xmlns:a16="http://schemas.microsoft.com/office/drawing/2014/main" id="{24B188D3-48DF-4EBB-8882-F9B00E9B7673}"/>
              </a:ext>
            </a:extLst>
          </p:cNvPr>
          <p:cNvSpPr>
            <a:spLocks noGrp="1"/>
          </p:cNvSpPr>
          <p:nvPr>
            <p:ph type="dt" sz="quarter" idx="10"/>
          </p:nvPr>
        </p:nvSpPr>
        <p:spPr/>
        <p:txBody>
          <a:bodyPr/>
          <a:lstStyle/>
          <a:p>
            <a:pPr>
              <a:defRPr/>
            </a:pPr>
            <a:fld id="{D9975020-F9C2-4C85-8DD9-F71F7406E327}" type="datetime1">
              <a:rPr lang="en-US" smtClean="0"/>
              <a:pPr>
                <a:defRPr/>
              </a:pPr>
              <a:t>5/17/2022</a:t>
            </a:fld>
            <a:endParaRPr lang="en-US"/>
          </a:p>
        </p:txBody>
      </p:sp>
      <p:sp>
        <p:nvSpPr>
          <p:cNvPr id="5" name="Footer Placeholder 4">
            <a:extLst>
              <a:ext uri="{FF2B5EF4-FFF2-40B4-BE49-F238E27FC236}">
                <a16:creationId xmlns:a16="http://schemas.microsoft.com/office/drawing/2014/main" id="{2722E4F8-7D8C-4EB9-999A-5D1602441785}"/>
              </a:ext>
            </a:extLst>
          </p:cNvPr>
          <p:cNvSpPr>
            <a:spLocks noGrp="1"/>
          </p:cNvSpPr>
          <p:nvPr>
            <p:ph type="ftr" sz="quarter" idx="11"/>
          </p:nvPr>
        </p:nvSpPr>
        <p:spPr>
          <a:xfrm>
            <a:off x="4038600" y="6356350"/>
            <a:ext cx="5029200" cy="365125"/>
          </a:xfrm>
        </p:spPr>
        <p:txBody>
          <a:bodyPr/>
          <a:lstStyle/>
          <a:p>
            <a:pPr>
              <a:defRPr/>
            </a:pPr>
            <a:r>
              <a:rPr lang="en-US"/>
              <a:t>(Programming in Advanced Python)                                 Unit No:2</a:t>
            </a:r>
          </a:p>
        </p:txBody>
      </p:sp>
      <p:sp>
        <p:nvSpPr>
          <p:cNvPr id="91141" name="Slide Number Placeholder 5">
            <a:extLst>
              <a:ext uri="{FF2B5EF4-FFF2-40B4-BE49-F238E27FC236}">
                <a16:creationId xmlns:a16="http://schemas.microsoft.com/office/drawing/2014/main" id="{35CEE162-3A95-4BC4-B1FD-D6B24830A954}"/>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C4BFA46B-896D-4B22-8D1C-1CC418F0E0A2}" type="slidenum">
              <a:rPr lang="en-US" altLang="en-US" sz="1200">
                <a:solidFill>
                  <a:srgbClr val="898989"/>
                </a:solidFill>
              </a:rPr>
              <a:pPr>
                <a:spcBef>
                  <a:spcPct val="0"/>
                </a:spcBef>
                <a:buFontTx/>
                <a:buNone/>
              </a:pPr>
              <a:t>95</a:t>
            </a:fld>
            <a:endParaRPr lang="en-US" altLang="en-US" sz="1200">
              <a:solidFill>
                <a:srgbClr val="898989"/>
              </a:solidFill>
            </a:endParaRPr>
          </a:p>
        </p:txBody>
      </p:sp>
      <p:sp>
        <p:nvSpPr>
          <p:cNvPr id="7" name="Title 1">
            <a:extLst>
              <a:ext uri="{FF2B5EF4-FFF2-40B4-BE49-F238E27FC236}">
                <a16:creationId xmlns:a16="http://schemas.microsoft.com/office/drawing/2014/main" id="{2BD8A941-8FA7-46F0-BF8E-2ACD7E54BFA3}"/>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a:lnSpc>
                <a:spcPct val="110000"/>
              </a:lnSpc>
              <a:defRPr/>
            </a:pPr>
            <a:r>
              <a:rPr lang="en-IN" sz="2800" b="1">
                <a:latin typeface="Times New Roman" pitchFamily="18" charset="0"/>
                <a:cs typeface="Times New Roman" pitchFamily="18" charset="0"/>
              </a:rPr>
              <a:t>Arithmetic Operator and their corresponding functions</a:t>
            </a:r>
            <a:r>
              <a:rPr lang="en-US" sz="2800" b="1">
                <a:latin typeface="Times New Roman" pitchFamily="18" charset="0"/>
                <a:cs typeface="Times New Roman" pitchFamily="18" charset="0"/>
              </a:rPr>
              <a:t>(CO2)</a:t>
            </a:r>
            <a:r>
              <a:rPr lang="en-IN" sz="2800" b="1">
                <a:latin typeface="Times New Roman" pitchFamily="18" charset="0"/>
                <a:cs typeface="Times New Roman" pitchFamily="18" charset="0"/>
              </a:rPr>
              <a:t> </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5B9867-AEBC-46A0-89D0-7DDD9FB54EC4}"/>
              </a:ext>
            </a:extLst>
          </p:cNvPr>
          <p:cNvSpPr>
            <a:spLocks noGrp="1"/>
          </p:cNvSpPr>
          <p:nvPr>
            <p:ph type="ctrTitle"/>
          </p:nvPr>
        </p:nvSpPr>
        <p:spPr>
          <a:xfrm>
            <a:off x="1600200" y="0"/>
            <a:ext cx="10591800" cy="877888"/>
          </a:xfrm>
        </p:spPr>
        <p:style>
          <a:lnRef idx="1">
            <a:schemeClr val="accent5"/>
          </a:lnRef>
          <a:fillRef idx="2">
            <a:schemeClr val="accent5"/>
          </a:fillRef>
          <a:effectRef idx="1">
            <a:schemeClr val="accent5"/>
          </a:effectRef>
          <a:fontRef idx="minor">
            <a:schemeClr val="dk1"/>
          </a:fontRef>
        </p:style>
        <p:txBody>
          <a:bodyPr rtlCol="0">
            <a:noAutofit/>
          </a:bodyPr>
          <a:lstStyle/>
          <a:p>
            <a:pPr eaLnBrk="1" fontAlgn="auto" hangingPunct="1">
              <a:spcAft>
                <a:spcPts val="0"/>
              </a:spcAft>
              <a:defRPr/>
            </a:pPr>
            <a:endParaRPr lang="en-US" sz="3200" b="1">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0606A823-DE0E-4E54-B8CA-D820E2DC0470}"/>
              </a:ext>
            </a:extLst>
          </p:cNvPr>
          <p:cNvSpPr>
            <a:spLocks noGrp="1"/>
          </p:cNvSpPr>
          <p:nvPr>
            <p:ph type="subTitle" idx="1"/>
          </p:nvPr>
        </p:nvSpPr>
        <p:spPr>
          <a:xfrm>
            <a:off x="3043687" y="2660740"/>
            <a:ext cx="6400800" cy="1544637"/>
          </a:xfrm>
        </p:spPr>
        <p:style>
          <a:lnRef idx="2">
            <a:schemeClr val="accent5"/>
          </a:lnRef>
          <a:fillRef idx="1">
            <a:schemeClr val="lt1"/>
          </a:fillRef>
          <a:effectRef idx="0">
            <a:schemeClr val="accent5"/>
          </a:effectRef>
          <a:fontRef idx="minor">
            <a:schemeClr val="dk1"/>
          </a:fontRef>
        </p:style>
        <p:txBody>
          <a:bodyPr rtlCol="0">
            <a:normAutofit/>
          </a:bodyPr>
          <a:lstStyle/>
          <a:p>
            <a:pPr eaLnBrk="1" fontAlgn="auto" hangingPunct="1">
              <a:spcAft>
                <a:spcPts val="0"/>
              </a:spcAft>
              <a:defRPr/>
            </a:pPr>
            <a:endParaRPr lang="en-US" sz="2400" b="1">
              <a:solidFill>
                <a:schemeClr val="tx1"/>
              </a:solidFill>
            </a:endParaRPr>
          </a:p>
          <a:p>
            <a:pPr eaLnBrk="1" fontAlgn="auto" hangingPunct="1">
              <a:spcAft>
                <a:spcPts val="0"/>
              </a:spcAft>
              <a:defRPr/>
            </a:pPr>
            <a:r>
              <a:rPr lang="en-US" sz="2800" b="1">
                <a:solidFill>
                  <a:schemeClr val="tx1"/>
                </a:solidFill>
                <a:latin typeface="Times New Roman"/>
                <a:cs typeface="Times New Roman"/>
              </a:rPr>
              <a:t>Class, methods and polymorphism</a:t>
            </a:r>
            <a:endParaRPr lang="en-US" sz="2800" b="1">
              <a:solidFill>
                <a:schemeClr val="tx1"/>
              </a:solidFill>
              <a:latin typeface="Times New Roman" panose="02020603050405020304" pitchFamily="18" charset="0"/>
              <a:cs typeface="Times New Roman" panose="02020603050405020304" pitchFamily="18" charset="0"/>
            </a:endParaRPr>
          </a:p>
        </p:txBody>
      </p:sp>
      <p:pic>
        <p:nvPicPr>
          <p:cNvPr id="54278" name="Picture 3" descr="C:\Users\Manks\Downloads\128_calendar-schedule-credit-mortgage-date-512.png">
            <a:extLst>
              <a:ext uri="{FF2B5EF4-FFF2-40B4-BE49-F238E27FC236}">
                <a16:creationId xmlns:a16="http://schemas.microsoft.com/office/drawing/2014/main" id="{F02FD17E-C2A7-4B37-A34E-52BC63E48B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5943600"/>
            <a:ext cx="5334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Date Placeholder 8">
            <a:extLst>
              <a:ext uri="{FF2B5EF4-FFF2-40B4-BE49-F238E27FC236}">
                <a16:creationId xmlns:a16="http://schemas.microsoft.com/office/drawing/2014/main" id="{98C91691-F6F8-4663-AF64-66DED2CAF3CF}"/>
              </a:ext>
            </a:extLst>
          </p:cNvPr>
          <p:cNvSpPr>
            <a:spLocks noGrp="1"/>
          </p:cNvSpPr>
          <p:nvPr>
            <p:ph type="dt" sz="quarter" idx="10"/>
          </p:nvPr>
        </p:nvSpPr>
        <p:spPr>
          <a:xfrm>
            <a:off x="1905000" y="6492875"/>
            <a:ext cx="2133600" cy="365125"/>
          </a:xfrm>
        </p:spPr>
        <p:txBody>
          <a:bodyPr/>
          <a:lstStyle/>
          <a:p>
            <a:pPr>
              <a:defRPr/>
            </a:pPr>
            <a:fld id="{740E99E6-B185-42B0-B7DA-6C363BFAAAA3}" type="datetime1">
              <a:rPr lang="en-US" smtClean="0"/>
              <a:pPr>
                <a:defRPr/>
              </a:pPr>
              <a:t>5/17/2022</a:t>
            </a:fld>
            <a:endParaRPr lang="en-US"/>
          </a:p>
        </p:txBody>
      </p:sp>
      <p:sp>
        <p:nvSpPr>
          <p:cNvPr id="54280" name="Slide Number Placeholder 9">
            <a:extLst>
              <a:ext uri="{FF2B5EF4-FFF2-40B4-BE49-F238E27FC236}">
                <a16:creationId xmlns:a16="http://schemas.microsoft.com/office/drawing/2014/main" id="{E320CF3F-CB34-4104-8051-5FB52B4E8B3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4A50DD1B-31D6-46F9-A781-96759E9B2A18}" type="slidenum">
              <a:rPr lang="en-US" altLang="en-US" sz="1200">
                <a:solidFill>
                  <a:srgbClr val="898989"/>
                </a:solidFill>
              </a:rPr>
              <a:pPr>
                <a:spcBef>
                  <a:spcPct val="0"/>
                </a:spcBef>
                <a:buFontTx/>
                <a:buNone/>
              </a:pPr>
              <a:t>96</a:t>
            </a:fld>
            <a:endParaRPr lang="en-US" altLang="en-US" sz="1200">
              <a:solidFill>
                <a:srgbClr val="898989"/>
              </a:solidFill>
            </a:endParaRPr>
          </a:p>
        </p:txBody>
      </p:sp>
      <p:sp>
        <p:nvSpPr>
          <p:cNvPr id="13" name="Footer Placeholder 12">
            <a:extLst>
              <a:ext uri="{FF2B5EF4-FFF2-40B4-BE49-F238E27FC236}">
                <a16:creationId xmlns:a16="http://schemas.microsoft.com/office/drawing/2014/main" id="{F6453AF1-B5A7-480B-A9C1-EBA1004623AB}"/>
              </a:ext>
            </a:extLst>
          </p:cNvPr>
          <p:cNvSpPr>
            <a:spLocks noGrp="1"/>
          </p:cNvSpPr>
          <p:nvPr>
            <p:ph type="ftr" sz="quarter" idx="11"/>
          </p:nvPr>
        </p:nvSpPr>
        <p:spPr>
          <a:xfrm>
            <a:off x="2971800" y="6248400"/>
            <a:ext cx="7010400" cy="365125"/>
          </a:xfrm>
        </p:spPr>
        <p:txBody>
          <a:bodyPr/>
          <a:lstStyle/>
          <a:p>
            <a:pPr>
              <a:defRPr/>
            </a:pPr>
            <a:r>
              <a:rPr lang="en-US"/>
              <a:t>(Programming in Advanced Python)                                 Unit No:2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Content Placeholder 2">
            <a:extLst>
              <a:ext uri="{FF2B5EF4-FFF2-40B4-BE49-F238E27FC236}">
                <a16:creationId xmlns:a16="http://schemas.microsoft.com/office/drawing/2014/main" id="{D7C3BA38-78DA-4008-A675-C74132CEB271}"/>
              </a:ext>
            </a:extLst>
          </p:cNvPr>
          <p:cNvSpPr>
            <a:spLocks noGrp="1"/>
          </p:cNvSpPr>
          <p:nvPr>
            <p:ph idx="1"/>
          </p:nvPr>
        </p:nvSpPr>
        <p:spPr>
          <a:xfrm>
            <a:off x="1524000" y="1143000"/>
            <a:ext cx="10515600" cy="5181600"/>
          </a:xfrm>
        </p:spPr>
        <p:txBody>
          <a:bodyPr/>
          <a:lstStyle/>
          <a:p>
            <a:pPr>
              <a:defRPr/>
            </a:pPr>
            <a:r>
              <a:rPr lang="en-IN" altLang="en-US" sz="2800">
                <a:latin typeface="Times New Roman" panose="02020603050405020304" pitchFamily="18" charset="0"/>
                <a:cs typeface="Times New Roman" panose="02020603050405020304" pitchFamily="18" charset="0"/>
              </a:rPr>
              <a:t>Class Method</a:t>
            </a:r>
          </a:p>
          <a:p>
            <a:pPr>
              <a:defRPr/>
            </a:pPr>
            <a:r>
              <a:rPr lang="en-IN" altLang="en-US" sz="2800">
                <a:latin typeface="Times New Roman" panose="02020603050405020304" pitchFamily="18" charset="0"/>
                <a:cs typeface="Times New Roman" panose="02020603050405020304" pitchFamily="18" charset="0"/>
              </a:rPr>
              <a:t>Concrete method</a:t>
            </a:r>
          </a:p>
          <a:p>
            <a:pPr>
              <a:defRPr/>
            </a:pPr>
            <a:r>
              <a:rPr lang="en-IN" altLang="en-US" sz="2800">
                <a:latin typeface="Times New Roman" panose="02020603050405020304" pitchFamily="18" charset="0"/>
                <a:cs typeface="Times New Roman" panose="02020603050405020304" pitchFamily="18" charset="0"/>
              </a:rPr>
              <a:t>Abstract Class</a:t>
            </a:r>
          </a:p>
          <a:p>
            <a:pPr>
              <a:defRPr/>
            </a:pPr>
            <a:r>
              <a:rPr lang="en-IN" altLang="en-US" sz="2800">
                <a:latin typeface="Times New Roman" panose="02020603050405020304" pitchFamily="18" charset="0"/>
                <a:cs typeface="Times New Roman" panose="02020603050405020304" pitchFamily="18" charset="0"/>
              </a:rPr>
              <a:t>Instance Method</a:t>
            </a:r>
          </a:p>
          <a:p>
            <a:pPr>
              <a:defRPr/>
            </a:pPr>
            <a:r>
              <a:rPr lang="en-IN" altLang="en-US" sz="2800">
                <a:latin typeface="Times New Roman" panose="02020603050405020304" pitchFamily="18" charset="0"/>
                <a:cs typeface="Times New Roman" panose="02020603050405020304" pitchFamily="18" charset="0"/>
              </a:rPr>
              <a:t>MRO &amp; Super()</a:t>
            </a:r>
          </a:p>
          <a:p>
            <a:pPr>
              <a:defRPr/>
            </a:pPr>
            <a:r>
              <a:rPr lang="en-IN" altLang="en-US" sz="2800">
                <a:latin typeface="Times New Roman" panose="02020603050405020304" pitchFamily="18" charset="0"/>
                <a:cs typeface="Times New Roman" panose="02020603050405020304" pitchFamily="18" charset="0"/>
              </a:rPr>
              <a:t>Polymorphism</a:t>
            </a:r>
          </a:p>
          <a:p>
            <a:pPr>
              <a:defRPr/>
            </a:pPr>
            <a:r>
              <a:rPr lang="en-IN" altLang="en-US" sz="2800">
                <a:latin typeface="Times New Roman" panose="02020603050405020304" pitchFamily="18" charset="0"/>
                <a:cs typeface="Times New Roman" panose="02020603050405020304" pitchFamily="18" charset="0"/>
              </a:rPr>
              <a:t>Method Overriding</a:t>
            </a:r>
          </a:p>
          <a:p>
            <a:pPr marL="0" indent="0">
              <a:buFont typeface="Arial" panose="020B0604020202020204" pitchFamily="34" charset="0"/>
              <a:buNone/>
              <a:defRPr/>
            </a:pPr>
            <a:endParaRPr lang="en-IN" altLang="en-US" sz="2800">
              <a:latin typeface="Times New Roman" panose="02020603050405020304" pitchFamily="18" charset="0"/>
              <a:cs typeface="Times New Roman" panose="02020603050405020304" pitchFamily="18" charset="0"/>
            </a:endParaRPr>
          </a:p>
        </p:txBody>
      </p:sp>
      <p:sp>
        <p:nvSpPr>
          <p:cNvPr id="6" name="Date Placeholder 5">
            <a:extLst>
              <a:ext uri="{FF2B5EF4-FFF2-40B4-BE49-F238E27FC236}">
                <a16:creationId xmlns:a16="http://schemas.microsoft.com/office/drawing/2014/main" id="{AA02541F-3C98-4D41-BA75-CE58F35D5EDF}"/>
              </a:ext>
            </a:extLst>
          </p:cNvPr>
          <p:cNvSpPr>
            <a:spLocks noGrp="1"/>
          </p:cNvSpPr>
          <p:nvPr>
            <p:ph type="dt" sz="quarter" idx="10"/>
          </p:nvPr>
        </p:nvSpPr>
        <p:spPr/>
        <p:txBody>
          <a:bodyPr/>
          <a:lstStyle/>
          <a:p>
            <a:pPr>
              <a:defRPr/>
            </a:pPr>
            <a:fld id="{FC9BFB27-9C63-46AB-BEA2-7EF8EE353BBE}" type="datetime1">
              <a:rPr lang="en-US" smtClean="0"/>
              <a:pPr>
                <a:defRPr/>
              </a:pPr>
              <a:t>5/17/2022</a:t>
            </a:fld>
            <a:endParaRPr lang="en-US"/>
          </a:p>
        </p:txBody>
      </p:sp>
      <p:sp>
        <p:nvSpPr>
          <p:cNvPr id="56324" name="Slide Number Placeholder 6">
            <a:extLst>
              <a:ext uri="{FF2B5EF4-FFF2-40B4-BE49-F238E27FC236}">
                <a16:creationId xmlns:a16="http://schemas.microsoft.com/office/drawing/2014/main" id="{3014DDAA-027D-4452-BFA1-C7D55E3D9443}"/>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9745906A-4E4C-4017-96B4-CED771848D44}" type="slidenum">
              <a:rPr lang="en-US" altLang="en-US" sz="1200">
                <a:solidFill>
                  <a:srgbClr val="898989"/>
                </a:solidFill>
              </a:rPr>
              <a:pPr>
                <a:spcBef>
                  <a:spcPct val="0"/>
                </a:spcBef>
                <a:buFontTx/>
                <a:buNone/>
              </a:pPr>
              <a:t>97</a:t>
            </a:fld>
            <a:endParaRPr lang="en-US" altLang="en-US" sz="1200">
              <a:solidFill>
                <a:srgbClr val="898989"/>
              </a:solidFill>
            </a:endParaRPr>
          </a:p>
        </p:txBody>
      </p:sp>
      <p:sp>
        <p:nvSpPr>
          <p:cNvPr id="8" name="Title 1">
            <a:extLst>
              <a:ext uri="{FF2B5EF4-FFF2-40B4-BE49-F238E27FC236}">
                <a16:creationId xmlns:a16="http://schemas.microsoft.com/office/drawing/2014/main" id="{9690871D-65A7-46B3-B3B8-504D7E7C62D8}"/>
              </a:ext>
            </a:extLst>
          </p:cNvPr>
          <p:cNvSpPr txBox="1">
            <a:spLocks/>
          </p:cNvSpPr>
          <p:nvPr/>
        </p:nvSpPr>
        <p:spPr>
          <a:xfrm>
            <a:off x="1676400" y="0"/>
            <a:ext cx="105156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US" sz="3200" b="1">
                <a:latin typeface="Times New Roman" panose="02020603050405020304" pitchFamily="18" charset="0"/>
                <a:cs typeface="Times New Roman" panose="02020603050405020304" pitchFamily="18" charset="0"/>
              </a:rPr>
              <a:t>CONTENTS</a:t>
            </a:r>
          </a:p>
        </p:txBody>
      </p:sp>
      <p:sp>
        <p:nvSpPr>
          <p:cNvPr id="10" name="Footer Placeholder 9">
            <a:extLst>
              <a:ext uri="{FF2B5EF4-FFF2-40B4-BE49-F238E27FC236}">
                <a16:creationId xmlns:a16="http://schemas.microsoft.com/office/drawing/2014/main" id="{43F64160-9F80-4AA7-B568-B78FFFB809CB}"/>
              </a:ext>
            </a:extLst>
          </p:cNvPr>
          <p:cNvSpPr>
            <a:spLocks noGrp="1"/>
          </p:cNvSpPr>
          <p:nvPr>
            <p:ph type="ftr" sz="quarter" idx="11"/>
          </p:nvPr>
        </p:nvSpPr>
        <p:spPr>
          <a:xfrm>
            <a:off x="3124200" y="6356350"/>
            <a:ext cx="6705600" cy="365125"/>
          </a:xfrm>
        </p:spPr>
        <p:txBody>
          <a:bodyPr/>
          <a:lstStyle/>
          <a:p>
            <a:pPr>
              <a:defRPr/>
            </a:pPr>
            <a:r>
              <a:rPr lang="en-US"/>
              <a:t>(Programming in Advanced Python)                                 Unit No:2</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074">
                                            <p:txEl>
                                              <p:pRg st="0" end="0"/>
                                            </p:txEl>
                                          </p:spTgt>
                                        </p:tgtEl>
                                        <p:attrNameLst>
                                          <p:attrName>style.visibility</p:attrName>
                                        </p:attrNameLst>
                                      </p:cBhvr>
                                      <p:to>
                                        <p:strVal val="visible"/>
                                      </p:to>
                                    </p:set>
                                    <p:animEffect transition="in" filter="blinds(horizontal)">
                                      <p:cBhvr>
                                        <p:cTn id="7" dur="500"/>
                                        <p:tgtEl>
                                          <p:spTgt spid="307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074">
                                            <p:txEl>
                                              <p:pRg st="1" end="1"/>
                                            </p:txEl>
                                          </p:spTgt>
                                        </p:tgtEl>
                                        <p:attrNameLst>
                                          <p:attrName>style.visibility</p:attrName>
                                        </p:attrNameLst>
                                      </p:cBhvr>
                                      <p:to>
                                        <p:strVal val="visible"/>
                                      </p:to>
                                    </p:set>
                                    <p:animEffect transition="in" filter="blinds(horizontal)">
                                      <p:cBhvr>
                                        <p:cTn id="12" dur="500"/>
                                        <p:tgtEl>
                                          <p:spTgt spid="3074">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074">
                                            <p:txEl>
                                              <p:pRg st="2" end="2"/>
                                            </p:txEl>
                                          </p:spTgt>
                                        </p:tgtEl>
                                        <p:attrNameLst>
                                          <p:attrName>style.visibility</p:attrName>
                                        </p:attrNameLst>
                                      </p:cBhvr>
                                      <p:to>
                                        <p:strVal val="visible"/>
                                      </p:to>
                                    </p:set>
                                    <p:animEffect transition="in" filter="blinds(horizontal)">
                                      <p:cBhvr>
                                        <p:cTn id="17" dur="500"/>
                                        <p:tgtEl>
                                          <p:spTgt spid="3074">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074">
                                            <p:txEl>
                                              <p:pRg st="3" end="3"/>
                                            </p:txEl>
                                          </p:spTgt>
                                        </p:tgtEl>
                                        <p:attrNameLst>
                                          <p:attrName>style.visibility</p:attrName>
                                        </p:attrNameLst>
                                      </p:cBhvr>
                                      <p:to>
                                        <p:strVal val="visible"/>
                                      </p:to>
                                    </p:set>
                                    <p:animEffect transition="in" filter="blinds(horizontal)">
                                      <p:cBhvr>
                                        <p:cTn id="22" dur="500"/>
                                        <p:tgtEl>
                                          <p:spTgt spid="3074">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074">
                                            <p:txEl>
                                              <p:pRg st="4" end="4"/>
                                            </p:txEl>
                                          </p:spTgt>
                                        </p:tgtEl>
                                        <p:attrNameLst>
                                          <p:attrName>style.visibility</p:attrName>
                                        </p:attrNameLst>
                                      </p:cBhvr>
                                      <p:to>
                                        <p:strVal val="visible"/>
                                      </p:to>
                                    </p:set>
                                    <p:animEffect transition="in" filter="blinds(horizontal)">
                                      <p:cBhvr>
                                        <p:cTn id="27" dur="500"/>
                                        <p:tgtEl>
                                          <p:spTgt spid="3074">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074">
                                            <p:txEl>
                                              <p:pRg st="5" end="5"/>
                                            </p:txEl>
                                          </p:spTgt>
                                        </p:tgtEl>
                                        <p:attrNameLst>
                                          <p:attrName>style.visibility</p:attrName>
                                        </p:attrNameLst>
                                      </p:cBhvr>
                                      <p:to>
                                        <p:strVal val="visible"/>
                                      </p:to>
                                    </p:set>
                                    <p:animEffect transition="in" filter="blinds(horizontal)">
                                      <p:cBhvr>
                                        <p:cTn id="32" dur="500"/>
                                        <p:tgtEl>
                                          <p:spTgt spid="3074">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074">
                                            <p:txEl>
                                              <p:pRg st="6" end="6"/>
                                            </p:txEl>
                                          </p:spTgt>
                                        </p:tgtEl>
                                        <p:attrNameLst>
                                          <p:attrName>style.visibility</p:attrName>
                                        </p:attrNameLst>
                                      </p:cBhvr>
                                      <p:to>
                                        <p:strVal val="visible"/>
                                      </p:to>
                                    </p:set>
                                    <p:animEffect transition="in" filter="blinds(horizontal)">
                                      <p:cBhvr>
                                        <p:cTn id="37" dur="500"/>
                                        <p:tgtEl>
                                          <p:spTgt spid="307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4" grpId="0" build="p"/>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Content Placeholder 2">
            <a:extLst>
              <a:ext uri="{FF2B5EF4-FFF2-40B4-BE49-F238E27FC236}">
                <a16:creationId xmlns:a16="http://schemas.microsoft.com/office/drawing/2014/main" id="{533178FE-E165-4FE0-BC19-A057D3CF64A7}"/>
              </a:ext>
            </a:extLst>
          </p:cNvPr>
          <p:cNvSpPr>
            <a:spLocks noGrp="1"/>
          </p:cNvSpPr>
          <p:nvPr>
            <p:ph idx="1"/>
          </p:nvPr>
        </p:nvSpPr>
        <p:spPr>
          <a:xfrm>
            <a:off x="1676400" y="1143000"/>
            <a:ext cx="8610600" cy="1449209"/>
          </a:xfrm>
        </p:spPr>
        <p:txBody>
          <a:bodyPr/>
          <a:lstStyle/>
          <a:p>
            <a:pPr eaLnBrk="1" hangingPunct="1">
              <a:defRPr/>
            </a:pPr>
            <a:r>
              <a:rPr lang="en-US" altLang="en-US" sz="2800">
                <a:latin typeface="Times New Roman" panose="02020603050405020304" pitchFamily="18" charset="0"/>
                <a:cs typeface="Times New Roman" panose="02020603050405020304" pitchFamily="18" charset="0"/>
              </a:rPr>
              <a:t>Operators</a:t>
            </a:r>
          </a:p>
          <a:p>
            <a:pPr eaLnBrk="1" hangingPunct="1">
              <a:defRPr/>
            </a:pPr>
            <a:r>
              <a:rPr lang="en-US" altLang="en-US" sz="2800">
                <a:latin typeface="Times New Roman" panose="02020603050405020304" pitchFamily="18" charset="0"/>
                <a:cs typeface="Times New Roman" panose="02020603050405020304" pitchFamily="18" charset="0"/>
              </a:rPr>
              <a:t>Loop</a:t>
            </a:r>
          </a:p>
          <a:p>
            <a:pPr eaLnBrk="1" hangingPunct="1">
              <a:defRPr/>
            </a:pPr>
            <a:r>
              <a:rPr lang="en-US" altLang="en-US" sz="2800">
                <a:latin typeface="Times New Roman" panose="02020603050405020304" pitchFamily="18" charset="0"/>
                <a:cs typeface="Times New Roman" panose="02020603050405020304" pitchFamily="18" charset="0"/>
              </a:rPr>
              <a:t>Method</a:t>
            </a:r>
          </a:p>
          <a:p>
            <a:pPr marL="0" indent="0" eaLnBrk="1" hangingPunct="1">
              <a:buNone/>
              <a:defRPr/>
            </a:pPr>
            <a:endParaRPr lang="en-US" altLang="en-US" sz="2800">
              <a:latin typeface="Times New Roman" panose="02020603050405020304" pitchFamily="18" charset="0"/>
              <a:cs typeface="Times New Roman" panose="02020603050405020304" pitchFamily="18" charset="0"/>
            </a:endParaRPr>
          </a:p>
          <a:p>
            <a:pPr marL="0" indent="0" eaLnBrk="1" hangingPunct="1">
              <a:buFont typeface="Arial" panose="020B0604020202020204" pitchFamily="34" charset="0"/>
              <a:buNone/>
              <a:defRPr/>
            </a:pPr>
            <a:endParaRPr lang="en-US" altLang="en-US" sz="240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CD4EB2AA-6016-4D2D-A775-F69D7128B71C}"/>
              </a:ext>
            </a:extLst>
          </p:cNvPr>
          <p:cNvSpPr>
            <a:spLocks noGrp="1"/>
          </p:cNvSpPr>
          <p:nvPr>
            <p:ph type="dt" sz="quarter" idx="10"/>
          </p:nvPr>
        </p:nvSpPr>
        <p:spPr/>
        <p:txBody>
          <a:bodyPr/>
          <a:lstStyle/>
          <a:p>
            <a:pPr>
              <a:defRPr/>
            </a:pPr>
            <a:fld id="{B6CDFED9-2779-41BF-BC57-29A4B0C73BA9}" type="datetime1">
              <a:rPr lang="en-US" smtClean="0"/>
              <a:pPr>
                <a:defRPr/>
              </a:pPr>
              <a:t>5/17/2022</a:t>
            </a:fld>
            <a:endParaRPr lang="en-US"/>
          </a:p>
        </p:txBody>
      </p:sp>
      <p:sp>
        <p:nvSpPr>
          <p:cNvPr id="5" name="Footer Placeholder 4">
            <a:extLst>
              <a:ext uri="{FF2B5EF4-FFF2-40B4-BE49-F238E27FC236}">
                <a16:creationId xmlns:a16="http://schemas.microsoft.com/office/drawing/2014/main" id="{5796703C-7416-4C44-836F-88B6737E2548}"/>
              </a:ext>
            </a:extLst>
          </p:cNvPr>
          <p:cNvSpPr>
            <a:spLocks noGrp="1"/>
          </p:cNvSpPr>
          <p:nvPr>
            <p:ph type="ftr" sz="quarter" idx="11"/>
          </p:nvPr>
        </p:nvSpPr>
        <p:spPr>
          <a:xfrm>
            <a:off x="2895600" y="6356350"/>
            <a:ext cx="7010400" cy="365125"/>
          </a:xfrm>
        </p:spPr>
        <p:txBody>
          <a:bodyPr/>
          <a:lstStyle/>
          <a:p>
            <a:pPr>
              <a:defRPr/>
            </a:pPr>
            <a:r>
              <a:rPr lang="en-US"/>
              <a:t>(Programming in Advanced Python)                                 Unit No:2</a:t>
            </a:r>
          </a:p>
        </p:txBody>
      </p:sp>
      <p:sp>
        <p:nvSpPr>
          <p:cNvPr id="59397" name="Slide Number Placeholder 5">
            <a:extLst>
              <a:ext uri="{FF2B5EF4-FFF2-40B4-BE49-F238E27FC236}">
                <a16:creationId xmlns:a16="http://schemas.microsoft.com/office/drawing/2014/main" id="{D9C6C7CB-D738-470A-9F0D-2C0591537652}"/>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965E1114-D0CC-4E21-AF2B-396F4C386C4A}" type="slidenum">
              <a:rPr lang="en-US" altLang="en-US" sz="1200">
                <a:solidFill>
                  <a:srgbClr val="898989"/>
                </a:solidFill>
              </a:rPr>
              <a:pPr>
                <a:spcBef>
                  <a:spcPct val="0"/>
                </a:spcBef>
                <a:buFontTx/>
                <a:buNone/>
              </a:pPr>
              <a:t>98</a:t>
            </a:fld>
            <a:endParaRPr lang="en-US" altLang="en-US" sz="1200">
              <a:solidFill>
                <a:srgbClr val="898989"/>
              </a:solidFill>
            </a:endParaRPr>
          </a:p>
        </p:txBody>
      </p:sp>
      <p:sp>
        <p:nvSpPr>
          <p:cNvPr id="7" name="Title 1">
            <a:extLst>
              <a:ext uri="{FF2B5EF4-FFF2-40B4-BE49-F238E27FC236}">
                <a16:creationId xmlns:a16="http://schemas.microsoft.com/office/drawing/2014/main" id="{833B6D11-2A14-469A-B007-65C3A05419A8}"/>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lIns="91440" tIns="45720" rIns="91440" bIns="45720" anchor="ctr"/>
          <a:lstStyle/>
          <a:p>
            <a:pPr algn="ctr" eaLnBrk="1" fontAlgn="auto" hangingPunct="1">
              <a:spcAft>
                <a:spcPts val="0"/>
              </a:spcAft>
              <a:defRPr/>
            </a:pPr>
            <a:r>
              <a:rPr lang="en-US" sz="3200" b="1">
                <a:latin typeface="Times New Roman"/>
                <a:cs typeface="Times New Roman"/>
              </a:rPr>
              <a:t>Prerequisite and Recap(CO2)</a:t>
            </a:r>
            <a:endParaRPr lang="en-US" sz="3200" b="1">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0CA5D639-3E1F-46F7-972E-DEF8649EB564}"/>
              </a:ext>
            </a:extLst>
          </p:cNvPr>
          <p:cNvSpPr txBox="1"/>
          <p:nvPr/>
        </p:nvSpPr>
        <p:spPr>
          <a:xfrm>
            <a:off x="1719533" y="3200400"/>
            <a:ext cx="5748067" cy="155734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spcBef>
                <a:spcPct val="20000"/>
              </a:spcBef>
              <a:buFont typeface="Arial"/>
              <a:buChar char="•"/>
            </a:pPr>
            <a:r>
              <a:rPr lang="en-US" sz="2800">
                <a:latin typeface="Times New Roman"/>
                <a:cs typeface="Times New Roman"/>
              </a:rPr>
              <a:t>Variables</a:t>
            </a:r>
            <a:endParaRPr lang="en-US" sz="2800">
              <a:latin typeface="Arial"/>
              <a:cs typeface="Arial"/>
            </a:endParaRPr>
          </a:p>
          <a:p>
            <a:pPr marL="285750" indent="-285750">
              <a:spcBef>
                <a:spcPct val="20000"/>
              </a:spcBef>
              <a:buFont typeface="Arial"/>
              <a:buChar char="•"/>
            </a:pPr>
            <a:r>
              <a:rPr lang="en-US" sz="2800">
                <a:latin typeface="Times New Roman"/>
                <a:cs typeface="Times New Roman"/>
              </a:rPr>
              <a:t>Class , Objects</a:t>
            </a:r>
            <a:endParaRPr lang="en-US" sz="2800">
              <a:latin typeface="Arial"/>
              <a:cs typeface="Arial"/>
            </a:endParaRPr>
          </a:p>
          <a:p>
            <a:pPr marL="285750" indent="-285750" algn="l">
              <a:spcBef>
                <a:spcPct val="20000"/>
              </a:spcBef>
              <a:buFont typeface="Arial"/>
              <a:buChar char="•"/>
            </a:pPr>
            <a:r>
              <a:rPr lang="en-US" sz="2800">
                <a:latin typeface="Times New Roman"/>
                <a:cs typeface="Times New Roman"/>
              </a:rPr>
              <a:t>Constructor</a:t>
            </a:r>
            <a:endParaRPr lang="en-US" sz="28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170"/>
                                        </p:tgtEl>
                                        <p:attrNameLst>
                                          <p:attrName>style.visibility</p:attrName>
                                        </p:attrNameLst>
                                      </p:cBhvr>
                                      <p:to>
                                        <p:strVal val="visible"/>
                                      </p:to>
                                    </p:set>
                                    <p:anim calcmode="lin" valueType="num">
                                      <p:cBhvr additive="base">
                                        <p:cTn id="7" dur="500" fill="hold"/>
                                        <p:tgtEl>
                                          <p:spTgt spid="7170"/>
                                        </p:tgtEl>
                                        <p:attrNameLst>
                                          <p:attrName>ppt_x</p:attrName>
                                        </p:attrNameLst>
                                      </p:cBhvr>
                                      <p:tavLst>
                                        <p:tav tm="0">
                                          <p:val>
                                            <p:strVal val="#ppt_x"/>
                                          </p:val>
                                        </p:tav>
                                        <p:tav tm="100000">
                                          <p:val>
                                            <p:strVal val="#ppt_x"/>
                                          </p:val>
                                        </p:tav>
                                      </p:tavLst>
                                    </p:anim>
                                    <p:anim calcmode="lin" valueType="num">
                                      <p:cBhvr additive="base">
                                        <p:cTn id="8" dur="500" fill="hold"/>
                                        <p:tgtEl>
                                          <p:spTgt spid="717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0" grpId="0"/>
      <p:bldP spid="2" grpId="0"/>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Content Placeholder 2">
            <a:extLst>
              <a:ext uri="{FF2B5EF4-FFF2-40B4-BE49-F238E27FC236}">
                <a16:creationId xmlns:a16="http://schemas.microsoft.com/office/drawing/2014/main" id="{C39EADF0-211A-4028-8CE8-DE3DBD915994}"/>
              </a:ext>
            </a:extLst>
          </p:cNvPr>
          <p:cNvSpPr>
            <a:spLocks noGrp="1"/>
          </p:cNvSpPr>
          <p:nvPr>
            <p:ph idx="1"/>
          </p:nvPr>
        </p:nvSpPr>
        <p:spPr>
          <a:xfrm>
            <a:off x="1600200" y="1143000"/>
            <a:ext cx="10210800" cy="5105400"/>
          </a:xfrm>
        </p:spPr>
        <p:txBody>
          <a:bodyPr/>
          <a:lstStyle/>
          <a:p>
            <a:pPr marL="0" indent="0" algn="just" eaLnBrk="1" hangingPunct="1">
              <a:buFont typeface="Arial" panose="020B0604020202020204" pitchFamily="34" charset="0"/>
              <a:buNone/>
            </a:pPr>
            <a:r>
              <a:rPr lang="en-US" altLang="en-US" sz="2800" b="1">
                <a:latin typeface="Times New Roman" panose="02020603050405020304" pitchFamily="18" charset="0"/>
                <a:cs typeface="Times New Roman" panose="02020603050405020304" pitchFamily="18" charset="0"/>
              </a:rPr>
              <a:t>After you have read and studied this topic, you should be able to</a:t>
            </a:r>
          </a:p>
          <a:p>
            <a:pPr lvl="1" algn="just">
              <a:lnSpc>
                <a:spcPct val="150000"/>
              </a:lnSpc>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Understand the class types and method.</a:t>
            </a:r>
          </a:p>
          <a:p>
            <a:pPr lvl="1" algn="just">
              <a:lnSpc>
                <a:spcPct val="150000"/>
              </a:lnSpc>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Understand how Polymorphism is done.</a:t>
            </a:r>
          </a:p>
          <a:p>
            <a:pPr lvl="1" algn="just">
              <a:lnSpc>
                <a:spcPct val="150000"/>
              </a:lnSpc>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Understand how method overriding is done.</a:t>
            </a:r>
          </a:p>
          <a:p>
            <a:pPr marL="0" indent="0" eaLnBrk="1" hangingPunct="1">
              <a:buFont typeface="Arial" panose="020B0604020202020204" pitchFamily="34" charset="0"/>
              <a:buNone/>
            </a:pPr>
            <a:endParaRPr lang="en-US" altLang="en-US" sz="2400"/>
          </a:p>
        </p:txBody>
      </p:sp>
      <p:sp>
        <p:nvSpPr>
          <p:cNvPr id="4" name="Date Placeholder 3">
            <a:extLst>
              <a:ext uri="{FF2B5EF4-FFF2-40B4-BE49-F238E27FC236}">
                <a16:creationId xmlns:a16="http://schemas.microsoft.com/office/drawing/2014/main" id="{8E61C59A-F831-4182-9B11-3FA6A907F098}"/>
              </a:ext>
            </a:extLst>
          </p:cNvPr>
          <p:cNvSpPr>
            <a:spLocks noGrp="1"/>
          </p:cNvSpPr>
          <p:nvPr>
            <p:ph type="dt" sz="quarter" idx="10"/>
          </p:nvPr>
        </p:nvSpPr>
        <p:spPr/>
        <p:txBody>
          <a:bodyPr/>
          <a:lstStyle/>
          <a:p>
            <a:pPr>
              <a:defRPr/>
            </a:pPr>
            <a:fld id="{5D001BC6-5D8B-46B8-A3D2-F1E4E2D46C1A}" type="datetime1">
              <a:rPr lang="en-US" smtClean="0"/>
              <a:pPr>
                <a:defRPr/>
              </a:pPr>
              <a:t>5/17/2022</a:t>
            </a:fld>
            <a:endParaRPr lang="en-US"/>
          </a:p>
        </p:txBody>
      </p:sp>
      <p:sp>
        <p:nvSpPr>
          <p:cNvPr id="5" name="Footer Placeholder 4">
            <a:extLst>
              <a:ext uri="{FF2B5EF4-FFF2-40B4-BE49-F238E27FC236}">
                <a16:creationId xmlns:a16="http://schemas.microsoft.com/office/drawing/2014/main" id="{EA053326-A383-40D0-A6A6-65A3CAE6E0CD}"/>
              </a:ext>
            </a:extLst>
          </p:cNvPr>
          <p:cNvSpPr>
            <a:spLocks noGrp="1"/>
          </p:cNvSpPr>
          <p:nvPr>
            <p:ph type="ftr" sz="quarter" idx="11"/>
          </p:nvPr>
        </p:nvSpPr>
        <p:spPr>
          <a:xfrm>
            <a:off x="2971800" y="6248400"/>
            <a:ext cx="6781800" cy="365125"/>
          </a:xfrm>
        </p:spPr>
        <p:txBody>
          <a:bodyPr/>
          <a:lstStyle/>
          <a:p>
            <a:pPr>
              <a:defRPr/>
            </a:pPr>
            <a:r>
              <a:rPr lang="en-US"/>
              <a:t>(Programming in Advanced Python)                                 Unit No:2</a:t>
            </a:r>
          </a:p>
        </p:txBody>
      </p:sp>
      <p:sp>
        <p:nvSpPr>
          <p:cNvPr id="60421" name="Slide Number Placeholder 5">
            <a:extLst>
              <a:ext uri="{FF2B5EF4-FFF2-40B4-BE49-F238E27FC236}">
                <a16:creationId xmlns:a16="http://schemas.microsoft.com/office/drawing/2014/main" id="{76B09002-2F49-4397-9F91-0EC8F4748DD4}"/>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46E371BD-EBC3-457E-83EF-831A57B920B3}" type="slidenum">
              <a:rPr lang="en-US" altLang="en-US" sz="1200">
                <a:solidFill>
                  <a:srgbClr val="898989"/>
                </a:solidFill>
              </a:rPr>
              <a:pPr>
                <a:spcBef>
                  <a:spcPct val="0"/>
                </a:spcBef>
                <a:buFontTx/>
                <a:buNone/>
              </a:pPr>
              <a:t>99</a:t>
            </a:fld>
            <a:endParaRPr lang="en-US" altLang="en-US" sz="1200">
              <a:solidFill>
                <a:srgbClr val="898989"/>
              </a:solidFill>
            </a:endParaRPr>
          </a:p>
        </p:txBody>
      </p:sp>
      <p:sp>
        <p:nvSpPr>
          <p:cNvPr id="7" name="Title 1">
            <a:extLst>
              <a:ext uri="{FF2B5EF4-FFF2-40B4-BE49-F238E27FC236}">
                <a16:creationId xmlns:a16="http://schemas.microsoft.com/office/drawing/2014/main" id="{01C8FB03-F684-42C3-A7A3-EC09ABE53CF8}"/>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lIns="91440" tIns="45720" rIns="91440" bIns="45720" anchor="ctr"/>
          <a:lstStyle/>
          <a:p>
            <a:pPr algn="ctr" fontAlgn="auto">
              <a:spcAft>
                <a:spcPts val="0"/>
              </a:spcAft>
              <a:defRPr/>
            </a:pPr>
            <a:r>
              <a:rPr lang="en-US" sz="3200" b="1">
                <a:latin typeface="Times New Roman"/>
                <a:cs typeface="Times New Roman"/>
              </a:rPr>
              <a:t>Topic Objectives(CO2)</a:t>
            </a:r>
            <a:endParaRPr lang="en-US" sz="3200" b="1">
              <a:latin typeface="Times New Roman" pitchFamily="18" charset="0"/>
              <a:cs typeface="Times New Roman" pitchFamily="18"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4098">
                                            <p:txEl>
                                              <p:pRg st="0" end="0"/>
                                            </p:txEl>
                                          </p:spTgt>
                                        </p:tgtEl>
                                        <p:attrNameLst>
                                          <p:attrName>style.visibility</p:attrName>
                                        </p:attrNameLst>
                                      </p:cBhvr>
                                      <p:to>
                                        <p:strVal val="visible"/>
                                      </p:to>
                                    </p:set>
                                    <p:animEffect transition="in" filter="box(in)">
                                      <p:cBhvr>
                                        <p:cTn id="7" dur="500"/>
                                        <p:tgtEl>
                                          <p:spTgt spid="4098">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4098">
                                            <p:txEl>
                                              <p:pRg st="1" end="1"/>
                                            </p:txEl>
                                          </p:spTgt>
                                        </p:tgtEl>
                                        <p:attrNameLst>
                                          <p:attrName>style.visibility</p:attrName>
                                        </p:attrNameLst>
                                      </p:cBhvr>
                                      <p:to>
                                        <p:strVal val="visible"/>
                                      </p:to>
                                    </p:set>
                                    <p:animEffect transition="in" filter="box(in)">
                                      <p:cBhvr>
                                        <p:cTn id="12" dur="500"/>
                                        <p:tgtEl>
                                          <p:spTgt spid="4098">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4098">
                                            <p:txEl>
                                              <p:pRg st="2" end="2"/>
                                            </p:txEl>
                                          </p:spTgt>
                                        </p:tgtEl>
                                        <p:attrNameLst>
                                          <p:attrName>style.visibility</p:attrName>
                                        </p:attrNameLst>
                                      </p:cBhvr>
                                      <p:to>
                                        <p:strVal val="visible"/>
                                      </p:to>
                                    </p:set>
                                    <p:animEffect transition="in" filter="box(in)">
                                      <p:cBhvr>
                                        <p:cTn id="17" dur="500"/>
                                        <p:tgtEl>
                                          <p:spTgt spid="4098">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4098">
                                            <p:txEl>
                                              <p:pRg st="3" end="3"/>
                                            </p:txEl>
                                          </p:spTgt>
                                        </p:tgtEl>
                                        <p:attrNameLst>
                                          <p:attrName>style.visibility</p:attrName>
                                        </p:attrNameLst>
                                      </p:cBhvr>
                                      <p:to>
                                        <p:strVal val="visible"/>
                                      </p:to>
                                    </p:set>
                                    <p:animEffect transition="in" filter="box(in)">
                                      <p:cBhvr>
                                        <p:cTn id="22" dur="500"/>
                                        <p:tgtEl>
                                          <p:spTgt spid="409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6AB3724-294E-4542-89C5-C74B6B611871}"/>
              </a:ext>
            </a:extLst>
          </p:cNvPr>
          <p:cNvSpPr>
            <a:spLocks noGrp="1"/>
          </p:cNvSpPr>
          <p:nvPr>
            <p:ph idx="1"/>
          </p:nvPr>
        </p:nvSpPr>
        <p:spPr>
          <a:xfrm>
            <a:off x="1600200" y="1143000"/>
            <a:ext cx="8610600" cy="4003675"/>
          </a:xfrm>
        </p:spPr>
        <p:txBody>
          <a:bodyPr>
            <a:normAutofit/>
          </a:bodyPr>
          <a:lstStyle/>
          <a:p>
            <a:pPr>
              <a:defRPr/>
            </a:pPr>
            <a:r>
              <a:rPr lang="en-US" sz="2800" dirty="0">
                <a:latin typeface="Times New Roman" pitchFamily="18" charset="0"/>
                <a:cs typeface="Times New Roman" pitchFamily="18" charset="0"/>
              </a:rPr>
              <a:t>Instance Methods</a:t>
            </a:r>
          </a:p>
          <a:p>
            <a:pPr lvl="1">
              <a:defRPr/>
            </a:pPr>
            <a:r>
              <a:rPr lang="en-US" dirty="0">
                <a:latin typeface="Times New Roman" pitchFamily="18" charset="0"/>
                <a:cs typeface="Times New Roman" pitchFamily="18" charset="0"/>
              </a:rPr>
              <a:t>Accessor Methods</a:t>
            </a:r>
          </a:p>
          <a:p>
            <a:pPr lvl="1">
              <a:defRPr/>
            </a:pPr>
            <a:r>
              <a:rPr lang="en-US" dirty="0">
                <a:latin typeface="Times New Roman" pitchFamily="18" charset="0"/>
                <a:cs typeface="Times New Roman" pitchFamily="18" charset="0"/>
              </a:rPr>
              <a:t>Mutator Methods</a:t>
            </a:r>
          </a:p>
          <a:p>
            <a:pPr marL="0" indent="0">
              <a:buFont typeface="Arial" panose="020B0604020202020204" pitchFamily="34" charset="0"/>
              <a:buNone/>
              <a:defRPr/>
            </a:pPr>
            <a:endParaRPr lang="en-US" sz="2800" dirty="0">
              <a:latin typeface="Times New Roman" pitchFamily="18" charset="0"/>
              <a:cs typeface="Times New Roman" pitchFamily="18" charset="0"/>
            </a:endParaRPr>
          </a:p>
          <a:p>
            <a:pPr>
              <a:defRPr/>
            </a:pPr>
            <a:r>
              <a:rPr lang="en-US" sz="2800" b="1" dirty="0">
                <a:latin typeface="Times New Roman" pitchFamily="18" charset="0"/>
                <a:cs typeface="Times New Roman" pitchFamily="18" charset="0"/>
              </a:rPr>
              <a:t>Class Methods</a:t>
            </a:r>
          </a:p>
          <a:p>
            <a:pPr marL="0" indent="0">
              <a:buFont typeface="Arial" panose="020B0604020202020204" pitchFamily="34" charset="0"/>
              <a:buNone/>
              <a:defRPr/>
            </a:pPr>
            <a:endParaRPr lang="en-US" sz="2800" dirty="0">
              <a:latin typeface="Times New Roman" pitchFamily="18" charset="0"/>
              <a:cs typeface="Times New Roman" pitchFamily="18" charset="0"/>
            </a:endParaRPr>
          </a:p>
          <a:p>
            <a:pPr>
              <a:defRPr/>
            </a:pPr>
            <a:r>
              <a:rPr lang="en-US" sz="2800" dirty="0">
                <a:latin typeface="Times New Roman" pitchFamily="18" charset="0"/>
                <a:cs typeface="Times New Roman" pitchFamily="18" charset="0"/>
              </a:rPr>
              <a:t>Static Methods    Unit-1 Read already</a:t>
            </a:r>
          </a:p>
        </p:txBody>
      </p:sp>
      <p:sp>
        <p:nvSpPr>
          <p:cNvPr id="4" name="Date Placeholder 3">
            <a:extLst>
              <a:ext uri="{FF2B5EF4-FFF2-40B4-BE49-F238E27FC236}">
                <a16:creationId xmlns:a16="http://schemas.microsoft.com/office/drawing/2014/main" id="{2216993C-49B4-483B-81B9-D128D011B5D1}"/>
              </a:ext>
            </a:extLst>
          </p:cNvPr>
          <p:cNvSpPr>
            <a:spLocks noGrp="1"/>
          </p:cNvSpPr>
          <p:nvPr>
            <p:ph type="dt" sz="quarter" idx="10"/>
          </p:nvPr>
        </p:nvSpPr>
        <p:spPr/>
        <p:txBody>
          <a:bodyPr/>
          <a:lstStyle/>
          <a:p>
            <a:pPr>
              <a:defRPr/>
            </a:pPr>
            <a:fld id="{CCBF34A5-DA36-4D47-B63A-CC5D2B5C0DEA}" type="datetime1">
              <a:rPr lang="en-US" smtClean="0"/>
              <a:pPr>
                <a:defRPr/>
              </a:pPr>
              <a:t>5/17/2022</a:t>
            </a:fld>
            <a:endParaRPr lang="en-US"/>
          </a:p>
        </p:txBody>
      </p:sp>
      <p:sp>
        <p:nvSpPr>
          <p:cNvPr id="5" name="Footer Placeholder 4">
            <a:extLst>
              <a:ext uri="{FF2B5EF4-FFF2-40B4-BE49-F238E27FC236}">
                <a16:creationId xmlns:a16="http://schemas.microsoft.com/office/drawing/2014/main" id="{D4863F02-B4EA-43F1-9AFC-429DD1805922}"/>
              </a:ext>
            </a:extLst>
          </p:cNvPr>
          <p:cNvSpPr>
            <a:spLocks noGrp="1"/>
          </p:cNvSpPr>
          <p:nvPr>
            <p:ph type="ftr" sz="quarter" idx="11"/>
          </p:nvPr>
        </p:nvSpPr>
        <p:spPr>
          <a:xfrm>
            <a:off x="2819400" y="6356350"/>
            <a:ext cx="6553200" cy="365125"/>
          </a:xfrm>
        </p:spPr>
        <p:txBody>
          <a:bodyPr/>
          <a:lstStyle/>
          <a:p>
            <a:pPr>
              <a:defRPr/>
            </a:pPr>
            <a:r>
              <a:rPr lang="en-US"/>
              <a:t>(Programming in Advanced Python)                                 Unit No:2</a:t>
            </a:r>
          </a:p>
        </p:txBody>
      </p:sp>
      <p:sp>
        <p:nvSpPr>
          <p:cNvPr id="61445" name="Slide Number Placeholder 5">
            <a:extLst>
              <a:ext uri="{FF2B5EF4-FFF2-40B4-BE49-F238E27FC236}">
                <a16:creationId xmlns:a16="http://schemas.microsoft.com/office/drawing/2014/main" id="{F8D1C0CD-4BDC-40C6-BFF3-262DF308FD0C}"/>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7526598C-0B69-4990-B9FB-93AEE0518A48}" type="slidenum">
              <a:rPr lang="en-US" altLang="en-US" sz="1200">
                <a:solidFill>
                  <a:srgbClr val="898989"/>
                </a:solidFill>
              </a:rPr>
              <a:pPr>
                <a:spcBef>
                  <a:spcPct val="0"/>
                </a:spcBef>
                <a:buFontTx/>
                <a:buNone/>
              </a:pPr>
              <a:t>100</a:t>
            </a:fld>
            <a:endParaRPr lang="en-US" altLang="en-US" sz="1200">
              <a:solidFill>
                <a:srgbClr val="898989"/>
              </a:solidFill>
            </a:endParaRPr>
          </a:p>
        </p:txBody>
      </p:sp>
      <p:sp>
        <p:nvSpPr>
          <p:cNvPr id="8" name="Title 1">
            <a:extLst>
              <a:ext uri="{FF2B5EF4-FFF2-40B4-BE49-F238E27FC236}">
                <a16:creationId xmlns:a16="http://schemas.microsoft.com/office/drawing/2014/main" id="{CBEC0EDB-B793-49AF-89B6-BC46B311A93F}"/>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US" sz="3200" b="1">
                <a:latin typeface="Times New Roman" panose="02020603050405020304" pitchFamily="18" charset="0"/>
                <a:cs typeface="Times New Roman" pitchFamily="18" charset="0"/>
              </a:rPr>
              <a:t>Type of Methods(CO2)</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B94D0DA-B4E9-49E8-A508-F0A496CAD1B6}"/>
              </a:ext>
            </a:extLst>
          </p:cNvPr>
          <p:cNvSpPr>
            <a:spLocks noGrp="1"/>
          </p:cNvSpPr>
          <p:nvPr>
            <p:ph idx="1"/>
          </p:nvPr>
        </p:nvSpPr>
        <p:spPr>
          <a:xfrm>
            <a:off x="1600200" y="817563"/>
            <a:ext cx="10439400" cy="4973637"/>
          </a:xfrm>
        </p:spPr>
        <p:txBody>
          <a:bodyPr/>
          <a:lstStyle/>
          <a:p>
            <a:pPr>
              <a:defRPr/>
            </a:pPr>
            <a:r>
              <a:rPr lang="en-US" altLang="en-US" sz="2800">
                <a:latin typeface="Times New Roman" panose="02020603050405020304" pitchFamily="18" charset="0"/>
                <a:cs typeface="Times New Roman" panose="02020603050405020304" pitchFamily="18" charset="0"/>
              </a:rPr>
              <a:t>Instance methods are the methods which act upon the instance variables of the class.</a:t>
            </a:r>
          </a:p>
          <a:p>
            <a:pPr>
              <a:defRPr/>
            </a:pPr>
            <a:r>
              <a:rPr lang="en-US" altLang="en-US" sz="2800">
                <a:latin typeface="Times New Roman" panose="02020603050405020304" pitchFamily="18" charset="0"/>
                <a:cs typeface="Times New Roman" panose="02020603050405020304" pitchFamily="18" charset="0"/>
              </a:rPr>
              <a:t>Instance method need to know the memory address of the instance which is provided through </a:t>
            </a:r>
            <a:r>
              <a:rPr lang="en-US" altLang="en-US" sz="2800" i="1">
                <a:latin typeface="Times New Roman" panose="02020603050405020304" pitchFamily="18" charset="0"/>
                <a:cs typeface="Times New Roman" panose="02020603050405020304" pitchFamily="18" charset="0"/>
              </a:rPr>
              <a:t>self</a:t>
            </a:r>
            <a:r>
              <a:rPr lang="en-US" altLang="en-US" sz="2800">
                <a:latin typeface="Times New Roman" panose="02020603050405020304" pitchFamily="18" charset="0"/>
                <a:cs typeface="Times New Roman" panose="02020603050405020304" pitchFamily="18" charset="0"/>
              </a:rPr>
              <a:t> variable by default as first parameter for the instance method.</a:t>
            </a:r>
          </a:p>
          <a:p>
            <a:pPr marL="0" indent="0">
              <a:buFont typeface="Arial" panose="020B0604020202020204" pitchFamily="34" charset="0"/>
              <a:buNone/>
              <a:defRPr/>
            </a:pPr>
            <a:r>
              <a:rPr lang="en-US" altLang="en-US" sz="2400" b="1">
                <a:latin typeface="Times New Roman" panose="02020603050405020304" pitchFamily="18" charset="0"/>
                <a:cs typeface="Times New Roman" panose="02020603050405020304" pitchFamily="18" charset="0"/>
              </a:rPr>
              <a:t>Syntax:- </a:t>
            </a:r>
          </a:p>
          <a:p>
            <a:pPr marL="0" indent="0">
              <a:buFont typeface="Arial" panose="020B0604020202020204" pitchFamily="34" charset="0"/>
              <a:buNone/>
              <a:defRPr/>
            </a:pPr>
            <a:r>
              <a:rPr lang="en-US" altLang="en-US" sz="2400" err="1">
                <a:latin typeface="Times New Roman" panose="02020603050405020304" pitchFamily="18" charset="0"/>
                <a:cs typeface="Times New Roman" panose="02020603050405020304" pitchFamily="18" charset="0"/>
              </a:rPr>
              <a:t>def</a:t>
            </a:r>
            <a:r>
              <a:rPr lang="en-US" altLang="en-US" sz="2400">
                <a:latin typeface="Times New Roman" panose="02020603050405020304" pitchFamily="18" charset="0"/>
                <a:cs typeface="Times New Roman" panose="02020603050405020304" pitchFamily="18" charset="0"/>
              </a:rPr>
              <a:t> </a:t>
            </a:r>
            <a:r>
              <a:rPr lang="en-US" altLang="en-US" sz="2400" err="1">
                <a:latin typeface="Times New Roman" panose="02020603050405020304" pitchFamily="18" charset="0"/>
                <a:cs typeface="Times New Roman" panose="02020603050405020304" pitchFamily="18" charset="0"/>
              </a:rPr>
              <a:t>method_name</a:t>
            </a:r>
            <a:r>
              <a:rPr lang="en-US" altLang="en-US" sz="2400">
                <a:latin typeface="Times New Roman" panose="02020603050405020304" pitchFamily="18" charset="0"/>
                <a:cs typeface="Times New Roman" panose="02020603050405020304" pitchFamily="18" charset="0"/>
              </a:rPr>
              <a:t>(</a:t>
            </a:r>
            <a:r>
              <a:rPr lang="en-US" altLang="en-US" sz="2400" i="1">
                <a:latin typeface="Times New Roman" panose="02020603050405020304" pitchFamily="18" charset="0"/>
                <a:cs typeface="Times New Roman" panose="02020603050405020304" pitchFamily="18" charset="0"/>
              </a:rPr>
              <a:t>self</a:t>
            </a:r>
            <a:r>
              <a:rPr lang="en-US" altLang="en-US" sz="2400">
                <a:latin typeface="Times New Roman" panose="02020603050405020304" pitchFamily="18" charset="0"/>
                <a:cs typeface="Times New Roman" panose="02020603050405020304" pitchFamily="18" charset="0"/>
              </a:rPr>
              <a:t>):</a:t>
            </a:r>
          </a:p>
          <a:p>
            <a:pPr marL="0" indent="0">
              <a:buFont typeface="Arial" panose="020B0604020202020204" pitchFamily="34" charset="0"/>
              <a:buNone/>
              <a:defRPr/>
            </a:pPr>
            <a:r>
              <a:rPr lang="en-US" altLang="en-US" sz="2400">
                <a:latin typeface="Times New Roman" panose="02020603050405020304" pitchFamily="18" charset="0"/>
                <a:cs typeface="Times New Roman" panose="02020603050405020304" pitchFamily="18" charset="0"/>
              </a:rPr>
              <a:t>	function body</a:t>
            </a:r>
          </a:p>
          <a:p>
            <a:pPr marL="0" indent="0">
              <a:buFont typeface="Arial" panose="020B0604020202020204" pitchFamily="34" charset="0"/>
              <a:buNone/>
              <a:defRPr/>
            </a:pPr>
            <a:endParaRPr lang="en-US" altLang="en-US" sz="2400">
              <a:latin typeface="Times New Roman" panose="02020603050405020304" pitchFamily="18" charset="0"/>
              <a:cs typeface="Times New Roman" panose="02020603050405020304" pitchFamily="18" charset="0"/>
            </a:endParaRPr>
          </a:p>
          <a:p>
            <a:pPr marL="0" indent="0">
              <a:buFont typeface="Arial" panose="020B0604020202020204" pitchFamily="34" charset="0"/>
              <a:buNone/>
              <a:defRPr/>
            </a:pPr>
            <a:r>
              <a:rPr lang="en-US" altLang="en-US" sz="2400" err="1">
                <a:latin typeface="Times New Roman" panose="02020603050405020304" pitchFamily="18" charset="0"/>
                <a:cs typeface="Times New Roman" panose="02020603050405020304" pitchFamily="18" charset="0"/>
              </a:rPr>
              <a:t>def</a:t>
            </a:r>
            <a:r>
              <a:rPr lang="en-US" altLang="en-US" sz="2400">
                <a:latin typeface="Times New Roman" panose="02020603050405020304" pitchFamily="18" charset="0"/>
                <a:cs typeface="Times New Roman" panose="02020603050405020304" pitchFamily="18" charset="0"/>
              </a:rPr>
              <a:t> </a:t>
            </a:r>
            <a:r>
              <a:rPr lang="en-US" altLang="en-US" sz="2400" err="1">
                <a:latin typeface="Times New Roman" panose="02020603050405020304" pitchFamily="18" charset="0"/>
                <a:cs typeface="Times New Roman" panose="02020603050405020304" pitchFamily="18" charset="0"/>
              </a:rPr>
              <a:t>method_name</a:t>
            </a:r>
            <a:r>
              <a:rPr lang="en-US" altLang="en-US" sz="2400">
                <a:latin typeface="Times New Roman" panose="02020603050405020304" pitchFamily="18" charset="0"/>
                <a:cs typeface="Times New Roman" panose="02020603050405020304" pitchFamily="18" charset="0"/>
              </a:rPr>
              <a:t>(self, f1, f2):</a:t>
            </a:r>
          </a:p>
          <a:p>
            <a:pPr marL="0" indent="0">
              <a:buFont typeface="Arial" panose="020B0604020202020204" pitchFamily="34" charset="0"/>
              <a:buNone/>
              <a:defRPr/>
            </a:pPr>
            <a:r>
              <a:rPr lang="en-US" altLang="en-US" sz="2400">
                <a:latin typeface="Times New Roman" panose="02020603050405020304" pitchFamily="18" charset="0"/>
                <a:cs typeface="Times New Roman" panose="02020603050405020304" pitchFamily="18" charset="0"/>
              </a:rPr>
              <a:t>	function body</a:t>
            </a:r>
            <a:endParaRPr lang="en-IN" altLang="en-US" sz="2400">
              <a:latin typeface="Times New Roman" panose="02020603050405020304" pitchFamily="18" charset="0"/>
              <a:cs typeface="Times New Roman" panose="02020603050405020304" pitchFamily="18" charset="0"/>
            </a:endParaRPr>
          </a:p>
        </p:txBody>
      </p:sp>
      <p:sp>
        <p:nvSpPr>
          <p:cNvPr id="4" name="Right Brace 3">
            <a:extLst>
              <a:ext uri="{FF2B5EF4-FFF2-40B4-BE49-F238E27FC236}">
                <a16:creationId xmlns:a16="http://schemas.microsoft.com/office/drawing/2014/main" id="{5F83A650-615A-47AB-AAAB-6E15545F3813}"/>
              </a:ext>
            </a:extLst>
          </p:cNvPr>
          <p:cNvSpPr/>
          <p:nvPr/>
        </p:nvSpPr>
        <p:spPr>
          <a:xfrm>
            <a:off x="5057985" y="3670720"/>
            <a:ext cx="228600" cy="457200"/>
          </a:xfrm>
          <a:prstGeom prst="rightBrac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IN"/>
          </a:p>
        </p:txBody>
      </p:sp>
      <p:sp>
        <p:nvSpPr>
          <p:cNvPr id="5" name="Right Brace 4">
            <a:extLst>
              <a:ext uri="{FF2B5EF4-FFF2-40B4-BE49-F238E27FC236}">
                <a16:creationId xmlns:a16="http://schemas.microsoft.com/office/drawing/2014/main" id="{C7B85C98-539D-4266-8CE7-2358F6173F27}"/>
              </a:ext>
            </a:extLst>
          </p:cNvPr>
          <p:cNvSpPr/>
          <p:nvPr/>
        </p:nvSpPr>
        <p:spPr>
          <a:xfrm>
            <a:off x="5716438" y="4946111"/>
            <a:ext cx="228600" cy="457200"/>
          </a:xfrm>
          <a:prstGeom prst="rightBrac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IN"/>
          </a:p>
        </p:txBody>
      </p:sp>
      <p:sp>
        <p:nvSpPr>
          <p:cNvPr id="6" name="TextBox 5">
            <a:extLst>
              <a:ext uri="{FF2B5EF4-FFF2-40B4-BE49-F238E27FC236}">
                <a16:creationId xmlns:a16="http://schemas.microsoft.com/office/drawing/2014/main" id="{8352B8EF-5497-4C95-8542-29FB2FFA4BFE}"/>
              </a:ext>
            </a:extLst>
          </p:cNvPr>
          <p:cNvSpPr txBox="1"/>
          <p:nvPr/>
        </p:nvSpPr>
        <p:spPr>
          <a:xfrm>
            <a:off x="5287992" y="3697708"/>
            <a:ext cx="6172200" cy="400050"/>
          </a:xfrm>
          <a:prstGeom prst="rect">
            <a:avLst/>
          </a:prstGeom>
        </p:spPr>
        <p:style>
          <a:lnRef idx="2">
            <a:schemeClr val="accent1"/>
          </a:lnRef>
          <a:fillRef idx="1">
            <a:schemeClr val="lt1"/>
          </a:fillRef>
          <a:effectRef idx="0">
            <a:schemeClr val="accent1"/>
          </a:effectRef>
          <a:fontRef idx="minor">
            <a:schemeClr val="dk1"/>
          </a:fontRef>
        </p:style>
        <p:txBody>
          <a:bodyPr>
            <a:spAutoFit/>
          </a:bodyPr>
          <a:lstStyle/>
          <a:p>
            <a:pPr>
              <a:defRPr/>
            </a:pPr>
            <a:r>
              <a:rPr lang="en-US" sz="2000"/>
              <a:t>Instance Method without Parameter/Formal Arguments</a:t>
            </a:r>
            <a:endParaRPr lang="en-IN" sz="2000"/>
          </a:p>
        </p:txBody>
      </p:sp>
      <p:sp>
        <p:nvSpPr>
          <p:cNvPr id="7" name="TextBox 6">
            <a:extLst>
              <a:ext uri="{FF2B5EF4-FFF2-40B4-BE49-F238E27FC236}">
                <a16:creationId xmlns:a16="http://schemas.microsoft.com/office/drawing/2014/main" id="{4A2C3953-1829-481A-84CC-287E0AEC8018}"/>
              </a:ext>
            </a:extLst>
          </p:cNvPr>
          <p:cNvSpPr txBox="1"/>
          <p:nvPr/>
        </p:nvSpPr>
        <p:spPr>
          <a:xfrm>
            <a:off x="5930660" y="4982803"/>
            <a:ext cx="5654675" cy="400050"/>
          </a:xfrm>
          <a:prstGeom prst="rect">
            <a:avLst/>
          </a:prstGeom>
        </p:spPr>
        <p:style>
          <a:lnRef idx="2">
            <a:schemeClr val="accent1"/>
          </a:lnRef>
          <a:fillRef idx="1">
            <a:schemeClr val="lt1"/>
          </a:fillRef>
          <a:effectRef idx="0">
            <a:schemeClr val="accent1"/>
          </a:effectRef>
          <a:fontRef idx="minor">
            <a:schemeClr val="dk1"/>
          </a:fontRef>
        </p:style>
        <p:txBody>
          <a:bodyPr wrap="none">
            <a:spAutoFit/>
          </a:bodyPr>
          <a:lstStyle/>
          <a:p>
            <a:pPr>
              <a:defRPr/>
            </a:pPr>
            <a:r>
              <a:rPr lang="en-US" sz="2000"/>
              <a:t>Instance Method with Parameter/Formal Arguments</a:t>
            </a:r>
            <a:endParaRPr lang="en-IN" sz="2000"/>
          </a:p>
        </p:txBody>
      </p:sp>
      <p:sp>
        <p:nvSpPr>
          <p:cNvPr id="8" name="Date Placeholder 7">
            <a:extLst>
              <a:ext uri="{FF2B5EF4-FFF2-40B4-BE49-F238E27FC236}">
                <a16:creationId xmlns:a16="http://schemas.microsoft.com/office/drawing/2014/main" id="{EEF5D5E8-EB24-4FF9-8796-0C26569E3D5B}"/>
              </a:ext>
            </a:extLst>
          </p:cNvPr>
          <p:cNvSpPr>
            <a:spLocks noGrp="1"/>
          </p:cNvSpPr>
          <p:nvPr>
            <p:ph type="dt" sz="quarter" idx="10"/>
          </p:nvPr>
        </p:nvSpPr>
        <p:spPr/>
        <p:txBody>
          <a:bodyPr/>
          <a:lstStyle/>
          <a:p>
            <a:pPr>
              <a:defRPr/>
            </a:pPr>
            <a:fld id="{582583D9-75CF-4965-8369-1572F3B96EA4}" type="datetime1">
              <a:rPr lang="en-US" smtClean="0"/>
              <a:pPr>
                <a:defRPr/>
              </a:pPr>
              <a:t>5/17/2022</a:t>
            </a:fld>
            <a:endParaRPr lang="en-US"/>
          </a:p>
        </p:txBody>
      </p:sp>
      <p:sp>
        <p:nvSpPr>
          <p:cNvPr id="9" name="Footer Placeholder 8">
            <a:extLst>
              <a:ext uri="{FF2B5EF4-FFF2-40B4-BE49-F238E27FC236}">
                <a16:creationId xmlns:a16="http://schemas.microsoft.com/office/drawing/2014/main" id="{CD23CB01-970F-4511-9BA9-6D419F255F61}"/>
              </a:ext>
            </a:extLst>
          </p:cNvPr>
          <p:cNvSpPr>
            <a:spLocks noGrp="1"/>
          </p:cNvSpPr>
          <p:nvPr>
            <p:ph type="ftr" sz="quarter" idx="11"/>
          </p:nvPr>
        </p:nvSpPr>
        <p:spPr>
          <a:xfrm>
            <a:off x="2819400" y="6356350"/>
            <a:ext cx="6858000" cy="365125"/>
          </a:xfrm>
        </p:spPr>
        <p:txBody>
          <a:bodyPr/>
          <a:lstStyle/>
          <a:p>
            <a:pPr>
              <a:defRPr/>
            </a:pPr>
            <a:r>
              <a:rPr lang="en-US"/>
              <a:t>(Programming in Advanced Python)                                 Unit No:2</a:t>
            </a:r>
          </a:p>
        </p:txBody>
      </p:sp>
      <p:sp>
        <p:nvSpPr>
          <p:cNvPr id="62473" name="Slide Number Placeholder 9">
            <a:extLst>
              <a:ext uri="{FF2B5EF4-FFF2-40B4-BE49-F238E27FC236}">
                <a16:creationId xmlns:a16="http://schemas.microsoft.com/office/drawing/2014/main" id="{F8A7C299-9186-4B22-AE83-F8CBBF281788}"/>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72CBB005-76C7-45E8-8B67-988CB6B5FD3F}" type="slidenum">
              <a:rPr lang="en-US" altLang="en-US" sz="1200">
                <a:solidFill>
                  <a:srgbClr val="898989"/>
                </a:solidFill>
              </a:rPr>
              <a:pPr>
                <a:spcBef>
                  <a:spcPct val="0"/>
                </a:spcBef>
                <a:buFontTx/>
                <a:buNone/>
              </a:pPr>
              <a:t>101</a:t>
            </a:fld>
            <a:endParaRPr lang="en-US" altLang="en-US" sz="1200">
              <a:solidFill>
                <a:srgbClr val="898989"/>
              </a:solidFill>
            </a:endParaRPr>
          </a:p>
        </p:txBody>
      </p:sp>
      <p:sp>
        <p:nvSpPr>
          <p:cNvPr id="12" name="Title 1">
            <a:extLst>
              <a:ext uri="{FF2B5EF4-FFF2-40B4-BE49-F238E27FC236}">
                <a16:creationId xmlns:a16="http://schemas.microsoft.com/office/drawing/2014/main" id="{06859AF7-89AD-4661-8AC5-CBDE70445408}"/>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US" sz="3200" b="1">
                <a:latin typeface="Times New Roman" panose="02020603050405020304" pitchFamily="18" charset="0"/>
                <a:cs typeface="Times New Roman" pitchFamily="18" charset="0"/>
              </a:rPr>
              <a:t>Instance Method(CO2)</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500"/>
                                        <p:tgtEl>
                                          <p:spTgt spid="3">
                                            <p:txEl>
                                              <p:pRg st="7" end="7"/>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4"/>
                                        </p:tgtEl>
                                        <p:attrNameLst>
                                          <p:attrName>style.visibility</p:attrName>
                                        </p:attrNameLst>
                                      </p:cBhvr>
                                      <p:to>
                                        <p:strVal val="visible"/>
                                      </p:to>
                                    </p:set>
                                    <p:animEffect transition="in" filter="fade">
                                      <p:cBhvr>
                                        <p:cTn id="42" dur="500"/>
                                        <p:tgtEl>
                                          <p:spTgt spid="4"/>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6"/>
                                        </p:tgtEl>
                                        <p:attrNameLst>
                                          <p:attrName>style.visibility</p:attrName>
                                        </p:attrNameLst>
                                      </p:cBhvr>
                                      <p:to>
                                        <p:strVal val="visible"/>
                                      </p:to>
                                    </p:set>
                                    <p:animEffect transition="in" filter="fade">
                                      <p:cBhvr>
                                        <p:cTn id="45" dur="500"/>
                                        <p:tgtEl>
                                          <p:spTgt spid="6"/>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5"/>
                                        </p:tgtEl>
                                        <p:attrNameLst>
                                          <p:attrName>style.visibility</p:attrName>
                                        </p:attrNameLst>
                                      </p:cBhvr>
                                      <p:to>
                                        <p:strVal val="visible"/>
                                      </p:to>
                                    </p:set>
                                    <p:animEffect transition="in" filter="fade">
                                      <p:cBhvr>
                                        <p:cTn id="50" dur="500"/>
                                        <p:tgtEl>
                                          <p:spTgt spid="5"/>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7"/>
                                        </p:tgtEl>
                                        <p:attrNameLst>
                                          <p:attrName>style.visibility</p:attrName>
                                        </p:attrNameLst>
                                      </p:cBhvr>
                                      <p:to>
                                        <p:strVal val="visible"/>
                                      </p:to>
                                    </p:set>
                                    <p:animEffect transition="in" filter="fade">
                                      <p:cBhvr>
                                        <p:cTn id="5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P spid="5" grpId="0" animBg="1"/>
      <p:bldP spid="6" grpId="0" animBg="1"/>
      <p:bldP spid="7" grpId="0" animBg="1"/>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9A9BCA2-1632-4EB3-846E-9AC3CF1C038A}"/>
              </a:ext>
            </a:extLst>
          </p:cNvPr>
          <p:cNvSpPr>
            <a:spLocks noGrp="1"/>
          </p:cNvSpPr>
          <p:nvPr>
            <p:ph idx="1"/>
          </p:nvPr>
        </p:nvSpPr>
        <p:spPr>
          <a:xfrm>
            <a:off x="1600200" y="817563"/>
            <a:ext cx="10439400" cy="5049837"/>
          </a:xfrm>
        </p:spPr>
        <p:txBody>
          <a:bodyPr/>
          <a:lstStyle/>
          <a:p>
            <a:pPr marL="0" indent="0">
              <a:buFont typeface="Arial" panose="020B0604020202020204" pitchFamily="34" charset="0"/>
              <a:buNone/>
            </a:pPr>
            <a:r>
              <a:rPr lang="en-US" altLang="en-US" sz="2800">
                <a:latin typeface="Times New Roman" panose="02020603050405020304" pitchFamily="18" charset="0"/>
                <a:cs typeface="Times New Roman" panose="02020603050405020304" pitchFamily="18" charset="0"/>
              </a:rPr>
              <a:t>Instance methods are bound to object of the class so we call instance method with object name.</a:t>
            </a:r>
          </a:p>
          <a:p>
            <a:pPr marL="0" indent="0">
              <a:buFont typeface="Arial" panose="020B0604020202020204" pitchFamily="34" charset="0"/>
              <a:buNone/>
            </a:pPr>
            <a:endParaRPr lang="en-US" altLang="en-US" sz="200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en-US" sz="2800" b="1">
                <a:latin typeface="Times New Roman" panose="02020603050405020304" pitchFamily="18" charset="0"/>
                <a:cs typeface="Times New Roman" panose="02020603050405020304" pitchFamily="18" charset="0"/>
              </a:rPr>
              <a:t>Syntax:- </a:t>
            </a:r>
            <a:r>
              <a:rPr lang="en-US" altLang="en-US" sz="2800">
                <a:latin typeface="Times New Roman" panose="02020603050405020304" pitchFamily="18" charset="0"/>
                <a:cs typeface="Times New Roman" panose="02020603050405020304" pitchFamily="18" charset="0"/>
              </a:rPr>
              <a:t>object_name.method_name()</a:t>
            </a:r>
          </a:p>
          <a:p>
            <a:pPr marL="0" indent="0">
              <a:buFont typeface="Arial" panose="020B0604020202020204" pitchFamily="34" charset="0"/>
              <a:buNone/>
            </a:pPr>
            <a:r>
              <a:rPr lang="en-US" altLang="en-US" sz="2800">
                <a:latin typeface="Times New Roman" panose="02020603050405020304" pitchFamily="18" charset="0"/>
                <a:cs typeface="Times New Roman" panose="02020603050405020304" pitchFamily="18" charset="0"/>
              </a:rPr>
              <a:t>Ex:- realme.show_model()</a:t>
            </a:r>
          </a:p>
          <a:p>
            <a:pPr marL="0" indent="0">
              <a:buFont typeface="Arial" panose="020B0604020202020204" pitchFamily="34" charset="0"/>
              <a:buNone/>
            </a:pPr>
            <a:r>
              <a:rPr lang="en-US" altLang="en-US" sz="2800">
                <a:latin typeface="Times New Roman" panose="02020603050405020304" pitchFamily="18" charset="0"/>
                <a:cs typeface="Times New Roman" panose="02020603050405020304" pitchFamily="18" charset="0"/>
              </a:rPr>
              <a:t>class Mobile</a:t>
            </a:r>
            <a:r>
              <a:rPr lang="en-US" altLang="en-US" sz="2800" b="1">
                <a:latin typeface="Times New Roman" panose="02020603050405020304" pitchFamily="18" charset="0"/>
                <a:cs typeface="Times New Roman" panose="02020603050405020304" pitchFamily="18" charset="0"/>
              </a:rPr>
              <a:t>:</a:t>
            </a:r>
            <a:endParaRPr lang="en-US" altLang="en-US" sz="280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en-US" sz="2800">
                <a:latin typeface="Times New Roman" panose="02020603050405020304" pitchFamily="18" charset="0"/>
                <a:cs typeface="Times New Roman" panose="02020603050405020304" pitchFamily="18" charset="0"/>
              </a:rPr>
              <a:t>    def show_model(self):</a:t>
            </a:r>
          </a:p>
          <a:p>
            <a:pPr marL="0" indent="0">
              <a:buFont typeface="Arial" panose="020B0604020202020204" pitchFamily="34" charset="0"/>
              <a:buNone/>
            </a:pPr>
            <a:r>
              <a:rPr lang="en-US" altLang="en-US" sz="2800">
                <a:latin typeface="Times New Roman" panose="02020603050405020304" pitchFamily="18" charset="0"/>
                <a:cs typeface="Times New Roman" panose="02020603050405020304" pitchFamily="18" charset="0"/>
              </a:rPr>
              <a:t>            print(“RealMe X”)</a:t>
            </a:r>
            <a:endParaRPr lang="en-US" altLang="en-US" sz="240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en-US" sz="2800">
                <a:latin typeface="Times New Roman" panose="02020603050405020304" pitchFamily="18" charset="0"/>
                <a:cs typeface="Times New Roman" panose="02020603050405020304" pitchFamily="18" charset="0"/>
              </a:rPr>
              <a:t>realme = Mobile( )</a:t>
            </a:r>
          </a:p>
          <a:p>
            <a:pPr marL="0" indent="0">
              <a:buFont typeface="Arial" panose="020B0604020202020204" pitchFamily="34" charset="0"/>
              <a:buNone/>
            </a:pPr>
            <a:r>
              <a:rPr lang="en-US" altLang="en-US" sz="2800">
                <a:latin typeface="Times New Roman" panose="02020603050405020304" pitchFamily="18" charset="0"/>
                <a:cs typeface="Times New Roman" panose="02020603050405020304" pitchFamily="18" charset="0"/>
              </a:rPr>
              <a:t>realme.show_model()</a:t>
            </a:r>
            <a:endParaRPr lang="en-IN" altLang="en-US" sz="280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FC8C830A-B9A0-4168-944D-B4DF564AF70F}"/>
              </a:ext>
            </a:extLst>
          </p:cNvPr>
          <p:cNvSpPr txBox="1"/>
          <p:nvPr/>
        </p:nvSpPr>
        <p:spPr>
          <a:xfrm>
            <a:off x="5549660" y="5500328"/>
            <a:ext cx="3870325" cy="369887"/>
          </a:xfrm>
          <a:prstGeom prst="rect">
            <a:avLst/>
          </a:prstGeom>
        </p:spPr>
        <p:style>
          <a:lnRef idx="2">
            <a:schemeClr val="accent1"/>
          </a:lnRef>
          <a:fillRef idx="1">
            <a:schemeClr val="lt1"/>
          </a:fillRef>
          <a:effectRef idx="0">
            <a:schemeClr val="accent1"/>
          </a:effectRef>
          <a:fontRef idx="minor">
            <a:schemeClr val="dk1"/>
          </a:fontRef>
        </p:style>
        <p:txBody>
          <a:bodyPr wrap="none">
            <a:spAutoFit/>
          </a:bodyPr>
          <a:lstStyle/>
          <a:p>
            <a:pPr>
              <a:defRPr/>
            </a:pPr>
            <a:r>
              <a:rPr lang="en-US"/>
              <a:t>Calling Instance Method w/o Argument</a:t>
            </a:r>
            <a:endParaRPr lang="en-IN"/>
          </a:p>
        </p:txBody>
      </p:sp>
      <p:cxnSp>
        <p:nvCxnSpPr>
          <p:cNvPr id="5" name="Straight Arrow Connector 4">
            <a:extLst>
              <a:ext uri="{FF2B5EF4-FFF2-40B4-BE49-F238E27FC236}">
                <a16:creationId xmlns:a16="http://schemas.microsoft.com/office/drawing/2014/main" id="{9076374E-DEE3-47FD-9F70-AB67F0ADF25F}"/>
              </a:ext>
            </a:extLst>
          </p:cNvPr>
          <p:cNvCxnSpPr/>
          <p:nvPr/>
        </p:nvCxnSpPr>
        <p:spPr>
          <a:xfrm flipH="1" flipV="1">
            <a:off x="5078083" y="5576708"/>
            <a:ext cx="457200" cy="77787"/>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6" name="Date Placeholder 5">
            <a:extLst>
              <a:ext uri="{FF2B5EF4-FFF2-40B4-BE49-F238E27FC236}">
                <a16:creationId xmlns:a16="http://schemas.microsoft.com/office/drawing/2014/main" id="{D8C3E971-27B8-4454-A2D7-B1047B305B5C}"/>
              </a:ext>
            </a:extLst>
          </p:cNvPr>
          <p:cNvSpPr>
            <a:spLocks noGrp="1"/>
          </p:cNvSpPr>
          <p:nvPr>
            <p:ph type="dt" sz="quarter" idx="10"/>
          </p:nvPr>
        </p:nvSpPr>
        <p:spPr/>
        <p:txBody>
          <a:bodyPr/>
          <a:lstStyle/>
          <a:p>
            <a:pPr>
              <a:defRPr/>
            </a:pPr>
            <a:fld id="{5B02A5B3-348A-49B8-8107-5D852EB712FA}" type="datetime1">
              <a:rPr lang="en-US" smtClean="0"/>
              <a:pPr>
                <a:defRPr/>
              </a:pPr>
              <a:t>5/17/2022</a:t>
            </a:fld>
            <a:endParaRPr lang="en-US"/>
          </a:p>
        </p:txBody>
      </p:sp>
      <p:sp>
        <p:nvSpPr>
          <p:cNvPr id="7" name="Footer Placeholder 6">
            <a:extLst>
              <a:ext uri="{FF2B5EF4-FFF2-40B4-BE49-F238E27FC236}">
                <a16:creationId xmlns:a16="http://schemas.microsoft.com/office/drawing/2014/main" id="{1D9F4027-F31B-4E1B-88E1-84463BE80E3D}"/>
              </a:ext>
            </a:extLst>
          </p:cNvPr>
          <p:cNvSpPr>
            <a:spLocks noGrp="1"/>
          </p:cNvSpPr>
          <p:nvPr>
            <p:ph type="ftr" sz="quarter" idx="11"/>
          </p:nvPr>
        </p:nvSpPr>
        <p:spPr>
          <a:xfrm>
            <a:off x="2895600" y="6356350"/>
            <a:ext cx="6858000" cy="365125"/>
          </a:xfrm>
        </p:spPr>
        <p:txBody>
          <a:bodyPr/>
          <a:lstStyle/>
          <a:p>
            <a:pPr>
              <a:defRPr/>
            </a:pPr>
            <a:r>
              <a:rPr lang="en-US"/>
              <a:t>(Programming in Advanced Python)                                 Unit No:2</a:t>
            </a:r>
          </a:p>
        </p:txBody>
      </p:sp>
      <p:sp>
        <p:nvSpPr>
          <p:cNvPr id="63495" name="Slide Number Placeholder 7">
            <a:extLst>
              <a:ext uri="{FF2B5EF4-FFF2-40B4-BE49-F238E27FC236}">
                <a16:creationId xmlns:a16="http://schemas.microsoft.com/office/drawing/2014/main" id="{805F4CCA-964D-4E70-990A-37B0DF7527E8}"/>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D49C813C-FFD9-49D8-B3D8-ED143A267041}" type="slidenum">
              <a:rPr lang="en-US" altLang="en-US" sz="1200">
                <a:solidFill>
                  <a:srgbClr val="898989"/>
                </a:solidFill>
              </a:rPr>
              <a:pPr>
                <a:spcBef>
                  <a:spcPct val="0"/>
                </a:spcBef>
                <a:buFontTx/>
                <a:buNone/>
              </a:pPr>
              <a:t>102</a:t>
            </a:fld>
            <a:endParaRPr lang="en-US" altLang="en-US" sz="1200">
              <a:solidFill>
                <a:srgbClr val="898989"/>
              </a:solidFill>
            </a:endParaRPr>
          </a:p>
        </p:txBody>
      </p:sp>
      <p:sp>
        <p:nvSpPr>
          <p:cNvPr id="10" name="Title 1">
            <a:extLst>
              <a:ext uri="{FF2B5EF4-FFF2-40B4-BE49-F238E27FC236}">
                <a16:creationId xmlns:a16="http://schemas.microsoft.com/office/drawing/2014/main" id="{8B9E5E93-CC0F-4260-B01C-568C988B8A43}"/>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US" sz="3200" b="1">
                <a:latin typeface="Times New Roman" panose="02020603050405020304" pitchFamily="18" charset="0"/>
                <a:cs typeface="Times New Roman" pitchFamily="18" charset="0"/>
              </a:rPr>
              <a:t>Calling Instance Method w/o Argument(CO2)</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500"/>
                                        <p:tgtEl>
                                          <p:spTgt spid="3">
                                            <p:txEl>
                                              <p:pRg st="7" end="7"/>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fade">
                                      <p:cBhvr>
                                        <p:cTn id="42" dur="500"/>
                                        <p:tgtEl>
                                          <p:spTgt spid="3">
                                            <p:txEl>
                                              <p:pRg st="8" end="8"/>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0" presetClass="entr" presetSubtype="0" fill="hold" nodeType="clickEffect">
                                  <p:stCondLst>
                                    <p:cond delay="0"/>
                                  </p:stCondLst>
                                  <p:childTnLst>
                                    <p:set>
                                      <p:cBhvr>
                                        <p:cTn id="46" dur="1" fill="hold">
                                          <p:stCondLst>
                                            <p:cond delay="0"/>
                                          </p:stCondLst>
                                        </p:cTn>
                                        <p:tgtEl>
                                          <p:spTgt spid="5"/>
                                        </p:tgtEl>
                                        <p:attrNameLst>
                                          <p:attrName>style.visibility</p:attrName>
                                        </p:attrNameLst>
                                      </p:cBhvr>
                                      <p:to>
                                        <p:strVal val="visible"/>
                                      </p:to>
                                    </p:set>
                                    <p:animEffect transition="in" filter="fade">
                                      <p:cBhvr>
                                        <p:cTn id="47" dur="500"/>
                                        <p:tgtEl>
                                          <p:spTgt spid="5"/>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4"/>
                                        </p:tgtEl>
                                        <p:attrNameLst>
                                          <p:attrName>style.visibility</p:attrName>
                                        </p:attrNameLst>
                                      </p:cBhvr>
                                      <p:to>
                                        <p:strVal val="visible"/>
                                      </p:to>
                                    </p:set>
                                    <p:animEffect transition="in" filter="fade">
                                      <p:cBhvr>
                                        <p:cTn id="5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EEB36BF-8D72-4FFD-B35B-7928CB44ECA0}"/>
              </a:ext>
            </a:extLst>
          </p:cNvPr>
          <p:cNvSpPr>
            <a:spLocks noGrp="1"/>
          </p:cNvSpPr>
          <p:nvPr>
            <p:ph idx="1"/>
          </p:nvPr>
        </p:nvSpPr>
        <p:spPr>
          <a:xfrm>
            <a:off x="1600200" y="817563"/>
            <a:ext cx="10363200" cy="5049837"/>
          </a:xfrm>
        </p:spPr>
        <p:txBody>
          <a:bodyPr/>
          <a:lstStyle/>
          <a:p>
            <a:pPr marL="0" indent="0">
              <a:buFont typeface="Arial" panose="020B0604020202020204" pitchFamily="34" charset="0"/>
              <a:buNone/>
            </a:pPr>
            <a:r>
              <a:rPr lang="en-US" altLang="en-US" sz="2400" b="1">
                <a:latin typeface="Times New Roman" panose="02020603050405020304" pitchFamily="18" charset="0"/>
                <a:cs typeface="Times New Roman" panose="02020603050405020304" pitchFamily="18" charset="0"/>
              </a:rPr>
              <a:t>Syntax:- </a:t>
            </a:r>
            <a:r>
              <a:rPr lang="en-US" altLang="en-US" sz="2400">
                <a:latin typeface="Times New Roman" panose="02020603050405020304" pitchFamily="18" charset="0"/>
                <a:cs typeface="Times New Roman" panose="02020603050405020304" pitchFamily="18" charset="0"/>
              </a:rPr>
              <a:t>object_name.method_name(Actual_argument)</a:t>
            </a:r>
          </a:p>
          <a:p>
            <a:pPr marL="0" indent="0">
              <a:buFont typeface="Arial" panose="020B0604020202020204" pitchFamily="34" charset="0"/>
              <a:buNone/>
            </a:pPr>
            <a:r>
              <a:rPr lang="en-US" altLang="en-US" sz="2400">
                <a:latin typeface="Times New Roman" panose="02020603050405020304" pitchFamily="18" charset="0"/>
                <a:cs typeface="Times New Roman" panose="02020603050405020304" pitchFamily="18" charset="0"/>
              </a:rPr>
              <a:t>Ex:- realme.show_model(1000)</a:t>
            </a:r>
          </a:p>
          <a:p>
            <a:pPr marL="0" indent="0">
              <a:buFont typeface="Arial" panose="020B0604020202020204" pitchFamily="34" charset="0"/>
              <a:buNone/>
            </a:pPr>
            <a:r>
              <a:rPr lang="en-US" altLang="en-US" sz="2400">
                <a:latin typeface="Times New Roman" panose="02020603050405020304" pitchFamily="18" charset="0"/>
                <a:cs typeface="Times New Roman" panose="02020603050405020304" pitchFamily="18" charset="0"/>
              </a:rPr>
              <a:t>class Mobile</a:t>
            </a:r>
            <a:r>
              <a:rPr lang="en-US" altLang="en-US" sz="2400" b="1">
                <a:latin typeface="Times New Roman" panose="02020603050405020304" pitchFamily="18" charset="0"/>
                <a:cs typeface="Times New Roman" panose="02020603050405020304" pitchFamily="18" charset="0"/>
              </a:rPr>
              <a:t>:</a:t>
            </a:r>
          </a:p>
          <a:p>
            <a:pPr marL="0" indent="0">
              <a:buFont typeface="Arial" panose="020B0604020202020204" pitchFamily="34" charset="0"/>
              <a:buNone/>
            </a:pPr>
            <a:r>
              <a:rPr lang="en-US" altLang="en-US" sz="2400">
                <a:latin typeface="Times New Roman" panose="02020603050405020304" pitchFamily="18" charset="0"/>
                <a:cs typeface="Times New Roman" panose="02020603050405020304" pitchFamily="18" charset="0"/>
              </a:rPr>
              <a:t>     def __init__(self):</a:t>
            </a:r>
          </a:p>
          <a:p>
            <a:pPr marL="0" indent="0">
              <a:buFont typeface="Arial" panose="020B0604020202020204" pitchFamily="34" charset="0"/>
              <a:buNone/>
            </a:pPr>
            <a:r>
              <a:rPr lang="en-US" altLang="en-US" sz="2400">
                <a:latin typeface="Times New Roman" panose="02020603050405020304" pitchFamily="18" charset="0"/>
                <a:cs typeface="Times New Roman" panose="02020603050405020304" pitchFamily="18" charset="0"/>
              </a:rPr>
              <a:t>            self.model = ‘RealMe X’</a:t>
            </a:r>
          </a:p>
          <a:p>
            <a:pPr marL="0" indent="0">
              <a:buFont typeface="Arial" panose="020B0604020202020204" pitchFamily="34" charset="0"/>
              <a:buNone/>
            </a:pPr>
            <a:r>
              <a:rPr lang="en-US" altLang="en-US" sz="2400">
                <a:latin typeface="Times New Roman" panose="02020603050405020304" pitchFamily="18" charset="0"/>
                <a:cs typeface="Times New Roman" panose="02020603050405020304" pitchFamily="18" charset="0"/>
              </a:rPr>
              <a:t>    def show_model(self, p):</a:t>
            </a:r>
          </a:p>
          <a:p>
            <a:pPr marL="0" indent="0">
              <a:buFont typeface="Arial" panose="020B0604020202020204" pitchFamily="34" charset="0"/>
              <a:buNone/>
            </a:pPr>
            <a:r>
              <a:rPr lang="en-US" altLang="en-US" sz="2400">
                <a:latin typeface="Times New Roman" panose="02020603050405020304" pitchFamily="18" charset="0"/>
                <a:cs typeface="Times New Roman" panose="02020603050405020304" pitchFamily="18" charset="0"/>
              </a:rPr>
              <a:t>            self.price = p</a:t>
            </a:r>
          </a:p>
          <a:p>
            <a:pPr marL="0" indent="0">
              <a:buFont typeface="Arial" panose="020B0604020202020204" pitchFamily="34" charset="0"/>
              <a:buNone/>
            </a:pPr>
            <a:r>
              <a:rPr lang="en-US" altLang="en-US" sz="2400">
                <a:latin typeface="Times New Roman" panose="02020603050405020304" pitchFamily="18" charset="0"/>
                <a:cs typeface="Times New Roman" panose="02020603050405020304" pitchFamily="18" charset="0"/>
              </a:rPr>
              <a:t>            print(self.model, self.price)</a:t>
            </a:r>
          </a:p>
          <a:p>
            <a:pPr marL="0" indent="0">
              <a:buFont typeface="Arial" panose="020B0604020202020204" pitchFamily="34" charset="0"/>
              <a:buNone/>
            </a:pPr>
            <a:endParaRPr lang="en-US" altLang="en-US" sz="240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en-US" sz="2400">
                <a:latin typeface="Times New Roman" panose="02020603050405020304" pitchFamily="18" charset="0"/>
                <a:cs typeface="Times New Roman" panose="02020603050405020304" pitchFamily="18" charset="0"/>
              </a:rPr>
              <a:t>realme = Mobile( )</a:t>
            </a:r>
          </a:p>
          <a:p>
            <a:pPr marL="0" indent="0">
              <a:buFont typeface="Arial" panose="020B0604020202020204" pitchFamily="34" charset="0"/>
              <a:buNone/>
            </a:pPr>
            <a:r>
              <a:rPr lang="en-US" altLang="en-US" sz="2400">
                <a:latin typeface="Times New Roman" panose="02020603050405020304" pitchFamily="18" charset="0"/>
                <a:cs typeface="Times New Roman" panose="02020603050405020304" pitchFamily="18" charset="0"/>
              </a:rPr>
              <a:t>realme.show_model(1000)</a:t>
            </a:r>
            <a:endParaRPr lang="en-IN" altLang="en-US" sz="240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2CEC3847-C4D6-4925-960C-B9F6643D23B8}"/>
              </a:ext>
            </a:extLst>
          </p:cNvPr>
          <p:cNvSpPr txBox="1"/>
          <p:nvPr/>
        </p:nvSpPr>
        <p:spPr>
          <a:xfrm>
            <a:off x="5762625" y="5307013"/>
            <a:ext cx="3368675" cy="400050"/>
          </a:xfrm>
          <a:prstGeom prst="rect">
            <a:avLst/>
          </a:prstGeom>
        </p:spPr>
        <p:style>
          <a:lnRef idx="2">
            <a:schemeClr val="accent1"/>
          </a:lnRef>
          <a:fillRef idx="1">
            <a:schemeClr val="lt1"/>
          </a:fillRef>
          <a:effectRef idx="0">
            <a:schemeClr val="accent1"/>
          </a:effectRef>
          <a:fontRef idx="minor">
            <a:schemeClr val="dk1"/>
          </a:fontRef>
        </p:style>
        <p:txBody>
          <a:bodyPr wrap="none">
            <a:spAutoFit/>
          </a:bodyPr>
          <a:lstStyle/>
          <a:p>
            <a:pPr>
              <a:defRPr/>
            </a:pPr>
            <a:r>
              <a:rPr lang="en-US" sz="2000"/>
              <a:t>Calling Method with argument</a:t>
            </a:r>
            <a:endParaRPr lang="en-IN" sz="2000"/>
          </a:p>
        </p:txBody>
      </p:sp>
      <p:cxnSp>
        <p:nvCxnSpPr>
          <p:cNvPr id="7" name="Straight Arrow Connector 6">
            <a:extLst>
              <a:ext uri="{FF2B5EF4-FFF2-40B4-BE49-F238E27FC236}">
                <a16:creationId xmlns:a16="http://schemas.microsoft.com/office/drawing/2014/main" id="{9FD940B1-DC35-4B26-97B3-6FF5DE5C4C20}"/>
              </a:ext>
            </a:extLst>
          </p:cNvPr>
          <p:cNvCxnSpPr/>
          <p:nvPr/>
        </p:nvCxnSpPr>
        <p:spPr>
          <a:xfrm flipH="1" flipV="1">
            <a:off x="5305425" y="5421313"/>
            <a:ext cx="457200" cy="77787"/>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4" name="Date Placeholder 3">
            <a:extLst>
              <a:ext uri="{FF2B5EF4-FFF2-40B4-BE49-F238E27FC236}">
                <a16:creationId xmlns:a16="http://schemas.microsoft.com/office/drawing/2014/main" id="{E70A8D61-E97E-43B3-ADB2-ED05385630B6}"/>
              </a:ext>
            </a:extLst>
          </p:cNvPr>
          <p:cNvSpPr>
            <a:spLocks noGrp="1"/>
          </p:cNvSpPr>
          <p:nvPr>
            <p:ph type="dt" sz="quarter" idx="10"/>
          </p:nvPr>
        </p:nvSpPr>
        <p:spPr/>
        <p:txBody>
          <a:bodyPr/>
          <a:lstStyle/>
          <a:p>
            <a:pPr>
              <a:defRPr/>
            </a:pPr>
            <a:fld id="{00055593-AED1-4541-A60C-C8369DB16FF9}" type="datetime1">
              <a:rPr lang="en-US" smtClean="0"/>
              <a:pPr>
                <a:defRPr/>
              </a:pPr>
              <a:t>5/17/2022</a:t>
            </a:fld>
            <a:endParaRPr lang="en-US"/>
          </a:p>
        </p:txBody>
      </p:sp>
      <p:sp>
        <p:nvSpPr>
          <p:cNvPr id="5" name="Footer Placeholder 4">
            <a:extLst>
              <a:ext uri="{FF2B5EF4-FFF2-40B4-BE49-F238E27FC236}">
                <a16:creationId xmlns:a16="http://schemas.microsoft.com/office/drawing/2014/main" id="{3A113B69-5648-4A21-90B0-079564FFBCE0}"/>
              </a:ext>
            </a:extLst>
          </p:cNvPr>
          <p:cNvSpPr>
            <a:spLocks noGrp="1"/>
          </p:cNvSpPr>
          <p:nvPr>
            <p:ph type="ftr" sz="quarter" idx="11"/>
          </p:nvPr>
        </p:nvSpPr>
        <p:spPr>
          <a:xfrm>
            <a:off x="2895600" y="6356350"/>
            <a:ext cx="6934200" cy="365125"/>
          </a:xfrm>
        </p:spPr>
        <p:txBody>
          <a:bodyPr/>
          <a:lstStyle/>
          <a:p>
            <a:pPr>
              <a:defRPr/>
            </a:pPr>
            <a:r>
              <a:rPr lang="en-US"/>
              <a:t>(Programming in Advanced Python)                                 Unit No:2</a:t>
            </a:r>
          </a:p>
        </p:txBody>
      </p:sp>
      <p:sp>
        <p:nvSpPr>
          <p:cNvPr id="64519" name="Slide Number Placeholder 7">
            <a:extLst>
              <a:ext uri="{FF2B5EF4-FFF2-40B4-BE49-F238E27FC236}">
                <a16:creationId xmlns:a16="http://schemas.microsoft.com/office/drawing/2014/main" id="{3FE3055D-C3E9-48D1-8485-C4731BBEC3F1}"/>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23AFCDCE-FA55-4A84-8A09-B244642175EA}" type="slidenum">
              <a:rPr lang="en-US" altLang="en-US" sz="1200">
                <a:solidFill>
                  <a:srgbClr val="898989"/>
                </a:solidFill>
              </a:rPr>
              <a:pPr>
                <a:spcBef>
                  <a:spcPct val="0"/>
                </a:spcBef>
                <a:buFontTx/>
                <a:buNone/>
              </a:pPr>
              <a:t>103</a:t>
            </a:fld>
            <a:endParaRPr lang="en-US" altLang="en-US" sz="1200">
              <a:solidFill>
                <a:srgbClr val="898989"/>
              </a:solidFill>
            </a:endParaRPr>
          </a:p>
        </p:txBody>
      </p:sp>
      <p:sp>
        <p:nvSpPr>
          <p:cNvPr id="10" name="Title 1">
            <a:extLst>
              <a:ext uri="{FF2B5EF4-FFF2-40B4-BE49-F238E27FC236}">
                <a16:creationId xmlns:a16="http://schemas.microsoft.com/office/drawing/2014/main" id="{C3D02AAA-D25C-4683-A361-598716442A01}"/>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US" sz="3200" b="1">
                <a:latin typeface="Times New Roman" panose="02020603050405020304" pitchFamily="18" charset="0"/>
                <a:cs typeface="Times New Roman" pitchFamily="18" charset="0"/>
              </a:rPr>
              <a:t>Calling Instance Method with Argument(CO2)</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animEffect transition="in" filter="fade">
                                      <p:cBhvr>
                                        <p:cTn id="47" dur="500"/>
                                        <p:tgtEl>
                                          <p:spTgt spid="3">
                                            <p:txEl>
                                              <p:pRg st="9" end="9"/>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10" end="10"/>
                                            </p:txEl>
                                          </p:spTgt>
                                        </p:tgtEl>
                                        <p:attrNameLst>
                                          <p:attrName>style.visibility</p:attrName>
                                        </p:attrNameLst>
                                      </p:cBhvr>
                                      <p:to>
                                        <p:strVal val="visible"/>
                                      </p:to>
                                    </p:set>
                                    <p:animEffect transition="in" filter="fade">
                                      <p:cBhvr>
                                        <p:cTn id="52" dur="500"/>
                                        <p:tgtEl>
                                          <p:spTgt spid="3">
                                            <p:txEl>
                                              <p:pRg st="10" end="10"/>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10" presetClass="entr" presetSubtype="0" fill="hold" nodeType="clickEffect">
                                  <p:stCondLst>
                                    <p:cond delay="0"/>
                                  </p:stCondLst>
                                  <p:childTnLst>
                                    <p:set>
                                      <p:cBhvr>
                                        <p:cTn id="56" dur="1" fill="hold">
                                          <p:stCondLst>
                                            <p:cond delay="0"/>
                                          </p:stCondLst>
                                        </p:cTn>
                                        <p:tgtEl>
                                          <p:spTgt spid="7"/>
                                        </p:tgtEl>
                                        <p:attrNameLst>
                                          <p:attrName>style.visibility</p:attrName>
                                        </p:attrNameLst>
                                      </p:cBhvr>
                                      <p:to>
                                        <p:strVal val="visible"/>
                                      </p:to>
                                    </p:set>
                                    <p:animEffect transition="in" filter="fade">
                                      <p:cBhvr>
                                        <p:cTn id="57" dur="500"/>
                                        <p:tgtEl>
                                          <p:spTgt spid="7"/>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6"/>
                                        </p:tgtEl>
                                        <p:attrNameLst>
                                          <p:attrName>style.visibility</p:attrName>
                                        </p:attrNameLst>
                                      </p:cBhvr>
                                      <p:to>
                                        <p:strVal val="visible"/>
                                      </p:to>
                                    </p:set>
                                    <p:animEffect transition="in" filter="fade">
                                      <p:cBhvr>
                                        <p:cTn id="6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6" grpId="0" animBg="1"/>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11FF128-CE52-4BCD-839C-A21BFC4502A4}"/>
              </a:ext>
            </a:extLst>
          </p:cNvPr>
          <p:cNvSpPr>
            <a:spLocks noGrp="1"/>
          </p:cNvSpPr>
          <p:nvPr>
            <p:ph idx="1"/>
          </p:nvPr>
        </p:nvSpPr>
        <p:spPr>
          <a:xfrm>
            <a:off x="1600200" y="990600"/>
            <a:ext cx="10439400" cy="5233988"/>
          </a:xfrm>
        </p:spPr>
        <p:txBody>
          <a:bodyPr/>
          <a:lstStyle/>
          <a:p>
            <a:pPr marL="0" indent="0">
              <a:buFont typeface="Arial" panose="020B0604020202020204" pitchFamily="34" charset="0"/>
              <a:buNone/>
            </a:pPr>
            <a:r>
              <a:rPr lang="en-US" altLang="en-US" sz="2800">
                <a:latin typeface="Times New Roman" panose="02020603050405020304" pitchFamily="18" charset="0"/>
                <a:cs typeface="Times New Roman" panose="02020603050405020304" pitchFamily="18" charset="0"/>
              </a:rPr>
              <a:t>This method is used to access or read data of the variables. This method do not modify the data in the variable. This is also called as getter method.</a:t>
            </a:r>
          </a:p>
          <a:p>
            <a:pPr marL="0" indent="0">
              <a:buFont typeface="Arial" panose="020B0604020202020204" pitchFamily="34" charset="0"/>
              <a:buNone/>
            </a:pPr>
            <a:endParaRPr lang="en-US" altLang="en-US" sz="200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en-US" sz="2400">
                <a:latin typeface="Times New Roman" panose="02020603050405020304" pitchFamily="18" charset="0"/>
                <a:cs typeface="Times New Roman" panose="02020603050405020304" pitchFamily="18" charset="0"/>
              </a:rPr>
              <a:t>Ex:-</a:t>
            </a:r>
          </a:p>
          <a:p>
            <a:pPr marL="0" indent="0">
              <a:buFont typeface="Arial" panose="020B0604020202020204" pitchFamily="34" charset="0"/>
              <a:buNone/>
            </a:pPr>
            <a:r>
              <a:rPr lang="en-US" altLang="en-US" sz="2800">
                <a:latin typeface="Times New Roman" panose="02020603050405020304" pitchFamily="18" charset="0"/>
                <a:cs typeface="Times New Roman" panose="02020603050405020304" pitchFamily="18" charset="0"/>
              </a:rPr>
              <a:t>def get_value(self):</a:t>
            </a:r>
          </a:p>
          <a:p>
            <a:pPr marL="0" indent="0">
              <a:buFont typeface="Arial" panose="020B0604020202020204" pitchFamily="34" charset="0"/>
              <a:buNone/>
            </a:pPr>
            <a:r>
              <a:rPr lang="en-US" altLang="en-US" sz="2800">
                <a:latin typeface="Times New Roman" panose="02020603050405020304" pitchFamily="18" charset="0"/>
                <a:cs typeface="Times New Roman" panose="02020603050405020304" pitchFamily="18" charset="0"/>
              </a:rPr>
              <a:t>def get_result(self):</a:t>
            </a:r>
          </a:p>
          <a:p>
            <a:pPr marL="0" indent="0">
              <a:buFont typeface="Arial" panose="020B0604020202020204" pitchFamily="34" charset="0"/>
              <a:buNone/>
            </a:pPr>
            <a:r>
              <a:rPr lang="en-US" altLang="en-US" sz="2800">
                <a:latin typeface="Times New Roman" panose="02020603050405020304" pitchFamily="18" charset="0"/>
                <a:cs typeface="Times New Roman" panose="02020603050405020304" pitchFamily="18" charset="0"/>
              </a:rPr>
              <a:t>def get_name(self):</a:t>
            </a:r>
          </a:p>
          <a:p>
            <a:pPr marL="0" indent="0">
              <a:buFont typeface="Arial" panose="020B0604020202020204" pitchFamily="34" charset="0"/>
              <a:buNone/>
            </a:pPr>
            <a:r>
              <a:rPr lang="en-US" altLang="en-US" sz="2800">
                <a:latin typeface="Times New Roman" panose="02020603050405020304" pitchFamily="18" charset="0"/>
                <a:cs typeface="Times New Roman" panose="02020603050405020304" pitchFamily="18" charset="0"/>
              </a:rPr>
              <a:t>def get_id(self):</a:t>
            </a:r>
          </a:p>
        </p:txBody>
      </p:sp>
      <p:sp>
        <p:nvSpPr>
          <p:cNvPr id="4" name="Rectangle 3">
            <a:extLst>
              <a:ext uri="{FF2B5EF4-FFF2-40B4-BE49-F238E27FC236}">
                <a16:creationId xmlns:a16="http://schemas.microsoft.com/office/drawing/2014/main" id="{213DC521-44B5-427D-B930-9FA4765C2AF3}"/>
              </a:ext>
            </a:extLst>
          </p:cNvPr>
          <p:cNvSpPr>
            <a:spLocks noChangeArrowheads="1"/>
          </p:cNvSpPr>
          <p:nvPr/>
        </p:nvSpPr>
        <p:spPr bwMode="auto">
          <a:xfrm>
            <a:off x="5715000" y="2463800"/>
            <a:ext cx="5715000" cy="3970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2800">
                <a:latin typeface="Times New Roman" panose="02020603050405020304" pitchFamily="18" charset="0"/>
                <a:cs typeface="Times New Roman" panose="02020603050405020304" pitchFamily="18" charset="0"/>
              </a:rPr>
              <a:t>class Mobile</a:t>
            </a:r>
            <a:r>
              <a:rPr lang="en-US" altLang="en-US" sz="2800" b="1">
                <a:latin typeface="Times New Roman" panose="02020603050405020304" pitchFamily="18" charset="0"/>
                <a:cs typeface="Times New Roman" panose="02020603050405020304" pitchFamily="18" charset="0"/>
              </a:rPr>
              <a:t>:</a:t>
            </a:r>
          </a:p>
          <a:p>
            <a:pPr>
              <a:spcBef>
                <a:spcPct val="0"/>
              </a:spcBef>
              <a:buFontTx/>
              <a:buNone/>
            </a:pPr>
            <a:r>
              <a:rPr lang="en-US" altLang="en-US" sz="2800">
                <a:latin typeface="Times New Roman" panose="02020603050405020304" pitchFamily="18" charset="0"/>
                <a:cs typeface="Times New Roman" panose="02020603050405020304" pitchFamily="18" charset="0"/>
              </a:rPr>
              <a:t>    def __init__(self):</a:t>
            </a:r>
          </a:p>
          <a:p>
            <a:pPr>
              <a:spcBef>
                <a:spcPct val="0"/>
              </a:spcBef>
              <a:buFontTx/>
              <a:buNone/>
            </a:pPr>
            <a:r>
              <a:rPr lang="en-US" altLang="en-US" sz="2800">
                <a:latin typeface="Times New Roman" panose="02020603050405020304" pitchFamily="18" charset="0"/>
                <a:cs typeface="Times New Roman" panose="02020603050405020304" pitchFamily="18" charset="0"/>
              </a:rPr>
              <a:t>           self.model = ‘RealMe X’</a:t>
            </a:r>
          </a:p>
          <a:p>
            <a:pPr>
              <a:spcBef>
                <a:spcPct val="0"/>
              </a:spcBef>
              <a:buFontTx/>
              <a:buNone/>
            </a:pPr>
            <a:r>
              <a:rPr lang="en-US" altLang="en-US" sz="2800">
                <a:latin typeface="Times New Roman" panose="02020603050405020304" pitchFamily="18" charset="0"/>
                <a:cs typeface="Times New Roman" panose="02020603050405020304" pitchFamily="18" charset="0"/>
              </a:rPr>
              <a:t>    def get_model(self):</a:t>
            </a:r>
          </a:p>
          <a:p>
            <a:pPr>
              <a:spcBef>
                <a:spcPct val="0"/>
              </a:spcBef>
              <a:buFontTx/>
              <a:buNone/>
            </a:pPr>
            <a:r>
              <a:rPr lang="en-US" altLang="en-US" sz="2800">
                <a:latin typeface="Times New Roman" panose="02020603050405020304" pitchFamily="18" charset="0"/>
                <a:cs typeface="Times New Roman" panose="02020603050405020304" pitchFamily="18" charset="0"/>
              </a:rPr>
              <a:t>            return self.model</a:t>
            </a:r>
          </a:p>
          <a:p>
            <a:pPr>
              <a:spcBef>
                <a:spcPct val="0"/>
              </a:spcBef>
              <a:buFontTx/>
              <a:buNone/>
            </a:pPr>
            <a:endParaRPr lang="en-US" altLang="en-US" sz="2800">
              <a:latin typeface="Times New Roman" panose="02020603050405020304" pitchFamily="18" charset="0"/>
              <a:cs typeface="Times New Roman" panose="02020603050405020304" pitchFamily="18" charset="0"/>
            </a:endParaRPr>
          </a:p>
          <a:p>
            <a:pPr>
              <a:spcBef>
                <a:spcPct val="0"/>
              </a:spcBef>
              <a:buFontTx/>
              <a:buNone/>
            </a:pPr>
            <a:r>
              <a:rPr lang="en-US" altLang="en-US" sz="2800">
                <a:latin typeface="Times New Roman" panose="02020603050405020304" pitchFamily="18" charset="0"/>
                <a:cs typeface="Times New Roman" panose="02020603050405020304" pitchFamily="18" charset="0"/>
              </a:rPr>
              <a:t>realme = Mobile( )</a:t>
            </a:r>
          </a:p>
          <a:p>
            <a:pPr>
              <a:spcBef>
                <a:spcPct val="0"/>
              </a:spcBef>
              <a:buFontTx/>
              <a:buNone/>
            </a:pPr>
            <a:r>
              <a:rPr lang="en-US" altLang="en-US" sz="2800">
                <a:latin typeface="Times New Roman" panose="02020603050405020304" pitchFamily="18" charset="0"/>
                <a:cs typeface="Times New Roman" panose="02020603050405020304" pitchFamily="18" charset="0"/>
              </a:rPr>
              <a:t>m = realme.get_model()</a:t>
            </a:r>
          </a:p>
          <a:p>
            <a:pPr>
              <a:spcBef>
                <a:spcPct val="0"/>
              </a:spcBef>
              <a:buFontTx/>
              <a:buNone/>
            </a:pPr>
            <a:r>
              <a:rPr lang="en-US" altLang="en-US" sz="2800">
                <a:latin typeface="Times New Roman" panose="02020603050405020304" pitchFamily="18" charset="0"/>
                <a:cs typeface="Times New Roman" panose="02020603050405020304" pitchFamily="18" charset="0"/>
              </a:rPr>
              <a:t>print(m)</a:t>
            </a:r>
            <a:endParaRPr lang="en-IN" altLang="en-US" sz="280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97CA7D20-224E-4E0E-96F8-E23B20314782}"/>
              </a:ext>
            </a:extLst>
          </p:cNvPr>
          <p:cNvSpPr>
            <a:spLocks noGrp="1"/>
          </p:cNvSpPr>
          <p:nvPr>
            <p:ph type="dt" sz="quarter" idx="10"/>
          </p:nvPr>
        </p:nvSpPr>
        <p:spPr/>
        <p:txBody>
          <a:bodyPr/>
          <a:lstStyle/>
          <a:p>
            <a:pPr>
              <a:defRPr/>
            </a:pPr>
            <a:fld id="{34CF8A93-095F-4D09-8FF5-B452CC46BDDD}" type="datetime1">
              <a:rPr lang="en-US" smtClean="0"/>
              <a:pPr>
                <a:defRPr/>
              </a:pPr>
              <a:t>5/17/2022</a:t>
            </a:fld>
            <a:endParaRPr lang="en-US"/>
          </a:p>
        </p:txBody>
      </p:sp>
      <p:sp>
        <p:nvSpPr>
          <p:cNvPr id="6" name="Footer Placeholder 5">
            <a:extLst>
              <a:ext uri="{FF2B5EF4-FFF2-40B4-BE49-F238E27FC236}">
                <a16:creationId xmlns:a16="http://schemas.microsoft.com/office/drawing/2014/main" id="{42968396-E11F-4D7F-BB14-7AB0D8ABFB3A}"/>
              </a:ext>
            </a:extLst>
          </p:cNvPr>
          <p:cNvSpPr>
            <a:spLocks noGrp="1"/>
          </p:cNvSpPr>
          <p:nvPr>
            <p:ph type="ftr" sz="quarter" idx="11"/>
          </p:nvPr>
        </p:nvSpPr>
        <p:spPr>
          <a:xfrm>
            <a:off x="2895600" y="6356350"/>
            <a:ext cx="6934200" cy="365125"/>
          </a:xfrm>
        </p:spPr>
        <p:txBody>
          <a:bodyPr/>
          <a:lstStyle/>
          <a:p>
            <a:pPr>
              <a:defRPr/>
            </a:pPr>
            <a:r>
              <a:rPr lang="en-US"/>
              <a:t>(Programming in Advanced Python)                                 Unit No:2</a:t>
            </a:r>
          </a:p>
        </p:txBody>
      </p:sp>
      <p:sp>
        <p:nvSpPr>
          <p:cNvPr id="65542" name="Slide Number Placeholder 6">
            <a:extLst>
              <a:ext uri="{FF2B5EF4-FFF2-40B4-BE49-F238E27FC236}">
                <a16:creationId xmlns:a16="http://schemas.microsoft.com/office/drawing/2014/main" id="{038E21EE-D517-41C6-B440-40FA24268C0E}"/>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819C6E10-6470-4C0E-B5D4-42B5FADE4356}" type="slidenum">
              <a:rPr lang="en-US" altLang="en-US" sz="1200">
                <a:solidFill>
                  <a:srgbClr val="898989"/>
                </a:solidFill>
              </a:rPr>
              <a:pPr>
                <a:spcBef>
                  <a:spcPct val="0"/>
                </a:spcBef>
                <a:buFontTx/>
                <a:buNone/>
              </a:pPr>
              <a:t>104</a:t>
            </a:fld>
            <a:endParaRPr lang="en-US" altLang="en-US" sz="1200">
              <a:solidFill>
                <a:srgbClr val="898989"/>
              </a:solidFill>
            </a:endParaRPr>
          </a:p>
        </p:txBody>
      </p:sp>
      <p:sp>
        <p:nvSpPr>
          <p:cNvPr id="9" name="Title 1">
            <a:extLst>
              <a:ext uri="{FF2B5EF4-FFF2-40B4-BE49-F238E27FC236}">
                <a16:creationId xmlns:a16="http://schemas.microsoft.com/office/drawing/2014/main" id="{71063CA5-798F-44D3-A666-C8764F5A5326}"/>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US" sz="3200" b="1">
                <a:latin typeface="Times New Roman" panose="02020603050405020304" pitchFamily="18" charset="0"/>
                <a:cs typeface="Times New Roman" pitchFamily="18" charset="0"/>
              </a:rPr>
              <a:t>Accessor Method(CO2)</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4">
                                            <p:txEl>
                                              <p:pRg st="0" end="0"/>
                                            </p:txEl>
                                          </p:spTgt>
                                        </p:tgtEl>
                                        <p:attrNameLst>
                                          <p:attrName>style.visibility</p:attrName>
                                        </p:attrNameLst>
                                      </p:cBhvr>
                                      <p:to>
                                        <p:strVal val="visible"/>
                                      </p:to>
                                    </p:set>
                                    <p:animEffect transition="in" filter="fade">
                                      <p:cBhvr>
                                        <p:cTn id="37" dur="500"/>
                                        <p:tgtEl>
                                          <p:spTgt spid="4">
                                            <p:txEl>
                                              <p:pRg st="0" end="0"/>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4">
                                            <p:txEl>
                                              <p:pRg st="1" end="1"/>
                                            </p:txEl>
                                          </p:spTgt>
                                        </p:tgtEl>
                                        <p:attrNameLst>
                                          <p:attrName>style.visibility</p:attrName>
                                        </p:attrNameLst>
                                      </p:cBhvr>
                                      <p:to>
                                        <p:strVal val="visible"/>
                                      </p:to>
                                    </p:set>
                                    <p:animEffect transition="in" filter="fade">
                                      <p:cBhvr>
                                        <p:cTn id="42" dur="500"/>
                                        <p:tgtEl>
                                          <p:spTgt spid="4">
                                            <p:txEl>
                                              <p:pRg st="1" end="1"/>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4">
                                            <p:txEl>
                                              <p:pRg st="2" end="2"/>
                                            </p:txEl>
                                          </p:spTgt>
                                        </p:tgtEl>
                                        <p:attrNameLst>
                                          <p:attrName>style.visibility</p:attrName>
                                        </p:attrNameLst>
                                      </p:cBhvr>
                                      <p:to>
                                        <p:strVal val="visible"/>
                                      </p:to>
                                    </p:set>
                                    <p:animEffect transition="in" filter="fade">
                                      <p:cBhvr>
                                        <p:cTn id="47" dur="500"/>
                                        <p:tgtEl>
                                          <p:spTgt spid="4">
                                            <p:txEl>
                                              <p:pRg st="2" end="2"/>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4">
                                            <p:txEl>
                                              <p:pRg st="3" end="3"/>
                                            </p:txEl>
                                          </p:spTgt>
                                        </p:tgtEl>
                                        <p:attrNameLst>
                                          <p:attrName>style.visibility</p:attrName>
                                        </p:attrNameLst>
                                      </p:cBhvr>
                                      <p:to>
                                        <p:strVal val="visible"/>
                                      </p:to>
                                    </p:set>
                                    <p:animEffect transition="in" filter="fade">
                                      <p:cBhvr>
                                        <p:cTn id="52" dur="500"/>
                                        <p:tgtEl>
                                          <p:spTgt spid="4">
                                            <p:txEl>
                                              <p:pRg st="3" end="3"/>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4">
                                            <p:txEl>
                                              <p:pRg st="4" end="4"/>
                                            </p:txEl>
                                          </p:spTgt>
                                        </p:tgtEl>
                                        <p:attrNameLst>
                                          <p:attrName>style.visibility</p:attrName>
                                        </p:attrNameLst>
                                      </p:cBhvr>
                                      <p:to>
                                        <p:strVal val="visible"/>
                                      </p:to>
                                    </p:set>
                                    <p:animEffect transition="in" filter="fade">
                                      <p:cBhvr>
                                        <p:cTn id="57" dur="500"/>
                                        <p:tgtEl>
                                          <p:spTgt spid="4">
                                            <p:txEl>
                                              <p:pRg st="4" end="4"/>
                                            </p:txEl>
                                          </p:spTgt>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4">
                                            <p:txEl>
                                              <p:pRg st="6" end="6"/>
                                            </p:txEl>
                                          </p:spTgt>
                                        </p:tgtEl>
                                        <p:attrNameLst>
                                          <p:attrName>style.visibility</p:attrName>
                                        </p:attrNameLst>
                                      </p:cBhvr>
                                      <p:to>
                                        <p:strVal val="visible"/>
                                      </p:to>
                                    </p:set>
                                    <p:animEffect transition="in" filter="fade">
                                      <p:cBhvr>
                                        <p:cTn id="62" dur="500"/>
                                        <p:tgtEl>
                                          <p:spTgt spid="4">
                                            <p:txEl>
                                              <p:pRg st="6" end="6"/>
                                            </p:txEl>
                                          </p:spTgt>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4">
                                            <p:txEl>
                                              <p:pRg st="7" end="7"/>
                                            </p:txEl>
                                          </p:spTgt>
                                        </p:tgtEl>
                                        <p:attrNameLst>
                                          <p:attrName>style.visibility</p:attrName>
                                        </p:attrNameLst>
                                      </p:cBhvr>
                                      <p:to>
                                        <p:strVal val="visible"/>
                                      </p:to>
                                    </p:set>
                                    <p:animEffect transition="in" filter="fade">
                                      <p:cBhvr>
                                        <p:cTn id="67" dur="500"/>
                                        <p:tgtEl>
                                          <p:spTgt spid="4">
                                            <p:txEl>
                                              <p:pRg st="7" end="7"/>
                                            </p:txEl>
                                          </p:spTgt>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4">
                                            <p:txEl>
                                              <p:pRg st="8" end="8"/>
                                            </p:txEl>
                                          </p:spTgt>
                                        </p:tgtEl>
                                        <p:attrNameLst>
                                          <p:attrName>style.visibility</p:attrName>
                                        </p:attrNameLst>
                                      </p:cBhvr>
                                      <p:to>
                                        <p:strVal val="visible"/>
                                      </p:to>
                                    </p:set>
                                    <p:animEffect transition="in" filter="fade">
                                      <p:cBhvr>
                                        <p:cTn id="72" dur="500"/>
                                        <p:tgtEl>
                                          <p:spTgt spid="4">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build="p"/>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B94E452-7029-4F0A-8989-E33E41B04040}"/>
              </a:ext>
            </a:extLst>
          </p:cNvPr>
          <p:cNvSpPr>
            <a:spLocks noGrp="1"/>
          </p:cNvSpPr>
          <p:nvPr>
            <p:ph idx="1"/>
          </p:nvPr>
        </p:nvSpPr>
        <p:spPr>
          <a:xfrm>
            <a:off x="1600200" y="990600"/>
            <a:ext cx="10439400" cy="4156075"/>
          </a:xfrm>
        </p:spPr>
        <p:txBody>
          <a:bodyPr/>
          <a:lstStyle/>
          <a:p>
            <a:pPr marL="0" indent="0">
              <a:buFont typeface="Arial" panose="020B0604020202020204" pitchFamily="34" charset="0"/>
              <a:buNone/>
            </a:pPr>
            <a:r>
              <a:rPr lang="en-US" altLang="en-US" sz="2800">
                <a:latin typeface="Times New Roman" panose="02020603050405020304" pitchFamily="18" charset="0"/>
                <a:cs typeface="Times New Roman" panose="02020603050405020304" pitchFamily="18" charset="0"/>
              </a:rPr>
              <a:t>This method is used to access or read and modify data of the variables. This method modify the data in the variable. This is also called as setter method.</a:t>
            </a:r>
          </a:p>
          <a:p>
            <a:pPr marL="0" indent="0">
              <a:buFont typeface="Arial" panose="020B0604020202020204" pitchFamily="34" charset="0"/>
              <a:buNone/>
            </a:pPr>
            <a:endParaRPr lang="en-US" altLang="en-US" sz="200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en-US" sz="2000">
                <a:latin typeface="Times New Roman" panose="02020603050405020304" pitchFamily="18" charset="0"/>
                <a:cs typeface="Times New Roman" panose="02020603050405020304" pitchFamily="18" charset="0"/>
              </a:rPr>
              <a:t>Ex:-</a:t>
            </a:r>
          </a:p>
          <a:p>
            <a:pPr marL="0" indent="0">
              <a:buFont typeface="Arial" panose="020B0604020202020204" pitchFamily="34" charset="0"/>
              <a:buNone/>
            </a:pPr>
            <a:r>
              <a:rPr lang="en-US" altLang="en-US" sz="2400">
                <a:latin typeface="Times New Roman" panose="02020603050405020304" pitchFamily="18" charset="0"/>
                <a:cs typeface="Times New Roman" panose="02020603050405020304" pitchFamily="18" charset="0"/>
              </a:rPr>
              <a:t>def set_value(self):</a:t>
            </a:r>
          </a:p>
          <a:p>
            <a:pPr marL="0" indent="0">
              <a:buFont typeface="Arial" panose="020B0604020202020204" pitchFamily="34" charset="0"/>
              <a:buNone/>
            </a:pPr>
            <a:r>
              <a:rPr lang="en-US" altLang="en-US" sz="2400">
                <a:latin typeface="Times New Roman" panose="02020603050405020304" pitchFamily="18" charset="0"/>
                <a:cs typeface="Times New Roman" panose="02020603050405020304" pitchFamily="18" charset="0"/>
              </a:rPr>
              <a:t>def set_result(self):</a:t>
            </a:r>
          </a:p>
          <a:p>
            <a:pPr marL="0" indent="0">
              <a:buFont typeface="Arial" panose="020B0604020202020204" pitchFamily="34" charset="0"/>
              <a:buNone/>
            </a:pPr>
            <a:r>
              <a:rPr lang="en-US" altLang="en-US" sz="2400">
                <a:latin typeface="Times New Roman" panose="02020603050405020304" pitchFamily="18" charset="0"/>
                <a:cs typeface="Times New Roman" panose="02020603050405020304" pitchFamily="18" charset="0"/>
              </a:rPr>
              <a:t>def set_name(self):</a:t>
            </a:r>
          </a:p>
          <a:p>
            <a:pPr marL="0" indent="0">
              <a:buFont typeface="Arial" panose="020B0604020202020204" pitchFamily="34" charset="0"/>
              <a:buNone/>
            </a:pPr>
            <a:r>
              <a:rPr lang="en-US" altLang="en-US" sz="2400">
                <a:latin typeface="Times New Roman" panose="02020603050405020304" pitchFamily="18" charset="0"/>
                <a:cs typeface="Times New Roman" panose="02020603050405020304" pitchFamily="18" charset="0"/>
              </a:rPr>
              <a:t>def set_id(self):</a:t>
            </a:r>
          </a:p>
        </p:txBody>
      </p:sp>
      <p:sp>
        <p:nvSpPr>
          <p:cNvPr id="4" name="Rectangle 3">
            <a:extLst>
              <a:ext uri="{FF2B5EF4-FFF2-40B4-BE49-F238E27FC236}">
                <a16:creationId xmlns:a16="http://schemas.microsoft.com/office/drawing/2014/main" id="{BEFB4E9E-BC75-4109-A5BC-54C7FFF47FD5}"/>
              </a:ext>
            </a:extLst>
          </p:cNvPr>
          <p:cNvSpPr>
            <a:spLocks noChangeArrowheads="1"/>
          </p:cNvSpPr>
          <p:nvPr/>
        </p:nvSpPr>
        <p:spPr bwMode="auto">
          <a:xfrm>
            <a:off x="4114800" y="2463800"/>
            <a:ext cx="2971800" cy="3786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2400">
                <a:latin typeface="Times New Roman" panose="02020603050405020304" pitchFamily="18" charset="0"/>
                <a:cs typeface="Times New Roman" panose="02020603050405020304" pitchFamily="18" charset="0"/>
              </a:rPr>
              <a:t>class Mobile</a:t>
            </a:r>
            <a:r>
              <a:rPr lang="en-US" altLang="en-US" sz="2400" b="1">
                <a:latin typeface="Times New Roman" panose="02020603050405020304" pitchFamily="18" charset="0"/>
                <a:cs typeface="Times New Roman" panose="02020603050405020304" pitchFamily="18" charset="0"/>
              </a:rPr>
              <a:t>:</a:t>
            </a:r>
          </a:p>
          <a:p>
            <a:pPr>
              <a:spcBef>
                <a:spcPct val="0"/>
              </a:spcBef>
              <a:buFontTx/>
              <a:buNone/>
            </a:pPr>
            <a:r>
              <a:rPr lang="en-US" altLang="en-US" sz="2400">
                <a:latin typeface="Times New Roman" panose="02020603050405020304" pitchFamily="18" charset="0"/>
                <a:cs typeface="Times New Roman" panose="02020603050405020304" pitchFamily="18" charset="0"/>
              </a:rPr>
              <a:t>    def __init__(self):</a:t>
            </a:r>
          </a:p>
          <a:p>
            <a:pPr>
              <a:spcBef>
                <a:spcPct val="0"/>
              </a:spcBef>
              <a:buFontTx/>
              <a:buNone/>
            </a:pPr>
            <a:r>
              <a:rPr lang="en-US" altLang="en-US" sz="2400">
                <a:latin typeface="Times New Roman" panose="02020603050405020304" pitchFamily="18" charset="0"/>
                <a:cs typeface="Times New Roman" panose="02020603050405020304" pitchFamily="18" charset="0"/>
              </a:rPr>
              <a:t>           self.model = ‘RealMe X’</a:t>
            </a:r>
          </a:p>
          <a:p>
            <a:pPr>
              <a:spcBef>
                <a:spcPct val="0"/>
              </a:spcBef>
              <a:buFontTx/>
              <a:buNone/>
            </a:pPr>
            <a:endParaRPr lang="en-US" altLang="en-US" sz="2400">
              <a:latin typeface="Times New Roman" panose="02020603050405020304" pitchFamily="18" charset="0"/>
              <a:cs typeface="Times New Roman" panose="02020603050405020304" pitchFamily="18" charset="0"/>
            </a:endParaRPr>
          </a:p>
          <a:p>
            <a:pPr>
              <a:spcBef>
                <a:spcPct val="0"/>
              </a:spcBef>
              <a:buFontTx/>
              <a:buNone/>
            </a:pPr>
            <a:r>
              <a:rPr lang="en-US" altLang="en-US" sz="2400">
                <a:latin typeface="Times New Roman" panose="02020603050405020304" pitchFamily="18" charset="0"/>
                <a:cs typeface="Times New Roman" panose="02020603050405020304" pitchFamily="18" charset="0"/>
              </a:rPr>
              <a:t>    def set_model(self):</a:t>
            </a:r>
          </a:p>
          <a:p>
            <a:pPr>
              <a:spcBef>
                <a:spcPct val="0"/>
              </a:spcBef>
              <a:buFontTx/>
              <a:buNone/>
            </a:pPr>
            <a:r>
              <a:rPr lang="en-US" altLang="en-US" sz="2400">
                <a:latin typeface="Times New Roman" panose="02020603050405020304" pitchFamily="18" charset="0"/>
                <a:cs typeface="Times New Roman" panose="02020603050405020304" pitchFamily="18" charset="0"/>
              </a:rPr>
              <a:t>            self.model = ‘RealMe 2’</a:t>
            </a:r>
          </a:p>
          <a:p>
            <a:pPr>
              <a:spcBef>
                <a:spcPct val="0"/>
              </a:spcBef>
              <a:buFontTx/>
              <a:buNone/>
            </a:pPr>
            <a:r>
              <a:rPr lang="en-US" altLang="en-US" sz="2400">
                <a:latin typeface="Times New Roman" panose="02020603050405020304" pitchFamily="18" charset="0"/>
                <a:cs typeface="Times New Roman" panose="02020603050405020304" pitchFamily="18" charset="0"/>
              </a:rPr>
              <a:t>realme = Mobile( )</a:t>
            </a:r>
          </a:p>
          <a:p>
            <a:pPr>
              <a:spcBef>
                <a:spcPct val="0"/>
              </a:spcBef>
              <a:buFontTx/>
              <a:buNone/>
            </a:pPr>
            <a:r>
              <a:rPr lang="en-US" altLang="en-US" sz="2400">
                <a:latin typeface="Times New Roman" panose="02020603050405020304" pitchFamily="18" charset="0"/>
                <a:cs typeface="Times New Roman" panose="02020603050405020304" pitchFamily="18" charset="0"/>
              </a:rPr>
              <a:t>realme.set_model()</a:t>
            </a:r>
          </a:p>
        </p:txBody>
      </p:sp>
      <p:sp>
        <p:nvSpPr>
          <p:cNvPr id="5" name="Rectangle 4">
            <a:extLst>
              <a:ext uri="{FF2B5EF4-FFF2-40B4-BE49-F238E27FC236}">
                <a16:creationId xmlns:a16="http://schemas.microsoft.com/office/drawing/2014/main" id="{4F92DE5F-E861-44C7-BD1A-2AC9596FEDA8}"/>
              </a:ext>
            </a:extLst>
          </p:cNvPr>
          <p:cNvSpPr>
            <a:spLocks noChangeArrowheads="1"/>
          </p:cNvSpPr>
          <p:nvPr/>
        </p:nvSpPr>
        <p:spPr bwMode="auto">
          <a:xfrm>
            <a:off x="7315200" y="2540000"/>
            <a:ext cx="3200400" cy="341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2400">
                <a:latin typeface="Times New Roman" panose="02020603050405020304" pitchFamily="18" charset="0"/>
                <a:cs typeface="Times New Roman" panose="02020603050405020304" pitchFamily="18" charset="0"/>
              </a:rPr>
              <a:t>class Mobile</a:t>
            </a:r>
            <a:r>
              <a:rPr lang="en-US" altLang="en-US" sz="2400" b="1">
                <a:latin typeface="Times New Roman" panose="02020603050405020304" pitchFamily="18" charset="0"/>
                <a:cs typeface="Times New Roman" panose="02020603050405020304" pitchFamily="18" charset="0"/>
              </a:rPr>
              <a:t>:</a:t>
            </a:r>
          </a:p>
          <a:p>
            <a:pPr>
              <a:spcBef>
                <a:spcPct val="0"/>
              </a:spcBef>
              <a:buFontTx/>
              <a:buNone/>
            </a:pPr>
            <a:endParaRPr lang="en-US" altLang="en-US" sz="2400">
              <a:latin typeface="Times New Roman" panose="02020603050405020304" pitchFamily="18" charset="0"/>
              <a:cs typeface="Times New Roman" panose="02020603050405020304" pitchFamily="18" charset="0"/>
            </a:endParaRPr>
          </a:p>
          <a:p>
            <a:pPr>
              <a:spcBef>
                <a:spcPct val="0"/>
              </a:spcBef>
              <a:buFontTx/>
              <a:buNone/>
            </a:pPr>
            <a:r>
              <a:rPr lang="en-US" altLang="en-US" sz="2400">
                <a:latin typeface="Times New Roman" panose="02020603050405020304" pitchFamily="18" charset="0"/>
                <a:cs typeface="Times New Roman" panose="02020603050405020304" pitchFamily="18" charset="0"/>
              </a:rPr>
              <a:t>    def set_model(self, m):</a:t>
            </a:r>
          </a:p>
          <a:p>
            <a:pPr>
              <a:spcBef>
                <a:spcPct val="0"/>
              </a:spcBef>
              <a:buFontTx/>
              <a:buNone/>
            </a:pPr>
            <a:r>
              <a:rPr lang="en-US" altLang="en-US" sz="2400">
                <a:latin typeface="Times New Roman" panose="02020603050405020304" pitchFamily="18" charset="0"/>
                <a:cs typeface="Times New Roman" panose="02020603050405020304" pitchFamily="18" charset="0"/>
              </a:rPr>
              <a:t>            self.model = m</a:t>
            </a:r>
          </a:p>
          <a:p>
            <a:pPr>
              <a:spcBef>
                <a:spcPct val="0"/>
              </a:spcBef>
              <a:buFontTx/>
              <a:buNone/>
            </a:pPr>
            <a:endParaRPr lang="en-US" altLang="en-US" sz="2400">
              <a:latin typeface="Times New Roman" panose="02020603050405020304" pitchFamily="18" charset="0"/>
              <a:cs typeface="Times New Roman" panose="02020603050405020304" pitchFamily="18" charset="0"/>
            </a:endParaRPr>
          </a:p>
          <a:p>
            <a:pPr>
              <a:spcBef>
                <a:spcPct val="0"/>
              </a:spcBef>
              <a:buFontTx/>
              <a:buNone/>
            </a:pPr>
            <a:r>
              <a:rPr lang="en-US" altLang="en-US" sz="2400">
                <a:latin typeface="Times New Roman" panose="02020603050405020304" pitchFamily="18" charset="0"/>
                <a:cs typeface="Times New Roman" panose="02020603050405020304" pitchFamily="18" charset="0"/>
              </a:rPr>
              <a:t>realme = Mobile( )</a:t>
            </a:r>
          </a:p>
          <a:p>
            <a:pPr>
              <a:spcBef>
                <a:spcPct val="0"/>
              </a:spcBef>
              <a:buFontTx/>
              <a:buNone/>
            </a:pPr>
            <a:r>
              <a:rPr lang="en-US" altLang="en-US" sz="2400">
                <a:latin typeface="Times New Roman" panose="02020603050405020304" pitchFamily="18" charset="0"/>
                <a:cs typeface="Times New Roman" panose="02020603050405020304" pitchFamily="18" charset="0"/>
              </a:rPr>
              <a:t>realme.set_model(‘RealMe X’)</a:t>
            </a:r>
          </a:p>
        </p:txBody>
      </p:sp>
      <p:sp>
        <p:nvSpPr>
          <p:cNvPr id="6" name="Date Placeholder 5">
            <a:extLst>
              <a:ext uri="{FF2B5EF4-FFF2-40B4-BE49-F238E27FC236}">
                <a16:creationId xmlns:a16="http://schemas.microsoft.com/office/drawing/2014/main" id="{673E6BA3-E2F9-44CE-8472-52FAE7BFFED6}"/>
              </a:ext>
            </a:extLst>
          </p:cNvPr>
          <p:cNvSpPr>
            <a:spLocks noGrp="1"/>
          </p:cNvSpPr>
          <p:nvPr>
            <p:ph type="dt" sz="quarter" idx="10"/>
          </p:nvPr>
        </p:nvSpPr>
        <p:spPr/>
        <p:txBody>
          <a:bodyPr/>
          <a:lstStyle/>
          <a:p>
            <a:pPr>
              <a:defRPr/>
            </a:pPr>
            <a:fld id="{980C8E18-DFE0-48FE-8388-9F1FE85B04A9}" type="datetime1">
              <a:rPr lang="en-US" smtClean="0"/>
              <a:pPr>
                <a:defRPr/>
              </a:pPr>
              <a:t>5/17/2022</a:t>
            </a:fld>
            <a:endParaRPr lang="en-US"/>
          </a:p>
        </p:txBody>
      </p:sp>
      <p:sp>
        <p:nvSpPr>
          <p:cNvPr id="7" name="Footer Placeholder 6">
            <a:extLst>
              <a:ext uri="{FF2B5EF4-FFF2-40B4-BE49-F238E27FC236}">
                <a16:creationId xmlns:a16="http://schemas.microsoft.com/office/drawing/2014/main" id="{7F7C4D37-AF0D-4A47-87FB-1EA65621CA01}"/>
              </a:ext>
            </a:extLst>
          </p:cNvPr>
          <p:cNvSpPr>
            <a:spLocks noGrp="1"/>
          </p:cNvSpPr>
          <p:nvPr>
            <p:ph type="ftr" sz="quarter" idx="11"/>
          </p:nvPr>
        </p:nvSpPr>
        <p:spPr>
          <a:xfrm>
            <a:off x="2971800" y="6356350"/>
            <a:ext cx="6705600" cy="365125"/>
          </a:xfrm>
        </p:spPr>
        <p:txBody>
          <a:bodyPr/>
          <a:lstStyle/>
          <a:p>
            <a:pPr>
              <a:defRPr/>
            </a:pPr>
            <a:r>
              <a:rPr lang="en-US"/>
              <a:t>(Programming in Advanced Python)                                 Unit No:2</a:t>
            </a:r>
          </a:p>
        </p:txBody>
      </p:sp>
      <p:sp>
        <p:nvSpPr>
          <p:cNvPr id="66567" name="Slide Number Placeholder 7">
            <a:extLst>
              <a:ext uri="{FF2B5EF4-FFF2-40B4-BE49-F238E27FC236}">
                <a16:creationId xmlns:a16="http://schemas.microsoft.com/office/drawing/2014/main" id="{17178C29-0474-4842-BD50-E71C5E00E5D7}"/>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AFE1E6E9-6965-46CA-8EC1-64012FCC0539}" type="slidenum">
              <a:rPr lang="en-US" altLang="en-US" sz="1200">
                <a:solidFill>
                  <a:srgbClr val="898989"/>
                </a:solidFill>
              </a:rPr>
              <a:pPr>
                <a:spcBef>
                  <a:spcPct val="0"/>
                </a:spcBef>
                <a:buFontTx/>
                <a:buNone/>
              </a:pPr>
              <a:t>105</a:t>
            </a:fld>
            <a:endParaRPr lang="en-US" altLang="en-US" sz="1200">
              <a:solidFill>
                <a:srgbClr val="898989"/>
              </a:solidFill>
            </a:endParaRPr>
          </a:p>
        </p:txBody>
      </p:sp>
      <p:sp>
        <p:nvSpPr>
          <p:cNvPr id="10" name="Title 1">
            <a:extLst>
              <a:ext uri="{FF2B5EF4-FFF2-40B4-BE49-F238E27FC236}">
                <a16:creationId xmlns:a16="http://schemas.microsoft.com/office/drawing/2014/main" id="{9850F9D9-2388-4F57-83F6-A0462D2AC0F3}"/>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US" sz="3200" b="1">
                <a:latin typeface="Times New Roman" panose="02020603050405020304" pitchFamily="18" charset="0"/>
                <a:cs typeface="Times New Roman" pitchFamily="18" charset="0"/>
              </a:rPr>
              <a:t>Mutator Method(CO2)</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4">
                                            <p:txEl>
                                              <p:pRg st="0" end="0"/>
                                            </p:txEl>
                                          </p:spTgt>
                                        </p:tgtEl>
                                        <p:attrNameLst>
                                          <p:attrName>style.visibility</p:attrName>
                                        </p:attrNameLst>
                                      </p:cBhvr>
                                      <p:to>
                                        <p:strVal val="visible"/>
                                      </p:to>
                                    </p:set>
                                    <p:animEffect transition="in" filter="fade">
                                      <p:cBhvr>
                                        <p:cTn id="37" dur="500"/>
                                        <p:tgtEl>
                                          <p:spTgt spid="4">
                                            <p:txEl>
                                              <p:pRg st="0" end="0"/>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4">
                                            <p:txEl>
                                              <p:pRg st="1" end="1"/>
                                            </p:txEl>
                                          </p:spTgt>
                                        </p:tgtEl>
                                        <p:attrNameLst>
                                          <p:attrName>style.visibility</p:attrName>
                                        </p:attrNameLst>
                                      </p:cBhvr>
                                      <p:to>
                                        <p:strVal val="visible"/>
                                      </p:to>
                                    </p:set>
                                    <p:animEffect transition="in" filter="fade">
                                      <p:cBhvr>
                                        <p:cTn id="42" dur="500"/>
                                        <p:tgtEl>
                                          <p:spTgt spid="4">
                                            <p:txEl>
                                              <p:pRg st="1" end="1"/>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4">
                                            <p:txEl>
                                              <p:pRg st="2" end="2"/>
                                            </p:txEl>
                                          </p:spTgt>
                                        </p:tgtEl>
                                        <p:attrNameLst>
                                          <p:attrName>style.visibility</p:attrName>
                                        </p:attrNameLst>
                                      </p:cBhvr>
                                      <p:to>
                                        <p:strVal val="visible"/>
                                      </p:to>
                                    </p:set>
                                    <p:animEffect transition="in" filter="fade">
                                      <p:cBhvr>
                                        <p:cTn id="47" dur="500"/>
                                        <p:tgtEl>
                                          <p:spTgt spid="4">
                                            <p:txEl>
                                              <p:pRg st="2" end="2"/>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4">
                                            <p:txEl>
                                              <p:pRg st="4" end="4"/>
                                            </p:txEl>
                                          </p:spTgt>
                                        </p:tgtEl>
                                        <p:attrNameLst>
                                          <p:attrName>style.visibility</p:attrName>
                                        </p:attrNameLst>
                                      </p:cBhvr>
                                      <p:to>
                                        <p:strVal val="visible"/>
                                      </p:to>
                                    </p:set>
                                    <p:animEffect transition="in" filter="fade">
                                      <p:cBhvr>
                                        <p:cTn id="52" dur="500"/>
                                        <p:tgtEl>
                                          <p:spTgt spid="4">
                                            <p:txEl>
                                              <p:pRg st="4" end="4"/>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4">
                                            <p:txEl>
                                              <p:pRg st="5" end="5"/>
                                            </p:txEl>
                                          </p:spTgt>
                                        </p:tgtEl>
                                        <p:attrNameLst>
                                          <p:attrName>style.visibility</p:attrName>
                                        </p:attrNameLst>
                                      </p:cBhvr>
                                      <p:to>
                                        <p:strVal val="visible"/>
                                      </p:to>
                                    </p:set>
                                    <p:animEffect transition="in" filter="fade">
                                      <p:cBhvr>
                                        <p:cTn id="57" dur="500"/>
                                        <p:tgtEl>
                                          <p:spTgt spid="4">
                                            <p:txEl>
                                              <p:pRg st="5" end="5"/>
                                            </p:txEl>
                                          </p:spTgt>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4">
                                            <p:txEl>
                                              <p:pRg st="6" end="6"/>
                                            </p:txEl>
                                          </p:spTgt>
                                        </p:tgtEl>
                                        <p:attrNameLst>
                                          <p:attrName>style.visibility</p:attrName>
                                        </p:attrNameLst>
                                      </p:cBhvr>
                                      <p:to>
                                        <p:strVal val="visible"/>
                                      </p:to>
                                    </p:set>
                                    <p:animEffect transition="in" filter="fade">
                                      <p:cBhvr>
                                        <p:cTn id="62" dur="500"/>
                                        <p:tgtEl>
                                          <p:spTgt spid="4">
                                            <p:txEl>
                                              <p:pRg st="6" end="6"/>
                                            </p:txEl>
                                          </p:spTgt>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4">
                                            <p:txEl>
                                              <p:pRg st="7" end="7"/>
                                            </p:txEl>
                                          </p:spTgt>
                                        </p:tgtEl>
                                        <p:attrNameLst>
                                          <p:attrName>style.visibility</p:attrName>
                                        </p:attrNameLst>
                                      </p:cBhvr>
                                      <p:to>
                                        <p:strVal val="visible"/>
                                      </p:to>
                                    </p:set>
                                    <p:animEffect transition="in" filter="fade">
                                      <p:cBhvr>
                                        <p:cTn id="67" dur="500"/>
                                        <p:tgtEl>
                                          <p:spTgt spid="4">
                                            <p:txEl>
                                              <p:pRg st="7" end="7"/>
                                            </p:txEl>
                                          </p:spTgt>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5">
                                            <p:txEl>
                                              <p:pRg st="0" end="0"/>
                                            </p:txEl>
                                          </p:spTgt>
                                        </p:tgtEl>
                                        <p:attrNameLst>
                                          <p:attrName>style.visibility</p:attrName>
                                        </p:attrNameLst>
                                      </p:cBhvr>
                                      <p:to>
                                        <p:strVal val="visible"/>
                                      </p:to>
                                    </p:set>
                                    <p:animEffect transition="in" filter="fade">
                                      <p:cBhvr>
                                        <p:cTn id="72" dur="500"/>
                                        <p:tgtEl>
                                          <p:spTgt spid="5">
                                            <p:txEl>
                                              <p:pRg st="0" end="0"/>
                                            </p:txEl>
                                          </p:spTgt>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5">
                                            <p:txEl>
                                              <p:pRg st="2" end="2"/>
                                            </p:txEl>
                                          </p:spTgt>
                                        </p:tgtEl>
                                        <p:attrNameLst>
                                          <p:attrName>style.visibility</p:attrName>
                                        </p:attrNameLst>
                                      </p:cBhvr>
                                      <p:to>
                                        <p:strVal val="visible"/>
                                      </p:to>
                                    </p:set>
                                    <p:animEffect transition="in" filter="fade">
                                      <p:cBhvr>
                                        <p:cTn id="77" dur="500"/>
                                        <p:tgtEl>
                                          <p:spTgt spid="5">
                                            <p:txEl>
                                              <p:pRg st="2" end="2"/>
                                            </p:txEl>
                                          </p:spTgt>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5">
                                            <p:txEl>
                                              <p:pRg st="3" end="3"/>
                                            </p:txEl>
                                          </p:spTgt>
                                        </p:tgtEl>
                                        <p:attrNameLst>
                                          <p:attrName>style.visibility</p:attrName>
                                        </p:attrNameLst>
                                      </p:cBhvr>
                                      <p:to>
                                        <p:strVal val="visible"/>
                                      </p:to>
                                    </p:set>
                                    <p:animEffect transition="in" filter="fade">
                                      <p:cBhvr>
                                        <p:cTn id="82" dur="500"/>
                                        <p:tgtEl>
                                          <p:spTgt spid="5">
                                            <p:txEl>
                                              <p:pRg st="3" end="3"/>
                                            </p:txEl>
                                          </p:spTgt>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5">
                                            <p:txEl>
                                              <p:pRg st="5" end="5"/>
                                            </p:txEl>
                                          </p:spTgt>
                                        </p:tgtEl>
                                        <p:attrNameLst>
                                          <p:attrName>style.visibility</p:attrName>
                                        </p:attrNameLst>
                                      </p:cBhvr>
                                      <p:to>
                                        <p:strVal val="visible"/>
                                      </p:to>
                                    </p:set>
                                    <p:animEffect transition="in" filter="fade">
                                      <p:cBhvr>
                                        <p:cTn id="87" dur="500"/>
                                        <p:tgtEl>
                                          <p:spTgt spid="5">
                                            <p:txEl>
                                              <p:pRg st="5" end="5"/>
                                            </p:txEl>
                                          </p:spTgt>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5">
                                            <p:txEl>
                                              <p:pRg st="6" end="6"/>
                                            </p:txEl>
                                          </p:spTgt>
                                        </p:tgtEl>
                                        <p:attrNameLst>
                                          <p:attrName>style.visibility</p:attrName>
                                        </p:attrNameLst>
                                      </p:cBhvr>
                                      <p:to>
                                        <p:strVal val="visible"/>
                                      </p:to>
                                    </p:set>
                                    <p:animEffect transition="in" filter="fade">
                                      <p:cBhvr>
                                        <p:cTn id="92" dur="500"/>
                                        <p:tgtEl>
                                          <p:spTgt spid="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build="p"/>
      <p:bldP spid="5" grpId="0" build="p"/>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7CE6A82-50BE-4CC1-B978-7E49386D2A6F}"/>
              </a:ext>
            </a:extLst>
          </p:cNvPr>
          <p:cNvSpPr>
            <a:spLocks noGrp="1"/>
          </p:cNvSpPr>
          <p:nvPr>
            <p:ph idx="1"/>
          </p:nvPr>
        </p:nvSpPr>
        <p:spPr>
          <a:xfrm>
            <a:off x="1600200" y="990600"/>
            <a:ext cx="10439400" cy="5233988"/>
          </a:xfrm>
        </p:spPr>
        <p:txBody>
          <a:bodyPr/>
          <a:lstStyle/>
          <a:p>
            <a:pPr marL="0" indent="0">
              <a:buFont typeface="Arial" panose="020B0604020202020204" pitchFamily="34" charset="0"/>
              <a:buNone/>
            </a:pPr>
            <a:r>
              <a:rPr lang="en-US" altLang="en-US" sz="2800">
                <a:latin typeface="Times New Roman" panose="02020603050405020304" pitchFamily="18" charset="0"/>
                <a:cs typeface="Times New Roman" panose="02020603050405020304" pitchFamily="18" charset="0"/>
              </a:rPr>
              <a:t>Class methods are the methods which act upon the class variables or static variable of the class.</a:t>
            </a:r>
            <a:endParaRPr lang="en-US" altLang="en-US" sz="200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en-US" sz="2400">
                <a:latin typeface="Times New Roman" panose="02020603050405020304" pitchFamily="18" charset="0"/>
                <a:cs typeface="Times New Roman" panose="02020603050405020304" pitchFamily="18" charset="0"/>
              </a:rPr>
              <a:t>Decorator @classmethod need to write above the class method.</a:t>
            </a:r>
          </a:p>
          <a:p>
            <a:pPr marL="0" indent="0">
              <a:buFont typeface="Arial" panose="020B0604020202020204" pitchFamily="34" charset="0"/>
              <a:buNone/>
            </a:pPr>
            <a:r>
              <a:rPr lang="en-US" altLang="en-US" sz="2400">
                <a:latin typeface="Times New Roman" panose="02020603050405020304" pitchFamily="18" charset="0"/>
                <a:cs typeface="Times New Roman" panose="02020603050405020304" pitchFamily="18" charset="0"/>
              </a:rPr>
              <a:t>By default, the first parameter of class method is cls which refers to the class itself.</a:t>
            </a:r>
          </a:p>
          <a:p>
            <a:pPr marL="0" indent="0">
              <a:buFont typeface="Arial" panose="020B0604020202020204" pitchFamily="34" charset="0"/>
              <a:buNone/>
            </a:pPr>
            <a:r>
              <a:rPr lang="en-US" altLang="en-US" sz="2400">
                <a:latin typeface="Times New Roman" panose="02020603050405020304" pitchFamily="18" charset="0"/>
                <a:cs typeface="Times New Roman" panose="02020603050405020304" pitchFamily="18" charset="0"/>
              </a:rPr>
              <a:t>Syntax:- </a:t>
            </a:r>
          </a:p>
          <a:p>
            <a:pPr marL="0" indent="0">
              <a:buFont typeface="Arial" panose="020B0604020202020204" pitchFamily="34" charset="0"/>
              <a:buNone/>
            </a:pPr>
            <a:r>
              <a:rPr lang="en-US" altLang="en-US" sz="2400">
                <a:latin typeface="Times New Roman" panose="02020603050405020304" pitchFamily="18" charset="0"/>
                <a:cs typeface="Times New Roman" panose="02020603050405020304" pitchFamily="18" charset="0"/>
              </a:rPr>
              <a:t>@classmethod</a:t>
            </a:r>
          </a:p>
          <a:p>
            <a:pPr marL="0" indent="0">
              <a:buFont typeface="Arial" panose="020B0604020202020204" pitchFamily="34" charset="0"/>
              <a:buNone/>
            </a:pPr>
            <a:r>
              <a:rPr lang="en-US" altLang="en-US" sz="2400">
                <a:latin typeface="Times New Roman" panose="02020603050405020304" pitchFamily="18" charset="0"/>
                <a:cs typeface="Times New Roman" panose="02020603050405020304" pitchFamily="18" charset="0"/>
              </a:rPr>
              <a:t>def method_name(cls):</a:t>
            </a:r>
          </a:p>
          <a:p>
            <a:pPr marL="0" indent="0">
              <a:buFont typeface="Arial" panose="020B0604020202020204" pitchFamily="34" charset="0"/>
              <a:buNone/>
            </a:pPr>
            <a:r>
              <a:rPr lang="en-US" altLang="en-US" sz="2400">
                <a:latin typeface="Times New Roman" panose="02020603050405020304" pitchFamily="18" charset="0"/>
                <a:cs typeface="Times New Roman" panose="02020603050405020304" pitchFamily="18" charset="0"/>
              </a:rPr>
              <a:t>	method body</a:t>
            </a:r>
          </a:p>
          <a:p>
            <a:pPr marL="0" indent="0">
              <a:buFont typeface="Arial" panose="020B0604020202020204" pitchFamily="34" charset="0"/>
              <a:buNone/>
            </a:pPr>
            <a:endParaRPr lang="en-US" altLang="en-US" sz="240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en-US" sz="2400">
                <a:latin typeface="Times New Roman" panose="02020603050405020304" pitchFamily="18" charset="0"/>
                <a:cs typeface="Times New Roman" panose="02020603050405020304" pitchFamily="18" charset="0"/>
              </a:rPr>
              <a:t>@classmethod</a:t>
            </a:r>
          </a:p>
          <a:p>
            <a:pPr marL="0" indent="0">
              <a:buFont typeface="Arial" panose="020B0604020202020204" pitchFamily="34" charset="0"/>
              <a:buNone/>
            </a:pPr>
            <a:r>
              <a:rPr lang="en-US" altLang="en-US" sz="2400">
                <a:latin typeface="Times New Roman" panose="02020603050405020304" pitchFamily="18" charset="0"/>
                <a:cs typeface="Times New Roman" panose="02020603050405020304" pitchFamily="18" charset="0"/>
              </a:rPr>
              <a:t>def method_name(cls, f1, f2):</a:t>
            </a:r>
          </a:p>
          <a:p>
            <a:pPr marL="0" indent="0">
              <a:buFont typeface="Arial" panose="020B0604020202020204" pitchFamily="34" charset="0"/>
              <a:buNone/>
            </a:pPr>
            <a:r>
              <a:rPr lang="en-US" altLang="en-US" sz="2400">
                <a:latin typeface="Times New Roman" panose="02020603050405020304" pitchFamily="18" charset="0"/>
                <a:cs typeface="Times New Roman" panose="02020603050405020304" pitchFamily="18" charset="0"/>
              </a:rPr>
              <a:t>	method body</a:t>
            </a:r>
            <a:endParaRPr lang="en-IN" altLang="en-US" sz="2400">
              <a:latin typeface="Times New Roman" panose="02020603050405020304" pitchFamily="18" charset="0"/>
              <a:cs typeface="Times New Roman" panose="02020603050405020304" pitchFamily="18" charset="0"/>
            </a:endParaRPr>
          </a:p>
        </p:txBody>
      </p:sp>
      <p:sp>
        <p:nvSpPr>
          <p:cNvPr id="4" name="Right Brace 3">
            <a:extLst>
              <a:ext uri="{FF2B5EF4-FFF2-40B4-BE49-F238E27FC236}">
                <a16:creationId xmlns:a16="http://schemas.microsoft.com/office/drawing/2014/main" id="{06EEEE37-322D-4E63-81DE-A23D15ACA401}"/>
              </a:ext>
            </a:extLst>
          </p:cNvPr>
          <p:cNvSpPr/>
          <p:nvPr/>
        </p:nvSpPr>
        <p:spPr>
          <a:xfrm>
            <a:off x="5029200" y="3886200"/>
            <a:ext cx="228600" cy="457200"/>
          </a:xfrm>
          <a:prstGeom prst="rightBrac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IN"/>
          </a:p>
        </p:txBody>
      </p:sp>
      <p:sp>
        <p:nvSpPr>
          <p:cNvPr id="5" name="Right Brace 4">
            <a:extLst>
              <a:ext uri="{FF2B5EF4-FFF2-40B4-BE49-F238E27FC236}">
                <a16:creationId xmlns:a16="http://schemas.microsoft.com/office/drawing/2014/main" id="{D3F8079F-5E13-4EF0-89DB-A6E7733ED26F}"/>
              </a:ext>
            </a:extLst>
          </p:cNvPr>
          <p:cNvSpPr/>
          <p:nvPr/>
        </p:nvSpPr>
        <p:spPr>
          <a:xfrm>
            <a:off x="5799198" y="5553075"/>
            <a:ext cx="228600" cy="457200"/>
          </a:xfrm>
          <a:prstGeom prst="rightBrac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IN"/>
          </a:p>
        </p:txBody>
      </p:sp>
      <p:sp>
        <p:nvSpPr>
          <p:cNvPr id="6" name="TextBox 5">
            <a:extLst>
              <a:ext uri="{FF2B5EF4-FFF2-40B4-BE49-F238E27FC236}">
                <a16:creationId xmlns:a16="http://schemas.microsoft.com/office/drawing/2014/main" id="{547BE0C1-EDCC-4DD8-A07F-A8335913FBB6}"/>
              </a:ext>
            </a:extLst>
          </p:cNvPr>
          <p:cNvSpPr txBox="1"/>
          <p:nvPr/>
        </p:nvSpPr>
        <p:spPr>
          <a:xfrm>
            <a:off x="5281613" y="3930650"/>
            <a:ext cx="5102225" cy="369888"/>
          </a:xfrm>
          <a:prstGeom prst="rect">
            <a:avLst/>
          </a:prstGeom>
        </p:spPr>
        <p:style>
          <a:lnRef idx="2">
            <a:schemeClr val="accent1"/>
          </a:lnRef>
          <a:fillRef idx="1">
            <a:schemeClr val="lt1"/>
          </a:fillRef>
          <a:effectRef idx="0">
            <a:schemeClr val="accent1"/>
          </a:effectRef>
          <a:fontRef idx="minor">
            <a:schemeClr val="dk1"/>
          </a:fontRef>
        </p:style>
        <p:txBody>
          <a:bodyPr wrap="none">
            <a:spAutoFit/>
          </a:bodyPr>
          <a:lstStyle/>
          <a:p>
            <a:pPr>
              <a:defRPr/>
            </a:pPr>
            <a:r>
              <a:rPr lang="en-US"/>
              <a:t>Class Method without Parameter/Formal Arguments</a:t>
            </a:r>
            <a:endParaRPr lang="en-IN"/>
          </a:p>
        </p:txBody>
      </p:sp>
      <p:sp>
        <p:nvSpPr>
          <p:cNvPr id="7" name="TextBox 6">
            <a:extLst>
              <a:ext uri="{FF2B5EF4-FFF2-40B4-BE49-F238E27FC236}">
                <a16:creationId xmlns:a16="http://schemas.microsoft.com/office/drawing/2014/main" id="{DA092650-1A07-4D87-9A52-19E2A3E33C7F}"/>
              </a:ext>
            </a:extLst>
          </p:cNvPr>
          <p:cNvSpPr txBox="1"/>
          <p:nvPr/>
        </p:nvSpPr>
        <p:spPr>
          <a:xfrm>
            <a:off x="6035555" y="5598933"/>
            <a:ext cx="4781550" cy="368300"/>
          </a:xfrm>
          <a:prstGeom prst="rect">
            <a:avLst/>
          </a:prstGeom>
        </p:spPr>
        <p:style>
          <a:lnRef idx="2">
            <a:schemeClr val="accent1"/>
          </a:lnRef>
          <a:fillRef idx="1">
            <a:schemeClr val="lt1"/>
          </a:fillRef>
          <a:effectRef idx="0">
            <a:schemeClr val="accent1"/>
          </a:effectRef>
          <a:fontRef idx="minor">
            <a:schemeClr val="dk1"/>
          </a:fontRef>
        </p:style>
        <p:txBody>
          <a:bodyPr wrap="none">
            <a:spAutoFit/>
          </a:bodyPr>
          <a:lstStyle/>
          <a:p>
            <a:pPr>
              <a:defRPr/>
            </a:pPr>
            <a:r>
              <a:rPr lang="en-US"/>
              <a:t>Class Method with Parameter/Formal Arguments</a:t>
            </a:r>
            <a:endParaRPr lang="en-IN"/>
          </a:p>
        </p:txBody>
      </p:sp>
      <p:sp>
        <p:nvSpPr>
          <p:cNvPr id="8" name="TextBox 7">
            <a:extLst>
              <a:ext uri="{FF2B5EF4-FFF2-40B4-BE49-F238E27FC236}">
                <a16:creationId xmlns:a16="http://schemas.microsoft.com/office/drawing/2014/main" id="{38CE17B7-7E5B-4571-8772-2D3AF8D4F4F0}"/>
              </a:ext>
            </a:extLst>
          </p:cNvPr>
          <p:cNvSpPr txBox="1"/>
          <p:nvPr/>
        </p:nvSpPr>
        <p:spPr>
          <a:xfrm>
            <a:off x="4191000" y="3232150"/>
            <a:ext cx="912813" cy="307975"/>
          </a:xfrm>
          <a:prstGeom prst="rect">
            <a:avLst/>
          </a:prstGeom>
        </p:spPr>
        <p:style>
          <a:lnRef idx="2">
            <a:schemeClr val="accent1"/>
          </a:lnRef>
          <a:fillRef idx="1">
            <a:schemeClr val="lt1"/>
          </a:fillRef>
          <a:effectRef idx="0">
            <a:schemeClr val="accent1"/>
          </a:effectRef>
          <a:fontRef idx="minor">
            <a:schemeClr val="dk1"/>
          </a:fontRef>
        </p:style>
        <p:txBody>
          <a:bodyPr wrap="none">
            <a:spAutoFit/>
          </a:bodyPr>
          <a:lstStyle/>
          <a:p>
            <a:pPr>
              <a:defRPr/>
            </a:pPr>
            <a:r>
              <a:rPr lang="en-US" sz="1400"/>
              <a:t>Decorator</a:t>
            </a:r>
            <a:endParaRPr lang="en-IN" sz="1400"/>
          </a:p>
        </p:txBody>
      </p:sp>
      <p:cxnSp>
        <p:nvCxnSpPr>
          <p:cNvPr id="10" name="Straight Arrow Connector 9">
            <a:extLst>
              <a:ext uri="{FF2B5EF4-FFF2-40B4-BE49-F238E27FC236}">
                <a16:creationId xmlns:a16="http://schemas.microsoft.com/office/drawing/2014/main" id="{64556886-0310-4B06-91DC-3BD1D8269043}"/>
              </a:ext>
            </a:extLst>
          </p:cNvPr>
          <p:cNvCxnSpPr/>
          <p:nvPr/>
        </p:nvCxnSpPr>
        <p:spPr>
          <a:xfrm flipH="1">
            <a:off x="3505200" y="3386138"/>
            <a:ext cx="685800" cy="153987"/>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3EED21D6-1BAF-44B0-87BA-87154F1C29C9}"/>
              </a:ext>
            </a:extLst>
          </p:cNvPr>
          <p:cNvSpPr txBox="1"/>
          <p:nvPr/>
        </p:nvSpPr>
        <p:spPr>
          <a:xfrm>
            <a:off x="4371975" y="4786313"/>
            <a:ext cx="1122363" cy="369887"/>
          </a:xfrm>
          <a:prstGeom prst="rect">
            <a:avLst/>
          </a:prstGeom>
        </p:spPr>
        <p:style>
          <a:lnRef idx="2">
            <a:schemeClr val="accent1"/>
          </a:lnRef>
          <a:fillRef idx="1">
            <a:schemeClr val="lt1"/>
          </a:fillRef>
          <a:effectRef idx="0">
            <a:schemeClr val="accent1"/>
          </a:effectRef>
          <a:fontRef idx="minor">
            <a:schemeClr val="dk1"/>
          </a:fontRef>
        </p:style>
        <p:txBody>
          <a:bodyPr wrap="none">
            <a:spAutoFit/>
          </a:bodyPr>
          <a:lstStyle/>
          <a:p>
            <a:pPr>
              <a:defRPr/>
            </a:pPr>
            <a:r>
              <a:rPr lang="en-US"/>
              <a:t>Decorator</a:t>
            </a:r>
            <a:endParaRPr lang="en-IN"/>
          </a:p>
        </p:txBody>
      </p:sp>
      <p:cxnSp>
        <p:nvCxnSpPr>
          <p:cNvPr id="12" name="Straight Arrow Connector 11">
            <a:extLst>
              <a:ext uri="{FF2B5EF4-FFF2-40B4-BE49-F238E27FC236}">
                <a16:creationId xmlns:a16="http://schemas.microsoft.com/office/drawing/2014/main" id="{1E53FEBD-A1B7-4A63-B21F-432C4A031CB3}"/>
              </a:ext>
            </a:extLst>
          </p:cNvPr>
          <p:cNvCxnSpPr/>
          <p:nvPr/>
        </p:nvCxnSpPr>
        <p:spPr>
          <a:xfrm flipH="1">
            <a:off x="3667125" y="5018088"/>
            <a:ext cx="685800" cy="153987"/>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9" name="Date Placeholder 8">
            <a:extLst>
              <a:ext uri="{FF2B5EF4-FFF2-40B4-BE49-F238E27FC236}">
                <a16:creationId xmlns:a16="http://schemas.microsoft.com/office/drawing/2014/main" id="{1D53920E-D497-4FB2-9E1E-7493BD01812C}"/>
              </a:ext>
            </a:extLst>
          </p:cNvPr>
          <p:cNvSpPr>
            <a:spLocks noGrp="1"/>
          </p:cNvSpPr>
          <p:nvPr>
            <p:ph type="dt" sz="quarter" idx="10"/>
          </p:nvPr>
        </p:nvSpPr>
        <p:spPr/>
        <p:txBody>
          <a:bodyPr/>
          <a:lstStyle/>
          <a:p>
            <a:pPr>
              <a:defRPr/>
            </a:pPr>
            <a:fld id="{3BD740B9-A021-4498-8971-B2D046B6CF81}" type="datetime1">
              <a:rPr lang="en-US" smtClean="0"/>
              <a:pPr>
                <a:defRPr/>
              </a:pPr>
              <a:t>5/17/2022</a:t>
            </a:fld>
            <a:endParaRPr lang="en-US"/>
          </a:p>
        </p:txBody>
      </p:sp>
      <p:sp>
        <p:nvSpPr>
          <p:cNvPr id="13" name="Footer Placeholder 12">
            <a:extLst>
              <a:ext uri="{FF2B5EF4-FFF2-40B4-BE49-F238E27FC236}">
                <a16:creationId xmlns:a16="http://schemas.microsoft.com/office/drawing/2014/main" id="{7117527C-20B0-4E18-A3DE-CCCDEC597E39}"/>
              </a:ext>
            </a:extLst>
          </p:cNvPr>
          <p:cNvSpPr>
            <a:spLocks noGrp="1"/>
          </p:cNvSpPr>
          <p:nvPr>
            <p:ph type="ftr" sz="quarter" idx="11"/>
          </p:nvPr>
        </p:nvSpPr>
        <p:spPr>
          <a:xfrm>
            <a:off x="2971800" y="6356350"/>
            <a:ext cx="6858000" cy="365125"/>
          </a:xfrm>
        </p:spPr>
        <p:txBody>
          <a:bodyPr/>
          <a:lstStyle/>
          <a:p>
            <a:pPr>
              <a:defRPr/>
            </a:pPr>
            <a:r>
              <a:rPr lang="en-US"/>
              <a:t>(Programming in Advanced Python)                                 Unit No:2</a:t>
            </a:r>
          </a:p>
        </p:txBody>
      </p:sp>
      <p:sp>
        <p:nvSpPr>
          <p:cNvPr id="67597" name="Slide Number Placeholder 13">
            <a:extLst>
              <a:ext uri="{FF2B5EF4-FFF2-40B4-BE49-F238E27FC236}">
                <a16:creationId xmlns:a16="http://schemas.microsoft.com/office/drawing/2014/main" id="{1318DCC9-69A9-43EB-99F1-DC79DB3192D9}"/>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761851CD-E940-45B4-8559-B3F8316F095B}" type="slidenum">
              <a:rPr lang="en-US" altLang="en-US" sz="1200">
                <a:solidFill>
                  <a:srgbClr val="898989"/>
                </a:solidFill>
              </a:rPr>
              <a:pPr>
                <a:spcBef>
                  <a:spcPct val="0"/>
                </a:spcBef>
                <a:buFontTx/>
                <a:buNone/>
              </a:pPr>
              <a:t>106</a:t>
            </a:fld>
            <a:endParaRPr lang="en-US" altLang="en-US" sz="1200">
              <a:solidFill>
                <a:srgbClr val="898989"/>
              </a:solidFill>
            </a:endParaRPr>
          </a:p>
        </p:txBody>
      </p:sp>
      <p:sp>
        <p:nvSpPr>
          <p:cNvPr id="16" name="Title 1">
            <a:extLst>
              <a:ext uri="{FF2B5EF4-FFF2-40B4-BE49-F238E27FC236}">
                <a16:creationId xmlns:a16="http://schemas.microsoft.com/office/drawing/2014/main" id="{D87A5529-9DC7-407A-8212-5D2B7D9813F1}"/>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US" sz="3200" b="1">
                <a:latin typeface="Times New Roman" panose="02020603050405020304" pitchFamily="18" charset="0"/>
                <a:cs typeface="Times New Roman" pitchFamily="18" charset="0"/>
              </a:rPr>
              <a:t>Class Methods(CO2)</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fade">
                                      <p:cBhvr>
                                        <p:cTn id="42" dur="500"/>
                                        <p:tgtEl>
                                          <p:spTgt spid="3">
                                            <p:txEl>
                                              <p:pRg st="8" end="8"/>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animEffect transition="in" filter="fade">
                                      <p:cBhvr>
                                        <p:cTn id="47" dur="500"/>
                                        <p:tgtEl>
                                          <p:spTgt spid="3">
                                            <p:txEl>
                                              <p:pRg st="9" end="9"/>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10" end="10"/>
                                            </p:txEl>
                                          </p:spTgt>
                                        </p:tgtEl>
                                        <p:attrNameLst>
                                          <p:attrName>style.visibility</p:attrName>
                                        </p:attrNameLst>
                                      </p:cBhvr>
                                      <p:to>
                                        <p:strVal val="visible"/>
                                      </p:to>
                                    </p:set>
                                    <p:animEffect transition="in" filter="fade">
                                      <p:cBhvr>
                                        <p:cTn id="52" dur="500"/>
                                        <p:tgtEl>
                                          <p:spTgt spid="3">
                                            <p:txEl>
                                              <p:pRg st="10" end="10"/>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10" presetClass="entr" presetSubtype="0" fill="hold" nodeType="clickEffect">
                                  <p:stCondLst>
                                    <p:cond delay="0"/>
                                  </p:stCondLst>
                                  <p:childTnLst>
                                    <p:set>
                                      <p:cBhvr>
                                        <p:cTn id="56" dur="1" fill="hold">
                                          <p:stCondLst>
                                            <p:cond delay="0"/>
                                          </p:stCondLst>
                                        </p:cTn>
                                        <p:tgtEl>
                                          <p:spTgt spid="10"/>
                                        </p:tgtEl>
                                        <p:attrNameLst>
                                          <p:attrName>style.visibility</p:attrName>
                                        </p:attrNameLst>
                                      </p:cBhvr>
                                      <p:to>
                                        <p:strVal val="visible"/>
                                      </p:to>
                                    </p:set>
                                    <p:animEffect transition="in" filter="fade">
                                      <p:cBhvr>
                                        <p:cTn id="57" dur="500"/>
                                        <p:tgtEl>
                                          <p:spTgt spid="10"/>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8"/>
                                        </p:tgtEl>
                                        <p:attrNameLst>
                                          <p:attrName>style.visibility</p:attrName>
                                        </p:attrNameLst>
                                      </p:cBhvr>
                                      <p:to>
                                        <p:strVal val="visible"/>
                                      </p:to>
                                    </p:set>
                                    <p:animEffect transition="in" filter="fade">
                                      <p:cBhvr>
                                        <p:cTn id="60" dur="500"/>
                                        <p:tgtEl>
                                          <p:spTgt spid="8"/>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4"/>
                                        </p:tgtEl>
                                        <p:attrNameLst>
                                          <p:attrName>style.visibility</p:attrName>
                                        </p:attrNameLst>
                                      </p:cBhvr>
                                      <p:to>
                                        <p:strVal val="visible"/>
                                      </p:to>
                                    </p:set>
                                    <p:animEffect transition="in" filter="fade">
                                      <p:cBhvr>
                                        <p:cTn id="65" dur="500"/>
                                        <p:tgtEl>
                                          <p:spTgt spid="4"/>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6"/>
                                        </p:tgtEl>
                                        <p:attrNameLst>
                                          <p:attrName>style.visibility</p:attrName>
                                        </p:attrNameLst>
                                      </p:cBhvr>
                                      <p:to>
                                        <p:strVal val="visible"/>
                                      </p:to>
                                    </p:set>
                                    <p:animEffect transition="in" filter="fade">
                                      <p:cBhvr>
                                        <p:cTn id="68" dur="500"/>
                                        <p:tgtEl>
                                          <p:spTgt spid="6"/>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10" presetClass="entr" presetSubtype="0" fill="hold" nodeType="clickEffect">
                                  <p:stCondLst>
                                    <p:cond delay="0"/>
                                  </p:stCondLst>
                                  <p:childTnLst>
                                    <p:set>
                                      <p:cBhvr>
                                        <p:cTn id="72" dur="1" fill="hold">
                                          <p:stCondLst>
                                            <p:cond delay="0"/>
                                          </p:stCondLst>
                                        </p:cTn>
                                        <p:tgtEl>
                                          <p:spTgt spid="12"/>
                                        </p:tgtEl>
                                        <p:attrNameLst>
                                          <p:attrName>style.visibility</p:attrName>
                                        </p:attrNameLst>
                                      </p:cBhvr>
                                      <p:to>
                                        <p:strVal val="visible"/>
                                      </p:to>
                                    </p:set>
                                    <p:animEffect transition="in" filter="fade">
                                      <p:cBhvr>
                                        <p:cTn id="73" dur="500"/>
                                        <p:tgtEl>
                                          <p:spTgt spid="12"/>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11"/>
                                        </p:tgtEl>
                                        <p:attrNameLst>
                                          <p:attrName>style.visibility</p:attrName>
                                        </p:attrNameLst>
                                      </p:cBhvr>
                                      <p:to>
                                        <p:strVal val="visible"/>
                                      </p:to>
                                    </p:set>
                                    <p:animEffect transition="in" filter="fade">
                                      <p:cBhvr>
                                        <p:cTn id="76" dur="500"/>
                                        <p:tgtEl>
                                          <p:spTgt spid="11"/>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10" presetClass="entr" presetSubtype="0" fill="hold" grpId="0" nodeType="clickEffect">
                                  <p:stCondLst>
                                    <p:cond delay="0"/>
                                  </p:stCondLst>
                                  <p:childTnLst>
                                    <p:set>
                                      <p:cBhvr>
                                        <p:cTn id="80" dur="1" fill="hold">
                                          <p:stCondLst>
                                            <p:cond delay="0"/>
                                          </p:stCondLst>
                                        </p:cTn>
                                        <p:tgtEl>
                                          <p:spTgt spid="5"/>
                                        </p:tgtEl>
                                        <p:attrNameLst>
                                          <p:attrName>style.visibility</p:attrName>
                                        </p:attrNameLst>
                                      </p:cBhvr>
                                      <p:to>
                                        <p:strVal val="visible"/>
                                      </p:to>
                                    </p:set>
                                    <p:animEffect transition="in" filter="fade">
                                      <p:cBhvr>
                                        <p:cTn id="81" dur="500"/>
                                        <p:tgtEl>
                                          <p:spTgt spid="5"/>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7"/>
                                        </p:tgtEl>
                                        <p:attrNameLst>
                                          <p:attrName>style.visibility</p:attrName>
                                        </p:attrNameLst>
                                      </p:cBhvr>
                                      <p:to>
                                        <p:strVal val="visible"/>
                                      </p:to>
                                    </p:set>
                                    <p:animEffect transition="in" filter="fade">
                                      <p:cBhvr>
                                        <p:cTn id="84"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P spid="5" grpId="0" animBg="1"/>
      <p:bldP spid="6" grpId="0" animBg="1"/>
      <p:bldP spid="7" grpId="0" animBg="1"/>
      <p:bldP spid="8" grpId="0" animBg="1"/>
      <p:bldP spid="11" grpId="0" animBg="1"/>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D6C02D8-6394-4E34-8962-7D8708F614C6}"/>
              </a:ext>
            </a:extLst>
          </p:cNvPr>
          <p:cNvSpPr>
            <a:spLocks noGrp="1"/>
          </p:cNvSpPr>
          <p:nvPr>
            <p:ph idx="1"/>
          </p:nvPr>
        </p:nvSpPr>
        <p:spPr>
          <a:xfrm>
            <a:off x="6170613" y="1828800"/>
            <a:ext cx="3240087" cy="3394075"/>
          </a:xfrm>
        </p:spPr>
        <p:txBody>
          <a:bodyPr/>
          <a:lstStyle/>
          <a:p>
            <a:pPr marL="0" indent="0">
              <a:buFont typeface="Arial" panose="020B0604020202020204" pitchFamily="34" charset="0"/>
              <a:buNone/>
            </a:pPr>
            <a:r>
              <a:rPr lang="en-US" altLang="en-US" sz="2400">
                <a:latin typeface="Times New Roman" panose="02020603050405020304" pitchFamily="18" charset="0"/>
                <a:cs typeface="Times New Roman" panose="02020603050405020304" pitchFamily="18" charset="0"/>
              </a:rPr>
              <a:t>class Mobile</a:t>
            </a:r>
            <a:r>
              <a:rPr lang="en-US" altLang="en-US" sz="2400" b="1">
                <a:latin typeface="Times New Roman" panose="02020603050405020304" pitchFamily="18" charset="0"/>
                <a:cs typeface="Times New Roman" panose="02020603050405020304" pitchFamily="18" charset="0"/>
              </a:rPr>
              <a:t>:</a:t>
            </a:r>
          </a:p>
          <a:p>
            <a:pPr marL="0" indent="0">
              <a:buFont typeface="Arial" panose="020B0604020202020204" pitchFamily="34" charset="0"/>
              <a:buNone/>
            </a:pPr>
            <a:r>
              <a:rPr lang="en-US" altLang="en-US" sz="2400">
                <a:latin typeface="Times New Roman" panose="02020603050405020304" pitchFamily="18" charset="0"/>
                <a:cs typeface="Times New Roman" panose="02020603050405020304" pitchFamily="18" charset="0"/>
              </a:rPr>
              <a:t>     fp = ‘Yes’</a:t>
            </a:r>
          </a:p>
          <a:p>
            <a:pPr marL="0" indent="0">
              <a:buFont typeface="Arial" panose="020B0604020202020204" pitchFamily="34" charset="0"/>
              <a:buNone/>
            </a:pPr>
            <a:r>
              <a:rPr lang="en-US" altLang="en-US" sz="2400">
                <a:latin typeface="Times New Roman" panose="02020603050405020304" pitchFamily="18" charset="0"/>
                <a:cs typeface="Times New Roman" panose="02020603050405020304" pitchFamily="18" charset="0"/>
              </a:rPr>
              <a:t>    @classmethod</a:t>
            </a:r>
          </a:p>
          <a:p>
            <a:pPr marL="0" indent="0">
              <a:buFont typeface="Arial" panose="020B0604020202020204" pitchFamily="34" charset="0"/>
              <a:buNone/>
            </a:pPr>
            <a:r>
              <a:rPr lang="en-US" altLang="en-US" sz="2400">
                <a:latin typeface="Times New Roman" panose="02020603050405020304" pitchFamily="18" charset="0"/>
                <a:cs typeface="Times New Roman" panose="02020603050405020304" pitchFamily="18" charset="0"/>
              </a:rPr>
              <a:t>    def show_model(cls):</a:t>
            </a:r>
          </a:p>
          <a:p>
            <a:pPr marL="0" indent="0">
              <a:buFont typeface="Arial" panose="020B0604020202020204" pitchFamily="34" charset="0"/>
              <a:buNone/>
            </a:pPr>
            <a:r>
              <a:rPr lang="en-US" altLang="en-US" sz="2400">
                <a:latin typeface="Times New Roman" panose="02020603050405020304" pitchFamily="18" charset="0"/>
                <a:cs typeface="Times New Roman" panose="02020603050405020304" pitchFamily="18" charset="0"/>
              </a:rPr>
              <a:t>            print(cls.fp)</a:t>
            </a:r>
          </a:p>
          <a:p>
            <a:pPr marL="0" indent="0">
              <a:buFont typeface="Arial" panose="020B0604020202020204" pitchFamily="34" charset="0"/>
              <a:buNone/>
            </a:pPr>
            <a:endParaRPr lang="en-US" altLang="en-US" sz="240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en-US" sz="2400">
                <a:latin typeface="Times New Roman" panose="02020603050405020304" pitchFamily="18" charset="0"/>
                <a:cs typeface="Times New Roman" panose="02020603050405020304" pitchFamily="18" charset="0"/>
              </a:rPr>
              <a:t>realme = Mobile( )</a:t>
            </a:r>
            <a:endParaRPr lang="en-IN" altLang="en-US" sz="240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DDC28805-25C9-48AC-837F-A27A4F9DE293}"/>
              </a:ext>
            </a:extLst>
          </p:cNvPr>
          <p:cNvSpPr txBox="1"/>
          <p:nvPr/>
        </p:nvSpPr>
        <p:spPr>
          <a:xfrm>
            <a:off x="10009397" y="3284538"/>
            <a:ext cx="1458913" cy="368300"/>
          </a:xfrm>
          <a:prstGeom prst="rect">
            <a:avLst/>
          </a:prstGeom>
        </p:spPr>
        <p:style>
          <a:lnRef idx="2">
            <a:schemeClr val="accent1"/>
          </a:lnRef>
          <a:fillRef idx="1">
            <a:schemeClr val="lt1"/>
          </a:fillRef>
          <a:effectRef idx="0">
            <a:schemeClr val="accent1"/>
          </a:effectRef>
          <a:fontRef idx="minor">
            <a:schemeClr val="dk1"/>
          </a:fontRef>
        </p:style>
        <p:txBody>
          <a:bodyPr wrap="none">
            <a:spAutoFit/>
          </a:bodyPr>
          <a:lstStyle/>
          <a:p>
            <a:pPr>
              <a:defRPr/>
            </a:pPr>
            <a:r>
              <a:rPr lang="en-US"/>
              <a:t>Class Method</a:t>
            </a:r>
            <a:endParaRPr lang="en-IN"/>
          </a:p>
        </p:txBody>
      </p:sp>
      <p:cxnSp>
        <p:nvCxnSpPr>
          <p:cNvPr id="6" name="Straight Arrow Connector 5">
            <a:extLst>
              <a:ext uri="{FF2B5EF4-FFF2-40B4-BE49-F238E27FC236}">
                <a16:creationId xmlns:a16="http://schemas.microsoft.com/office/drawing/2014/main" id="{995C7378-71A0-4D11-BCF3-70A46031B0AC}"/>
              </a:ext>
            </a:extLst>
          </p:cNvPr>
          <p:cNvCxnSpPr/>
          <p:nvPr/>
        </p:nvCxnSpPr>
        <p:spPr>
          <a:xfrm flipH="1">
            <a:off x="9526977" y="3470275"/>
            <a:ext cx="457200"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8" name="Content Placeholder 2">
            <a:extLst>
              <a:ext uri="{FF2B5EF4-FFF2-40B4-BE49-F238E27FC236}">
                <a16:creationId xmlns:a16="http://schemas.microsoft.com/office/drawing/2014/main" id="{E1D65BE4-551E-4214-8ADC-E89A43C8FB79}"/>
              </a:ext>
            </a:extLst>
          </p:cNvPr>
          <p:cNvSpPr txBox="1">
            <a:spLocks/>
          </p:cNvSpPr>
          <p:nvPr/>
        </p:nvSpPr>
        <p:spPr bwMode="auto">
          <a:xfrm>
            <a:off x="1010730" y="1828800"/>
            <a:ext cx="4551870" cy="339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buFont typeface="Arial" panose="020B0604020202020204" pitchFamily="34" charset="0"/>
              <a:buNone/>
            </a:pPr>
            <a:r>
              <a:rPr lang="en-US" altLang="en-US" sz="2400">
                <a:latin typeface="Times New Roman" panose="02020603050405020304" pitchFamily="18" charset="0"/>
                <a:cs typeface="Times New Roman" panose="02020603050405020304" pitchFamily="18" charset="0"/>
              </a:rPr>
              <a:t>class Mobile</a:t>
            </a:r>
            <a:r>
              <a:rPr lang="en-US" altLang="en-US" sz="2400" b="1">
                <a:latin typeface="Times New Roman" panose="02020603050405020304" pitchFamily="18" charset="0"/>
                <a:cs typeface="Times New Roman" panose="02020603050405020304" pitchFamily="18" charset="0"/>
              </a:rPr>
              <a:t>:</a:t>
            </a:r>
          </a:p>
          <a:p>
            <a:pPr eaLnBrk="1" hangingPunct="1">
              <a:buFont typeface="Arial" panose="020B0604020202020204" pitchFamily="34" charset="0"/>
              <a:buNone/>
            </a:pPr>
            <a:r>
              <a:rPr lang="en-US" altLang="en-US" sz="2400">
                <a:latin typeface="Times New Roman" panose="02020603050405020304" pitchFamily="18" charset="0"/>
                <a:cs typeface="Times New Roman" panose="02020603050405020304" pitchFamily="18" charset="0"/>
              </a:rPr>
              <a:t>    @classmethod</a:t>
            </a:r>
          </a:p>
          <a:p>
            <a:pPr eaLnBrk="1" hangingPunct="1">
              <a:buFont typeface="Arial" panose="020B0604020202020204" pitchFamily="34" charset="0"/>
              <a:buNone/>
            </a:pPr>
            <a:r>
              <a:rPr lang="en-US" altLang="en-US" sz="2400">
                <a:latin typeface="Times New Roman" panose="02020603050405020304" pitchFamily="18" charset="0"/>
                <a:cs typeface="Times New Roman" panose="02020603050405020304" pitchFamily="18" charset="0"/>
              </a:rPr>
              <a:t>    def show_model(cls):</a:t>
            </a:r>
          </a:p>
          <a:p>
            <a:pPr eaLnBrk="1" hangingPunct="1">
              <a:buFont typeface="Arial" panose="020B0604020202020204" pitchFamily="34" charset="0"/>
              <a:buNone/>
            </a:pPr>
            <a:r>
              <a:rPr lang="en-US" altLang="en-US" sz="2400">
                <a:latin typeface="Times New Roman" panose="02020603050405020304" pitchFamily="18" charset="0"/>
                <a:cs typeface="Times New Roman" panose="02020603050405020304" pitchFamily="18" charset="0"/>
              </a:rPr>
              <a:t>            print(“RealMe X”)</a:t>
            </a:r>
          </a:p>
          <a:p>
            <a:pPr eaLnBrk="1" hangingPunct="1">
              <a:buFont typeface="Arial" panose="020B0604020202020204" pitchFamily="34" charset="0"/>
              <a:buNone/>
            </a:pPr>
            <a:endParaRPr lang="en-US" altLang="en-US" sz="2400">
              <a:latin typeface="Times New Roman" panose="02020603050405020304" pitchFamily="18" charset="0"/>
              <a:cs typeface="Times New Roman" panose="02020603050405020304" pitchFamily="18" charset="0"/>
            </a:endParaRPr>
          </a:p>
          <a:p>
            <a:pPr eaLnBrk="1" hangingPunct="1">
              <a:buFont typeface="Arial" panose="020B0604020202020204" pitchFamily="34" charset="0"/>
              <a:buNone/>
            </a:pPr>
            <a:r>
              <a:rPr lang="en-US" altLang="en-US" sz="2400">
                <a:latin typeface="Times New Roman" panose="02020603050405020304" pitchFamily="18" charset="0"/>
                <a:cs typeface="Times New Roman" panose="02020603050405020304" pitchFamily="18" charset="0"/>
              </a:rPr>
              <a:t>realme = Mobile( )</a:t>
            </a:r>
            <a:endParaRPr lang="en-IN" altLang="en-US" sz="240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F97B82DE-014B-48E4-A70A-1C927040CE96}"/>
              </a:ext>
            </a:extLst>
          </p:cNvPr>
          <p:cNvSpPr txBox="1"/>
          <p:nvPr/>
        </p:nvSpPr>
        <p:spPr>
          <a:xfrm>
            <a:off x="4839718" y="2644685"/>
            <a:ext cx="1457325" cy="369887"/>
          </a:xfrm>
          <a:prstGeom prst="rect">
            <a:avLst/>
          </a:prstGeom>
        </p:spPr>
        <p:style>
          <a:lnRef idx="2">
            <a:schemeClr val="accent1"/>
          </a:lnRef>
          <a:fillRef idx="1">
            <a:schemeClr val="lt1"/>
          </a:fillRef>
          <a:effectRef idx="0">
            <a:schemeClr val="accent1"/>
          </a:effectRef>
          <a:fontRef idx="minor">
            <a:schemeClr val="dk1"/>
          </a:fontRef>
        </p:style>
        <p:txBody>
          <a:bodyPr wrap="none">
            <a:spAutoFit/>
          </a:bodyPr>
          <a:lstStyle/>
          <a:p>
            <a:pPr>
              <a:defRPr/>
            </a:pPr>
            <a:r>
              <a:rPr lang="en-US"/>
              <a:t>Class Method</a:t>
            </a:r>
            <a:endParaRPr lang="en-IN"/>
          </a:p>
        </p:txBody>
      </p:sp>
      <p:cxnSp>
        <p:nvCxnSpPr>
          <p:cNvPr id="10" name="Straight Arrow Connector 9">
            <a:extLst>
              <a:ext uri="{FF2B5EF4-FFF2-40B4-BE49-F238E27FC236}">
                <a16:creationId xmlns:a16="http://schemas.microsoft.com/office/drawing/2014/main" id="{DB863454-063E-45D1-823C-744198DCCE45}"/>
              </a:ext>
            </a:extLst>
          </p:cNvPr>
          <p:cNvCxnSpPr/>
          <p:nvPr/>
        </p:nvCxnSpPr>
        <p:spPr>
          <a:xfrm flipH="1">
            <a:off x="4328543" y="2838270"/>
            <a:ext cx="469900" cy="106363"/>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4D48C857-AF6D-4182-B454-3229E1E31442}"/>
              </a:ext>
            </a:extLst>
          </p:cNvPr>
          <p:cNvSpPr txBox="1"/>
          <p:nvPr/>
        </p:nvSpPr>
        <p:spPr>
          <a:xfrm>
            <a:off x="8441546" y="1832993"/>
            <a:ext cx="1438275" cy="369888"/>
          </a:xfrm>
          <a:prstGeom prst="rect">
            <a:avLst/>
          </a:prstGeom>
        </p:spPr>
        <p:style>
          <a:lnRef idx="2">
            <a:schemeClr val="accent1"/>
          </a:lnRef>
          <a:fillRef idx="1">
            <a:schemeClr val="lt1"/>
          </a:fillRef>
          <a:effectRef idx="0">
            <a:schemeClr val="accent1"/>
          </a:effectRef>
          <a:fontRef idx="minor">
            <a:schemeClr val="dk1"/>
          </a:fontRef>
        </p:style>
        <p:txBody>
          <a:bodyPr>
            <a:spAutoFit/>
          </a:bodyPr>
          <a:lstStyle/>
          <a:p>
            <a:pPr>
              <a:defRPr/>
            </a:pPr>
            <a:r>
              <a:rPr lang="en-US" sz="1400"/>
              <a:t>Class </a:t>
            </a:r>
            <a:r>
              <a:rPr lang="en-US"/>
              <a:t>Variable</a:t>
            </a:r>
            <a:endParaRPr lang="en-IN" sz="1400"/>
          </a:p>
        </p:txBody>
      </p:sp>
      <p:cxnSp>
        <p:nvCxnSpPr>
          <p:cNvPr id="12" name="Straight Arrow Connector 11">
            <a:extLst>
              <a:ext uri="{FF2B5EF4-FFF2-40B4-BE49-F238E27FC236}">
                <a16:creationId xmlns:a16="http://schemas.microsoft.com/office/drawing/2014/main" id="{F56C3A89-5142-4B8F-9FF3-3A5256AC82D0}"/>
              </a:ext>
            </a:extLst>
          </p:cNvPr>
          <p:cNvCxnSpPr/>
          <p:nvPr/>
        </p:nvCxnSpPr>
        <p:spPr>
          <a:xfrm flipH="1">
            <a:off x="7947924" y="2079236"/>
            <a:ext cx="469900" cy="249237"/>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A2FDB7BA-A09A-454D-8295-0AF92B029A75}"/>
              </a:ext>
            </a:extLst>
          </p:cNvPr>
          <p:cNvSpPr txBox="1"/>
          <p:nvPr/>
        </p:nvSpPr>
        <p:spPr>
          <a:xfrm>
            <a:off x="4087933" y="2007469"/>
            <a:ext cx="1120775" cy="368300"/>
          </a:xfrm>
          <a:prstGeom prst="rect">
            <a:avLst/>
          </a:prstGeom>
        </p:spPr>
        <p:style>
          <a:lnRef idx="2">
            <a:schemeClr val="accent1"/>
          </a:lnRef>
          <a:fillRef idx="1">
            <a:schemeClr val="lt1"/>
          </a:fillRef>
          <a:effectRef idx="0">
            <a:schemeClr val="accent1"/>
          </a:effectRef>
          <a:fontRef idx="minor">
            <a:schemeClr val="dk1"/>
          </a:fontRef>
        </p:style>
        <p:txBody>
          <a:bodyPr wrap="none">
            <a:spAutoFit/>
          </a:bodyPr>
          <a:lstStyle/>
          <a:p>
            <a:pPr>
              <a:defRPr/>
            </a:pPr>
            <a:r>
              <a:rPr lang="en-US"/>
              <a:t>Decorator</a:t>
            </a:r>
            <a:endParaRPr lang="en-IN"/>
          </a:p>
        </p:txBody>
      </p:sp>
      <p:cxnSp>
        <p:nvCxnSpPr>
          <p:cNvPr id="14" name="Straight Arrow Connector 13">
            <a:extLst>
              <a:ext uri="{FF2B5EF4-FFF2-40B4-BE49-F238E27FC236}">
                <a16:creationId xmlns:a16="http://schemas.microsoft.com/office/drawing/2014/main" id="{6A2F9239-7B36-46C2-A06A-64D9138CEAFC}"/>
              </a:ext>
            </a:extLst>
          </p:cNvPr>
          <p:cNvCxnSpPr/>
          <p:nvPr/>
        </p:nvCxnSpPr>
        <p:spPr>
          <a:xfrm flipH="1">
            <a:off x="3432925" y="2240922"/>
            <a:ext cx="642668" cy="182741"/>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7496F495-5663-4A05-9F78-64AE05BFA5A9}"/>
              </a:ext>
            </a:extLst>
          </p:cNvPr>
          <p:cNvSpPr txBox="1"/>
          <p:nvPr/>
        </p:nvSpPr>
        <p:spPr>
          <a:xfrm>
            <a:off x="9699505" y="2447026"/>
            <a:ext cx="1120775" cy="369888"/>
          </a:xfrm>
          <a:prstGeom prst="rect">
            <a:avLst/>
          </a:prstGeom>
        </p:spPr>
        <p:style>
          <a:lnRef idx="2">
            <a:schemeClr val="accent1"/>
          </a:lnRef>
          <a:fillRef idx="1">
            <a:schemeClr val="lt1"/>
          </a:fillRef>
          <a:effectRef idx="0">
            <a:schemeClr val="accent1"/>
          </a:effectRef>
          <a:fontRef idx="minor">
            <a:schemeClr val="dk1"/>
          </a:fontRef>
        </p:style>
        <p:txBody>
          <a:bodyPr wrap="none">
            <a:spAutoFit/>
          </a:bodyPr>
          <a:lstStyle/>
          <a:p>
            <a:pPr>
              <a:defRPr/>
            </a:pPr>
            <a:r>
              <a:rPr lang="en-US"/>
              <a:t>Decorator</a:t>
            </a:r>
            <a:endParaRPr lang="en-IN"/>
          </a:p>
        </p:txBody>
      </p:sp>
      <p:cxnSp>
        <p:nvCxnSpPr>
          <p:cNvPr id="16" name="Straight Arrow Connector 15">
            <a:extLst>
              <a:ext uri="{FF2B5EF4-FFF2-40B4-BE49-F238E27FC236}">
                <a16:creationId xmlns:a16="http://schemas.microsoft.com/office/drawing/2014/main" id="{FC89ACF6-ABDE-4B75-8E68-C61511737B86}"/>
              </a:ext>
            </a:extLst>
          </p:cNvPr>
          <p:cNvCxnSpPr/>
          <p:nvPr/>
        </p:nvCxnSpPr>
        <p:spPr>
          <a:xfrm flipH="1">
            <a:off x="8986718" y="2567317"/>
            <a:ext cx="685800" cy="258763"/>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A69179D5-FD21-4483-B981-E709A300615B}"/>
              </a:ext>
            </a:extLst>
          </p:cNvPr>
          <p:cNvSpPr txBox="1"/>
          <p:nvPr/>
        </p:nvSpPr>
        <p:spPr>
          <a:xfrm>
            <a:off x="9037937" y="4171411"/>
            <a:ext cx="2553599" cy="646113"/>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defRPr/>
            </a:pPr>
            <a:r>
              <a:rPr lang="en-US"/>
              <a:t>Accessing Class variable</a:t>
            </a:r>
          </a:p>
          <a:p>
            <a:pPr>
              <a:defRPr/>
            </a:pPr>
            <a:r>
              <a:rPr lang="en-US"/>
              <a:t>Inside Class Method </a:t>
            </a:r>
            <a:endParaRPr lang="en-IN"/>
          </a:p>
        </p:txBody>
      </p:sp>
      <p:cxnSp>
        <p:nvCxnSpPr>
          <p:cNvPr id="18" name="Straight Arrow Connector 17">
            <a:extLst>
              <a:ext uri="{FF2B5EF4-FFF2-40B4-BE49-F238E27FC236}">
                <a16:creationId xmlns:a16="http://schemas.microsoft.com/office/drawing/2014/main" id="{5FA0E18A-0B7D-43CB-8DB2-C886E97AFC43}"/>
              </a:ext>
            </a:extLst>
          </p:cNvPr>
          <p:cNvCxnSpPr/>
          <p:nvPr/>
        </p:nvCxnSpPr>
        <p:spPr>
          <a:xfrm flipH="1" flipV="1">
            <a:off x="8668049" y="4234671"/>
            <a:ext cx="336550" cy="2561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5" name="Date Placeholder 4">
            <a:extLst>
              <a:ext uri="{FF2B5EF4-FFF2-40B4-BE49-F238E27FC236}">
                <a16:creationId xmlns:a16="http://schemas.microsoft.com/office/drawing/2014/main" id="{6679A856-B410-4158-948A-DB331BDDF5D8}"/>
              </a:ext>
            </a:extLst>
          </p:cNvPr>
          <p:cNvSpPr>
            <a:spLocks noGrp="1"/>
          </p:cNvSpPr>
          <p:nvPr>
            <p:ph type="dt" sz="quarter" idx="10"/>
          </p:nvPr>
        </p:nvSpPr>
        <p:spPr/>
        <p:txBody>
          <a:bodyPr/>
          <a:lstStyle/>
          <a:p>
            <a:pPr>
              <a:defRPr/>
            </a:pPr>
            <a:fld id="{360B7489-A6D6-41F3-B7EC-F9F06FFCEC2D}" type="datetime1">
              <a:rPr lang="en-US" smtClean="0"/>
              <a:pPr>
                <a:defRPr/>
              </a:pPr>
              <a:t>5/17/2022</a:t>
            </a:fld>
            <a:endParaRPr lang="en-US"/>
          </a:p>
        </p:txBody>
      </p:sp>
      <p:sp>
        <p:nvSpPr>
          <p:cNvPr id="7" name="Footer Placeholder 6">
            <a:extLst>
              <a:ext uri="{FF2B5EF4-FFF2-40B4-BE49-F238E27FC236}">
                <a16:creationId xmlns:a16="http://schemas.microsoft.com/office/drawing/2014/main" id="{911ED81D-D5D4-4DBC-9FB8-3A21A4DF3B1A}"/>
              </a:ext>
            </a:extLst>
          </p:cNvPr>
          <p:cNvSpPr>
            <a:spLocks noGrp="1"/>
          </p:cNvSpPr>
          <p:nvPr>
            <p:ph type="ftr" sz="quarter" idx="11"/>
          </p:nvPr>
        </p:nvSpPr>
        <p:spPr>
          <a:xfrm>
            <a:off x="2895600" y="6356350"/>
            <a:ext cx="6934200" cy="365125"/>
          </a:xfrm>
        </p:spPr>
        <p:txBody>
          <a:bodyPr/>
          <a:lstStyle/>
          <a:p>
            <a:pPr>
              <a:defRPr/>
            </a:pPr>
            <a:r>
              <a:rPr lang="en-US"/>
              <a:t>(Programming in Advanced Python)                                 Unit No:2</a:t>
            </a:r>
          </a:p>
        </p:txBody>
      </p:sp>
      <p:sp>
        <p:nvSpPr>
          <p:cNvPr id="68626" name="Slide Number Placeholder 18">
            <a:extLst>
              <a:ext uri="{FF2B5EF4-FFF2-40B4-BE49-F238E27FC236}">
                <a16:creationId xmlns:a16="http://schemas.microsoft.com/office/drawing/2014/main" id="{99755A3F-F3F6-4527-ABCA-E5DB978B5A3B}"/>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5C15440D-BD0A-4358-93B1-2CC158789B91}" type="slidenum">
              <a:rPr lang="en-US" altLang="en-US" sz="1200">
                <a:solidFill>
                  <a:srgbClr val="898989"/>
                </a:solidFill>
              </a:rPr>
              <a:pPr>
                <a:spcBef>
                  <a:spcPct val="0"/>
                </a:spcBef>
                <a:buFontTx/>
                <a:buNone/>
              </a:pPr>
              <a:t>107</a:t>
            </a:fld>
            <a:endParaRPr lang="en-US" altLang="en-US" sz="1200">
              <a:solidFill>
                <a:srgbClr val="898989"/>
              </a:solidFill>
            </a:endParaRPr>
          </a:p>
        </p:txBody>
      </p:sp>
      <p:sp>
        <p:nvSpPr>
          <p:cNvPr id="21" name="Title 1">
            <a:extLst>
              <a:ext uri="{FF2B5EF4-FFF2-40B4-BE49-F238E27FC236}">
                <a16:creationId xmlns:a16="http://schemas.microsoft.com/office/drawing/2014/main" id="{304A062D-5A71-457F-B62E-F765C2F01A2C}"/>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US" sz="3200" b="1">
                <a:latin typeface="Times New Roman" panose="02020603050405020304" pitchFamily="18" charset="0"/>
                <a:cs typeface="Times New Roman" pitchFamily="18" charset="0"/>
              </a:rPr>
              <a:t>Class Method without Parameter(CO2)</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fade">
                                      <p:cBhvr>
                                        <p:cTn id="12" dur="500"/>
                                        <p:tgtEl>
                                          <p:spTgt spid="8">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animEffect transition="in" filter="fade">
                                      <p:cBhvr>
                                        <p:cTn id="17" dur="500"/>
                                        <p:tgtEl>
                                          <p:spTgt spid="8">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8">
                                            <p:txEl>
                                              <p:pRg st="3" end="3"/>
                                            </p:txEl>
                                          </p:spTgt>
                                        </p:tgtEl>
                                        <p:attrNameLst>
                                          <p:attrName>style.visibility</p:attrName>
                                        </p:attrNameLst>
                                      </p:cBhvr>
                                      <p:to>
                                        <p:strVal val="visible"/>
                                      </p:to>
                                    </p:set>
                                    <p:animEffect transition="in" filter="fade">
                                      <p:cBhvr>
                                        <p:cTn id="22" dur="500"/>
                                        <p:tgtEl>
                                          <p:spTgt spid="8">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8">
                                            <p:txEl>
                                              <p:pRg st="5" end="5"/>
                                            </p:txEl>
                                          </p:spTgt>
                                        </p:tgtEl>
                                        <p:attrNameLst>
                                          <p:attrName>style.visibility</p:attrName>
                                        </p:attrNameLst>
                                      </p:cBhvr>
                                      <p:to>
                                        <p:strVal val="visible"/>
                                      </p:to>
                                    </p:set>
                                    <p:animEffect transition="in" filter="fade">
                                      <p:cBhvr>
                                        <p:cTn id="27" dur="500"/>
                                        <p:tgtEl>
                                          <p:spTgt spid="8">
                                            <p:txEl>
                                              <p:pRg st="5" end="5"/>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0" presetClass="entr" presetSubtype="0" fill="hold"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500"/>
                                        <p:tgtEl>
                                          <p:spTgt spid="14"/>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10" presetClass="entr" presetSubtype="0" fill="hold" nodeType="clickEffect">
                                  <p:stCondLst>
                                    <p:cond delay="0"/>
                                  </p:stCondLst>
                                  <p:childTnLst>
                                    <p:set>
                                      <p:cBhvr>
                                        <p:cTn id="39" dur="1" fill="hold">
                                          <p:stCondLst>
                                            <p:cond delay="0"/>
                                          </p:stCondLst>
                                        </p:cTn>
                                        <p:tgtEl>
                                          <p:spTgt spid="10"/>
                                        </p:tgtEl>
                                        <p:attrNameLst>
                                          <p:attrName>style.visibility</p:attrName>
                                        </p:attrNameLst>
                                      </p:cBhvr>
                                      <p:to>
                                        <p:strVal val="visible"/>
                                      </p:to>
                                    </p:set>
                                    <p:animEffect transition="in" filter="fade">
                                      <p:cBhvr>
                                        <p:cTn id="40" dur="500"/>
                                        <p:tgtEl>
                                          <p:spTgt spid="10"/>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9"/>
                                        </p:tgtEl>
                                        <p:attrNameLst>
                                          <p:attrName>style.visibility</p:attrName>
                                        </p:attrNameLst>
                                      </p:cBhvr>
                                      <p:to>
                                        <p:strVal val="visible"/>
                                      </p:to>
                                    </p:set>
                                    <p:animEffect transition="in" filter="fade">
                                      <p:cBhvr>
                                        <p:cTn id="43" dur="500"/>
                                        <p:tgtEl>
                                          <p:spTgt spid="9"/>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3">
                                            <p:txEl>
                                              <p:pRg st="0" end="0"/>
                                            </p:txEl>
                                          </p:spTgt>
                                        </p:tgtEl>
                                        <p:attrNameLst>
                                          <p:attrName>style.visibility</p:attrName>
                                        </p:attrNameLst>
                                      </p:cBhvr>
                                      <p:to>
                                        <p:strVal val="visible"/>
                                      </p:to>
                                    </p:set>
                                    <p:animEffect transition="in" filter="fade">
                                      <p:cBhvr>
                                        <p:cTn id="48" dur="500"/>
                                        <p:tgtEl>
                                          <p:spTgt spid="3">
                                            <p:txEl>
                                              <p:pRg st="0" end="0"/>
                                            </p:txEl>
                                          </p:spTgt>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3">
                                            <p:txEl>
                                              <p:pRg st="1" end="1"/>
                                            </p:txEl>
                                          </p:spTgt>
                                        </p:tgtEl>
                                        <p:attrNameLst>
                                          <p:attrName>style.visibility</p:attrName>
                                        </p:attrNameLst>
                                      </p:cBhvr>
                                      <p:to>
                                        <p:strVal val="visible"/>
                                      </p:to>
                                    </p:set>
                                    <p:animEffect transition="in" filter="fade">
                                      <p:cBhvr>
                                        <p:cTn id="53" dur="500"/>
                                        <p:tgtEl>
                                          <p:spTgt spid="3">
                                            <p:txEl>
                                              <p:pRg st="1" end="1"/>
                                            </p:txEl>
                                          </p:spTgt>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3">
                                            <p:txEl>
                                              <p:pRg st="2" end="2"/>
                                            </p:txEl>
                                          </p:spTgt>
                                        </p:tgtEl>
                                        <p:attrNameLst>
                                          <p:attrName>style.visibility</p:attrName>
                                        </p:attrNameLst>
                                      </p:cBhvr>
                                      <p:to>
                                        <p:strVal val="visible"/>
                                      </p:to>
                                    </p:set>
                                    <p:animEffect transition="in" filter="fade">
                                      <p:cBhvr>
                                        <p:cTn id="58" dur="500"/>
                                        <p:tgtEl>
                                          <p:spTgt spid="3">
                                            <p:txEl>
                                              <p:pRg st="2" end="2"/>
                                            </p:txEl>
                                          </p:spTgt>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3">
                                            <p:txEl>
                                              <p:pRg st="3" end="3"/>
                                            </p:txEl>
                                          </p:spTgt>
                                        </p:tgtEl>
                                        <p:attrNameLst>
                                          <p:attrName>style.visibility</p:attrName>
                                        </p:attrNameLst>
                                      </p:cBhvr>
                                      <p:to>
                                        <p:strVal val="visible"/>
                                      </p:to>
                                    </p:set>
                                    <p:animEffect transition="in" filter="fade">
                                      <p:cBhvr>
                                        <p:cTn id="63" dur="500"/>
                                        <p:tgtEl>
                                          <p:spTgt spid="3">
                                            <p:txEl>
                                              <p:pRg st="3" end="3"/>
                                            </p:txEl>
                                          </p:spTgt>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10" presetClass="entr" presetSubtype="0" fill="hold" grpId="0" nodeType="clickEffect">
                                  <p:stCondLst>
                                    <p:cond delay="0"/>
                                  </p:stCondLst>
                                  <p:childTnLst>
                                    <p:set>
                                      <p:cBhvr>
                                        <p:cTn id="67" dur="1" fill="hold">
                                          <p:stCondLst>
                                            <p:cond delay="0"/>
                                          </p:stCondLst>
                                        </p:cTn>
                                        <p:tgtEl>
                                          <p:spTgt spid="3">
                                            <p:txEl>
                                              <p:pRg st="4" end="4"/>
                                            </p:txEl>
                                          </p:spTgt>
                                        </p:tgtEl>
                                        <p:attrNameLst>
                                          <p:attrName>style.visibility</p:attrName>
                                        </p:attrNameLst>
                                      </p:cBhvr>
                                      <p:to>
                                        <p:strVal val="visible"/>
                                      </p:to>
                                    </p:set>
                                    <p:animEffect transition="in" filter="fade">
                                      <p:cBhvr>
                                        <p:cTn id="68" dur="500"/>
                                        <p:tgtEl>
                                          <p:spTgt spid="3">
                                            <p:txEl>
                                              <p:pRg st="4" end="4"/>
                                            </p:txEl>
                                          </p:spTgt>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3">
                                            <p:txEl>
                                              <p:pRg st="6" end="6"/>
                                            </p:txEl>
                                          </p:spTgt>
                                        </p:tgtEl>
                                        <p:attrNameLst>
                                          <p:attrName>style.visibility</p:attrName>
                                        </p:attrNameLst>
                                      </p:cBhvr>
                                      <p:to>
                                        <p:strVal val="visible"/>
                                      </p:to>
                                    </p:set>
                                    <p:animEffect transition="in" filter="fade">
                                      <p:cBhvr>
                                        <p:cTn id="73" dur="500"/>
                                        <p:tgtEl>
                                          <p:spTgt spid="3">
                                            <p:txEl>
                                              <p:pRg st="6" end="6"/>
                                            </p:txEl>
                                          </p:spTgt>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10" presetClass="entr" presetSubtype="0" fill="hold" nodeType="clickEffect">
                                  <p:stCondLst>
                                    <p:cond delay="0"/>
                                  </p:stCondLst>
                                  <p:childTnLst>
                                    <p:set>
                                      <p:cBhvr>
                                        <p:cTn id="77" dur="1" fill="hold">
                                          <p:stCondLst>
                                            <p:cond delay="0"/>
                                          </p:stCondLst>
                                        </p:cTn>
                                        <p:tgtEl>
                                          <p:spTgt spid="12"/>
                                        </p:tgtEl>
                                        <p:attrNameLst>
                                          <p:attrName>style.visibility</p:attrName>
                                        </p:attrNameLst>
                                      </p:cBhvr>
                                      <p:to>
                                        <p:strVal val="visible"/>
                                      </p:to>
                                    </p:set>
                                    <p:animEffect transition="in" filter="fade">
                                      <p:cBhvr>
                                        <p:cTn id="78" dur="500"/>
                                        <p:tgtEl>
                                          <p:spTgt spid="12"/>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11"/>
                                        </p:tgtEl>
                                        <p:attrNameLst>
                                          <p:attrName>style.visibility</p:attrName>
                                        </p:attrNameLst>
                                      </p:cBhvr>
                                      <p:to>
                                        <p:strVal val="visible"/>
                                      </p:to>
                                    </p:set>
                                    <p:animEffect transition="in" filter="fade">
                                      <p:cBhvr>
                                        <p:cTn id="81" dur="500"/>
                                        <p:tgtEl>
                                          <p:spTgt spid="11"/>
                                        </p:tgtEl>
                                      </p:cBhvr>
                                    </p:animEffect>
                                  </p:childTnLst>
                                </p:cTn>
                              </p:par>
                            </p:childTnLst>
                          </p:cTn>
                        </p:par>
                      </p:childTnLst>
                    </p:cTn>
                  </p:par>
                  <p:par>
                    <p:cTn id="82" fill="hold" nodeType="clickPar">
                      <p:stCondLst>
                        <p:cond delay="indefinite"/>
                      </p:stCondLst>
                      <p:childTnLst>
                        <p:par>
                          <p:cTn id="83" fill="hold" nodeType="withGroup">
                            <p:stCondLst>
                              <p:cond delay="0"/>
                            </p:stCondLst>
                            <p:childTnLst>
                              <p:par>
                                <p:cTn id="84" presetID="10" presetClass="entr" presetSubtype="0" fill="hold" nodeType="clickEffect">
                                  <p:stCondLst>
                                    <p:cond delay="0"/>
                                  </p:stCondLst>
                                  <p:childTnLst>
                                    <p:set>
                                      <p:cBhvr>
                                        <p:cTn id="85" dur="1" fill="hold">
                                          <p:stCondLst>
                                            <p:cond delay="0"/>
                                          </p:stCondLst>
                                        </p:cTn>
                                        <p:tgtEl>
                                          <p:spTgt spid="16"/>
                                        </p:tgtEl>
                                        <p:attrNameLst>
                                          <p:attrName>style.visibility</p:attrName>
                                        </p:attrNameLst>
                                      </p:cBhvr>
                                      <p:to>
                                        <p:strVal val="visible"/>
                                      </p:to>
                                    </p:set>
                                    <p:animEffect transition="in" filter="fade">
                                      <p:cBhvr>
                                        <p:cTn id="86" dur="500"/>
                                        <p:tgtEl>
                                          <p:spTgt spid="16"/>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15"/>
                                        </p:tgtEl>
                                        <p:attrNameLst>
                                          <p:attrName>style.visibility</p:attrName>
                                        </p:attrNameLst>
                                      </p:cBhvr>
                                      <p:to>
                                        <p:strVal val="visible"/>
                                      </p:to>
                                    </p:set>
                                    <p:animEffect transition="in" filter="fade">
                                      <p:cBhvr>
                                        <p:cTn id="89" dur="500"/>
                                        <p:tgtEl>
                                          <p:spTgt spid="15"/>
                                        </p:tgtEl>
                                      </p:cBhvr>
                                    </p:animEffect>
                                  </p:childTnLst>
                                </p:cTn>
                              </p:par>
                            </p:childTnLst>
                          </p:cTn>
                        </p:par>
                      </p:childTnLst>
                    </p:cTn>
                  </p:par>
                  <p:par>
                    <p:cTn id="90" fill="hold" nodeType="clickPar">
                      <p:stCondLst>
                        <p:cond delay="indefinite"/>
                      </p:stCondLst>
                      <p:childTnLst>
                        <p:par>
                          <p:cTn id="91" fill="hold" nodeType="withGroup">
                            <p:stCondLst>
                              <p:cond delay="0"/>
                            </p:stCondLst>
                            <p:childTnLst>
                              <p:par>
                                <p:cTn id="92" presetID="10" presetClass="entr" presetSubtype="0" fill="hold" nodeType="clickEffect">
                                  <p:stCondLst>
                                    <p:cond delay="0"/>
                                  </p:stCondLst>
                                  <p:childTnLst>
                                    <p:set>
                                      <p:cBhvr>
                                        <p:cTn id="93" dur="1" fill="hold">
                                          <p:stCondLst>
                                            <p:cond delay="0"/>
                                          </p:stCondLst>
                                        </p:cTn>
                                        <p:tgtEl>
                                          <p:spTgt spid="6"/>
                                        </p:tgtEl>
                                        <p:attrNameLst>
                                          <p:attrName>style.visibility</p:attrName>
                                        </p:attrNameLst>
                                      </p:cBhvr>
                                      <p:to>
                                        <p:strVal val="visible"/>
                                      </p:to>
                                    </p:set>
                                    <p:animEffect transition="in" filter="fade">
                                      <p:cBhvr>
                                        <p:cTn id="94" dur="500"/>
                                        <p:tgtEl>
                                          <p:spTgt spid="6"/>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4"/>
                                        </p:tgtEl>
                                        <p:attrNameLst>
                                          <p:attrName>style.visibility</p:attrName>
                                        </p:attrNameLst>
                                      </p:cBhvr>
                                      <p:to>
                                        <p:strVal val="visible"/>
                                      </p:to>
                                    </p:set>
                                    <p:animEffect transition="in" filter="fade">
                                      <p:cBhvr>
                                        <p:cTn id="97" dur="500"/>
                                        <p:tgtEl>
                                          <p:spTgt spid="4"/>
                                        </p:tgtEl>
                                      </p:cBhvr>
                                    </p:animEffect>
                                  </p:childTnLst>
                                </p:cTn>
                              </p:par>
                            </p:childTnLst>
                          </p:cTn>
                        </p:par>
                      </p:childTnLst>
                    </p:cTn>
                  </p:par>
                  <p:par>
                    <p:cTn id="98" fill="hold" nodeType="clickPar">
                      <p:stCondLst>
                        <p:cond delay="indefinite"/>
                      </p:stCondLst>
                      <p:childTnLst>
                        <p:par>
                          <p:cTn id="99" fill="hold" nodeType="withGroup">
                            <p:stCondLst>
                              <p:cond delay="0"/>
                            </p:stCondLst>
                            <p:childTnLst>
                              <p:par>
                                <p:cTn id="100" presetID="10" presetClass="entr" presetSubtype="0" fill="hold" nodeType="clickEffect">
                                  <p:stCondLst>
                                    <p:cond delay="0"/>
                                  </p:stCondLst>
                                  <p:childTnLst>
                                    <p:set>
                                      <p:cBhvr>
                                        <p:cTn id="101" dur="1" fill="hold">
                                          <p:stCondLst>
                                            <p:cond delay="0"/>
                                          </p:stCondLst>
                                        </p:cTn>
                                        <p:tgtEl>
                                          <p:spTgt spid="18"/>
                                        </p:tgtEl>
                                        <p:attrNameLst>
                                          <p:attrName>style.visibility</p:attrName>
                                        </p:attrNameLst>
                                      </p:cBhvr>
                                      <p:to>
                                        <p:strVal val="visible"/>
                                      </p:to>
                                    </p:set>
                                    <p:animEffect transition="in" filter="fade">
                                      <p:cBhvr>
                                        <p:cTn id="102" dur="500"/>
                                        <p:tgtEl>
                                          <p:spTgt spid="18"/>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17"/>
                                        </p:tgtEl>
                                        <p:attrNameLst>
                                          <p:attrName>style.visibility</p:attrName>
                                        </p:attrNameLst>
                                      </p:cBhvr>
                                      <p:to>
                                        <p:strVal val="visible"/>
                                      </p:to>
                                    </p:set>
                                    <p:animEffect transition="in" filter="fade">
                                      <p:cBhvr>
                                        <p:cTn id="105"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P spid="8" grpId="0" build="p"/>
      <p:bldP spid="9" grpId="0" animBg="1"/>
      <p:bldP spid="11" grpId="0" animBg="1"/>
      <p:bldP spid="13" grpId="0" animBg="1"/>
      <p:bldP spid="15" grpId="0" animBg="1"/>
      <p:bldP spid="17" grpId="0" animBg="1"/>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BE46DA9-2122-4C4B-BFA3-6504A6391DCB}"/>
              </a:ext>
            </a:extLst>
          </p:cNvPr>
          <p:cNvSpPr>
            <a:spLocks noGrp="1"/>
          </p:cNvSpPr>
          <p:nvPr>
            <p:ph idx="1"/>
          </p:nvPr>
        </p:nvSpPr>
        <p:spPr>
          <a:xfrm>
            <a:off x="1600200" y="990600"/>
            <a:ext cx="8610600" cy="4648200"/>
          </a:xfrm>
        </p:spPr>
        <p:txBody>
          <a:bodyPr/>
          <a:lstStyle/>
          <a:p>
            <a:pPr marL="0" indent="0">
              <a:buFont typeface="Arial" panose="020B0604020202020204" pitchFamily="34" charset="0"/>
              <a:buNone/>
            </a:pPr>
            <a:r>
              <a:rPr lang="en-US" altLang="en-US" sz="2800" b="1" dirty="0">
                <a:latin typeface="Times New Roman" panose="02020603050405020304" pitchFamily="18" charset="0"/>
                <a:cs typeface="Times New Roman" panose="02020603050405020304" pitchFamily="18" charset="0"/>
              </a:rPr>
              <a:t>Syntax:- </a:t>
            </a:r>
            <a:r>
              <a:rPr lang="en-US" altLang="en-US" sz="2800" dirty="0" err="1">
                <a:latin typeface="Times New Roman" panose="02020603050405020304" pitchFamily="18" charset="0"/>
                <a:cs typeface="Times New Roman" panose="02020603050405020304" pitchFamily="18" charset="0"/>
              </a:rPr>
              <a:t>Classname.method_name</a:t>
            </a:r>
            <a:r>
              <a:rPr lang="en-US" altLang="en-US" sz="2800" dirty="0">
                <a:latin typeface="Times New Roman" panose="02020603050405020304" pitchFamily="18" charset="0"/>
                <a:cs typeface="Times New Roman" panose="02020603050405020304" pitchFamily="18" charset="0"/>
              </a:rPr>
              <a:t>()</a:t>
            </a:r>
          </a:p>
          <a:p>
            <a:pPr marL="0" indent="0">
              <a:buFont typeface="Arial" panose="020B0604020202020204" pitchFamily="34" charset="0"/>
              <a:buNone/>
            </a:pPr>
            <a:endParaRPr lang="en-US" altLang="en-US" sz="280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en-US" sz="2800" dirty="0">
                <a:latin typeface="Times New Roman" panose="02020603050405020304" pitchFamily="18" charset="0"/>
                <a:cs typeface="Times New Roman" panose="02020603050405020304" pitchFamily="18" charset="0"/>
              </a:rPr>
              <a:t>class Mobile</a:t>
            </a:r>
            <a:r>
              <a:rPr lang="en-US" altLang="en-US" sz="2800" b="1" dirty="0">
                <a:latin typeface="Times New Roman" panose="02020603050405020304" pitchFamily="18" charset="0"/>
                <a:cs typeface="Times New Roman" panose="02020603050405020304" pitchFamily="18" charset="0"/>
              </a:rPr>
              <a:t>:</a:t>
            </a:r>
          </a:p>
          <a:p>
            <a:pPr marL="0" indent="0">
              <a:buFont typeface="Arial" panose="020B0604020202020204" pitchFamily="34" charset="0"/>
              <a:buNone/>
            </a:pPr>
            <a:r>
              <a:rPr lang="en-US" altLang="en-US" sz="2800" dirty="0">
                <a:latin typeface="Times New Roman" panose="02020603050405020304" pitchFamily="18" charset="0"/>
                <a:cs typeface="Times New Roman" panose="02020603050405020304" pitchFamily="18" charset="0"/>
              </a:rPr>
              <a:t>    @classmethod</a:t>
            </a:r>
          </a:p>
          <a:p>
            <a:pPr marL="0" indent="0">
              <a:buFont typeface="Arial" panose="020B0604020202020204" pitchFamily="34" charset="0"/>
              <a:buNone/>
            </a:pPr>
            <a:r>
              <a:rPr lang="en-US" altLang="en-US" sz="2800" dirty="0">
                <a:latin typeface="Times New Roman" panose="02020603050405020304" pitchFamily="18" charset="0"/>
                <a:cs typeface="Times New Roman" panose="02020603050405020304" pitchFamily="18" charset="0"/>
              </a:rPr>
              <a:t>    def </a:t>
            </a:r>
            <a:r>
              <a:rPr lang="en-US" altLang="en-US" sz="2800" dirty="0" err="1">
                <a:latin typeface="Times New Roman" panose="02020603050405020304" pitchFamily="18" charset="0"/>
                <a:cs typeface="Times New Roman" panose="02020603050405020304" pitchFamily="18" charset="0"/>
              </a:rPr>
              <a:t>show_model</a:t>
            </a:r>
            <a:r>
              <a:rPr lang="en-US" altLang="en-US" sz="2800" dirty="0">
                <a:latin typeface="Times New Roman" panose="02020603050405020304" pitchFamily="18" charset="0"/>
                <a:cs typeface="Times New Roman" panose="02020603050405020304" pitchFamily="18" charset="0"/>
              </a:rPr>
              <a:t>(</a:t>
            </a:r>
            <a:r>
              <a:rPr lang="en-US" altLang="en-US" sz="2800" dirty="0" err="1">
                <a:latin typeface="Times New Roman" panose="02020603050405020304" pitchFamily="18" charset="0"/>
                <a:cs typeface="Times New Roman" panose="02020603050405020304" pitchFamily="18" charset="0"/>
              </a:rPr>
              <a:t>cls</a:t>
            </a:r>
            <a:r>
              <a:rPr lang="en-US" altLang="en-US" sz="2800" dirty="0">
                <a:latin typeface="Times New Roman" panose="02020603050405020304" pitchFamily="18" charset="0"/>
                <a:cs typeface="Times New Roman" panose="02020603050405020304" pitchFamily="18" charset="0"/>
              </a:rPr>
              <a:t>):</a:t>
            </a:r>
          </a:p>
          <a:p>
            <a:pPr marL="0" indent="0">
              <a:buFont typeface="Arial" panose="020B0604020202020204" pitchFamily="34" charset="0"/>
              <a:buNone/>
            </a:pPr>
            <a:r>
              <a:rPr lang="en-US" altLang="en-US" sz="2800" dirty="0">
                <a:latin typeface="Times New Roman" panose="02020603050405020304" pitchFamily="18" charset="0"/>
                <a:cs typeface="Times New Roman" panose="02020603050405020304" pitchFamily="18" charset="0"/>
              </a:rPr>
              <a:t>            print(“RealMe X”)</a:t>
            </a:r>
          </a:p>
          <a:p>
            <a:pPr marL="0" indent="0">
              <a:buFont typeface="Arial" panose="020B0604020202020204" pitchFamily="34" charset="0"/>
              <a:buNone/>
            </a:pPr>
            <a:endParaRPr lang="en-US" altLang="en-US" sz="280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en-US" sz="2800" dirty="0" err="1">
                <a:latin typeface="Times New Roman" panose="02020603050405020304" pitchFamily="18" charset="0"/>
                <a:cs typeface="Times New Roman" panose="02020603050405020304" pitchFamily="18" charset="0"/>
              </a:rPr>
              <a:t>realme</a:t>
            </a:r>
            <a:r>
              <a:rPr lang="en-US" altLang="en-US" sz="2800" dirty="0">
                <a:latin typeface="Times New Roman" panose="02020603050405020304" pitchFamily="18" charset="0"/>
                <a:cs typeface="Times New Roman" panose="02020603050405020304" pitchFamily="18" charset="0"/>
              </a:rPr>
              <a:t> = Mobile( )</a:t>
            </a:r>
          </a:p>
          <a:p>
            <a:pPr marL="0" indent="0">
              <a:buFont typeface="Arial" panose="020B0604020202020204" pitchFamily="34" charset="0"/>
              <a:buNone/>
            </a:pPr>
            <a:r>
              <a:rPr lang="en-US" altLang="en-US" sz="2800" dirty="0" err="1">
                <a:latin typeface="Times New Roman" panose="02020603050405020304" pitchFamily="18" charset="0"/>
                <a:cs typeface="Times New Roman" panose="02020603050405020304" pitchFamily="18" charset="0"/>
              </a:rPr>
              <a:t>Mobile.show_model</a:t>
            </a:r>
            <a:r>
              <a:rPr lang="en-US" altLang="en-US" sz="2800" dirty="0">
                <a:latin typeface="Times New Roman" panose="02020603050405020304" pitchFamily="18" charset="0"/>
                <a:cs typeface="Times New Roman" panose="02020603050405020304" pitchFamily="18" charset="0"/>
              </a:rPr>
              <a:t>()</a:t>
            </a:r>
            <a:endParaRPr lang="en-IN" altLang="en-US" sz="28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1AD120E8-1EDB-4085-AA83-7F0296A599B5}"/>
              </a:ext>
            </a:extLst>
          </p:cNvPr>
          <p:cNvSpPr txBox="1"/>
          <p:nvPr/>
        </p:nvSpPr>
        <p:spPr>
          <a:xfrm>
            <a:off x="5105400" y="4800600"/>
            <a:ext cx="3549650" cy="369888"/>
          </a:xfrm>
          <a:prstGeom prst="rect">
            <a:avLst/>
          </a:prstGeom>
        </p:spPr>
        <p:style>
          <a:lnRef idx="2">
            <a:schemeClr val="accent1"/>
          </a:lnRef>
          <a:fillRef idx="1">
            <a:schemeClr val="lt1"/>
          </a:fillRef>
          <a:effectRef idx="0">
            <a:schemeClr val="accent1"/>
          </a:effectRef>
          <a:fontRef idx="minor">
            <a:schemeClr val="dk1"/>
          </a:fontRef>
        </p:style>
        <p:txBody>
          <a:bodyPr wrap="none">
            <a:spAutoFit/>
          </a:bodyPr>
          <a:lstStyle/>
          <a:p>
            <a:pPr>
              <a:defRPr/>
            </a:pPr>
            <a:r>
              <a:rPr lang="en-US" dirty="0"/>
              <a:t>Calling Class Method w/o Argument</a:t>
            </a:r>
            <a:endParaRPr lang="en-IN" dirty="0"/>
          </a:p>
        </p:txBody>
      </p:sp>
      <p:cxnSp>
        <p:nvCxnSpPr>
          <p:cNvPr id="7" name="Straight Arrow Connector 6">
            <a:extLst>
              <a:ext uri="{FF2B5EF4-FFF2-40B4-BE49-F238E27FC236}">
                <a16:creationId xmlns:a16="http://schemas.microsoft.com/office/drawing/2014/main" id="{20BAB178-6F3F-4577-9694-F014DF9044AF}"/>
              </a:ext>
            </a:extLst>
          </p:cNvPr>
          <p:cNvCxnSpPr/>
          <p:nvPr/>
        </p:nvCxnSpPr>
        <p:spPr>
          <a:xfrm flipH="1" flipV="1">
            <a:off x="4648200" y="4876800"/>
            <a:ext cx="457200" cy="777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4" name="Date Placeholder 3">
            <a:extLst>
              <a:ext uri="{FF2B5EF4-FFF2-40B4-BE49-F238E27FC236}">
                <a16:creationId xmlns:a16="http://schemas.microsoft.com/office/drawing/2014/main" id="{A4BE82DB-B847-430C-B43B-1D81B542F823}"/>
              </a:ext>
            </a:extLst>
          </p:cNvPr>
          <p:cNvSpPr>
            <a:spLocks noGrp="1"/>
          </p:cNvSpPr>
          <p:nvPr>
            <p:ph type="dt" sz="quarter" idx="10"/>
          </p:nvPr>
        </p:nvSpPr>
        <p:spPr/>
        <p:txBody>
          <a:bodyPr/>
          <a:lstStyle/>
          <a:p>
            <a:pPr>
              <a:defRPr/>
            </a:pPr>
            <a:fld id="{7503561E-65E6-4151-9CDB-5A75AB6D41BA}" type="datetime1">
              <a:rPr lang="en-US" smtClean="0"/>
              <a:pPr>
                <a:defRPr/>
              </a:pPr>
              <a:t>5/17/2022</a:t>
            </a:fld>
            <a:endParaRPr lang="en-US"/>
          </a:p>
        </p:txBody>
      </p:sp>
      <p:sp>
        <p:nvSpPr>
          <p:cNvPr id="5" name="Footer Placeholder 4">
            <a:extLst>
              <a:ext uri="{FF2B5EF4-FFF2-40B4-BE49-F238E27FC236}">
                <a16:creationId xmlns:a16="http://schemas.microsoft.com/office/drawing/2014/main" id="{B37CC3D8-E8D8-49B2-BA95-98714FB08C36}"/>
              </a:ext>
            </a:extLst>
          </p:cNvPr>
          <p:cNvSpPr>
            <a:spLocks noGrp="1"/>
          </p:cNvSpPr>
          <p:nvPr>
            <p:ph type="ftr" sz="quarter" idx="11"/>
          </p:nvPr>
        </p:nvSpPr>
        <p:spPr>
          <a:xfrm>
            <a:off x="2895600" y="6356350"/>
            <a:ext cx="6934200" cy="365125"/>
          </a:xfrm>
        </p:spPr>
        <p:txBody>
          <a:bodyPr/>
          <a:lstStyle/>
          <a:p>
            <a:pPr>
              <a:defRPr/>
            </a:pPr>
            <a:r>
              <a:rPr lang="en-US" dirty="0"/>
              <a:t>(Programming in Advanced Python)                                 Unit No:2</a:t>
            </a:r>
          </a:p>
        </p:txBody>
      </p:sp>
      <p:sp>
        <p:nvSpPr>
          <p:cNvPr id="69639" name="Slide Number Placeholder 7">
            <a:extLst>
              <a:ext uri="{FF2B5EF4-FFF2-40B4-BE49-F238E27FC236}">
                <a16:creationId xmlns:a16="http://schemas.microsoft.com/office/drawing/2014/main" id="{926D5C32-CCDC-4BD5-A0B5-7C51DD8F083E}"/>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F699F013-78FC-4A3C-85A8-3318C488ACD6}" type="slidenum">
              <a:rPr lang="en-US" altLang="en-US" sz="1200" dirty="0">
                <a:solidFill>
                  <a:srgbClr val="898989"/>
                </a:solidFill>
              </a:rPr>
              <a:pPr>
                <a:spcBef>
                  <a:spcPct val="0"/>
                </a:spcBef>
                <a:buFontTx/>
                <a:buNone/>
              </a:pPr>
              <a:t>108</a:t>
            </a:fld>
            <a:endParaRPr lang="en-US" altLang="en-US" sz="1200" dirty="0">
              <a:solidFill>
                <a:srgbClr val="898989"/>
              </a:solidFill>
            </a:endParaRPr>
          </a:p>
        </p:txBody>
      </p:sp>
      <p:sp>
        <p:nvSpPr>
          <p:cNvPr id="10" name="Title 1">
            <a:extLst>
              <a:ext uri="{FF2B5EF4-FFF2-40B4-BE49-F238E27FC236}">
                <a16:creationId xmlns:a16="http://schemas.microsoft.com/office/drawing/2014/main" id="{EE998FD3-65B1-40BE-B861-E66F6F679EA5}"/>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US" sz="3200" b="1" dirty="0">
                <a:latin typeface="Times New Roman" panose="02020603050405020304" pitchFamily="18" charset="0"/>
                <a:cs typeface="Times New Roman" pitchFamily="18" charset="0"/>
              </a:rPr>
              <a:t>Calling Class Method without Argument(CO2)</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500"/>
                                        <p:tgtEl>
                                          <p:spTgt spid="3">
                                            <p:txEl>
                                              <p:pRg st="7" end="7"/>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Effect transition="in" filter="fade">
                                      <p:cBhvr>
                                        <p:cTn id="37" dur="500"/>
                                        <p:tgtEl>
                                          <p:spTgt spid="3">
                                            <p:txEl>
                                              <p:pRg st="8" end="8"/>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0" presetClass="entr" presetSubtype="0" fill="hold" nodeType="clickEffect">
                                  <p:stCondLst>
                                    <p:cond delay="0"/>
                                  </p:stCondLst>
                                  <p:childTnLst>
                                    <p:set>
                                      <p:cBhvr>
                                        <p:cTn id="41" dur="1" fill="hold">
                                          <p:stCondLst>
                                            <p:cond delay="0"/>
                                          </p:stCondLst>
                                        </p:cTn>
                                        <p:tgtEl>
                                          <p:spTgt spid="7"/>
                                        </p:tgtEl>
                                        <p:attrNameLst>
                                          <p:attrName>style.visibility</p:attrName>
                                        </p:attrNameLst>
                                      </p:cBhvr>
                                      <p:to>
                                        <p:strVal val="visible"/>
                                      </p:to>
                                    </p:set>
                                    <p:animEffect transition="in" filter="fade">
                                      <p:cBhvr>
                                        <p:cTn id="42" dur="500"/>
                                        <p:tgtEl>
                                          <p:spTgt spid="7"/>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6"/>
                                        </p:tgtEl>
                                        <p:attrNameLst>
                                          <p:attrName>style.visibility</p:attrName>
                                        </p:attrNameLst>
                                      </p:cBhvr>
                                      <p:to>
                                        <p:strVal val="visible"/>
                                      </p:to>
                                    </p:set>
                                    <p:animEffect transition="in" filter="fade">
                                      <p:cBhvr>
                                        <p:cTn id="4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animBg="1"/>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79AECF5-0A7C-49A6-A474-D766A2D8B32E}"/>
              </a:ext>
            </a:extLst>
          </p:cNvPr>
          <p:cNvSpPr>
            <a:spLocks noGrp="1"/>
          </p:cNvSpPr>
          <p:nvPr>
            <p:ph idx="1"/>
          </p:nvPr>
        </p:nvSpPr>
        <p:spPr>
          <a:xfrm>
            <a:off x="3048000" y="1752600"/>
            <a:ext cx="4724400" cy="3657600"/>
          </a:xfrm>
        </p:spPr>
        <p:txBody>
          <a:bodyPr/>
          <a:lstStyle/>
          <a:p>
            <a:pPr marL="0" indent="0">
              <a:buFont typeface="Arial" panose="020B0604020202020204" pitchFamily="34" charset="0"/>
              <a:buNone/>
            </a:pPr>
            <a:r>
              <a:rPr lang="en-US" altLang="en-US" sz="2800" dirty="0">
                <a:latin typeface="Times New Roman" panose="02020603050405020304" pitchFamily="18" charset="0"/>
                <a:cs typeface="Times New Roman" panose="02020603050405020304" pitchFamily="18" charset="0"/>
              </a:rPr>
              <a:t>class Mobile</a:t>
            </a:r>
            <a:r>
              <a:rPr lang="en-US" altLang="en-US" sz="2800" b="1" dirty="0">
                <a:latin typeface="Times New Roman" panose="02020603050405020304" pitchFamily="18" charset="0"/>
                <a:cs typeface="Times New Roman" panose="02020603050405020304" pitchFamily="18" charset="0"/>
              </a:rPr>
              <a:t>:</a:t>
            </a:r>
          </a:p>
          <a:p>
            <a:pPr marL="0" indent="0">
              <a:buFont typeface="Arial" panose="020B0604020202020204" pitchFamily="34" charset="0"/>
              <a:buNone/>
            </a:pP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fp</a:t>
            </a:r>
            <a:r>
              <a:rPr lang="en-US" altLang="en-US" sz="2800" dirty="0">
                <a:latin typeface="Times New Roman" panose="02020603050405020304" pitchFamily="18" charset="0"/>
                <a:cs typeface="Times New Roman" panose="02020603050405020304" pitchFamily="18" charset="0"/>
              </a:rPr>
              <a:t> = ‘Yes’</a:t>
            </a:r>
          </a:p>
          <a:p>
            <a:pPr marL="0" indent="0">
              <a:buFont typeface="Arial" panose="020B0604020202020204" pitchFamily="34" charset="0"/>
              <a:buNone/>
            </a:pPr>
            <a:r>
              <a:rPr lang="en-US" altLang="en-US" sz="2800" dirty="0">
                <a:latin typeface="Times New Roman" panose="02020603050405020304" pitchFamily="18" charset="0"/>
                <a:cs typeface="Times New Roman" panose="02020603050405020304" pitchFamily="18" charset="0"/>
              </a:rPr>
              <a:t>     @classmethod</a:t>
            </a:r>
          </a:p>
          <a:p>
            <a:pPr marL="0" indent="0">
              <a:buFont typeface="Arial" panose="020B0604020202020204" pitchFamily="34" charset="0"/>
              <a:buNone/>
            </a:pPr>
            <a:r>
              <a:rPr lang="en-US" altLang="en-US" sz="2800" dirty="0">
                <a:latin typeface="Times New Roman" panose="02020603050405020304" pitchFamily="18" charset="0"/>
                <a:cs typeface="Times New Roman" panose="02020603050405020304" pitchFamily="18" charset="0"/>
              </a:rPr>
              <a:t>    def </a:t>
            </a:r>
            <a:r>
              <a:rPr lang="en-US" altLang="en-US" sz="2800" dirty="0" err="1">
                <a:latin typeface="Times New Roman" panose="02020603050405020304" pitchFamily="18" charset="0"/>
                <a:cs typeface="Times New Roman" panose="02020603050405020304" pitchFamily="18" charset="0"/>
              </a:rPr>
              <a:t>show_model</a:t>
            </a:r>
            <a:r>
              <a:rPr lang="en-US" altLang="en-US" sz="2800" dirty="0">
                <a:latin typeface="Times New Roman" panose="02020603050405020304" pitchFamily="18" charset="0"/>
                <a:cs typeface="Times New Roman" panose="02020603050405020304" pitchFamily="18" charset="0"/>
              </a:rPr>
              <a:t>(</a:t>
            </a:r>
            <a:r>
              <a:rPr lang="en-US" altLang="en-US" sz="2800" dirty="0" err="1">
                <a:latin typeface="Times New Roman" panose="02020603050405020304" pitchFamily="18" charset="0"/>
                <a:cs typeface="Times New Roman" panose="02020603050405020304" pitchFamily="18" charset="0"/>
              </a:rPr>
              <a:t>cls</a:t>
            </a:r>
            <a:r>
              <a:rPr lang="en-US" altLang="en-US" sz="2800" dirty="0">
                <a:latin typeface="Times New Roman" panose="02020603050405020304" pitchFamily="18" charset="0"/>
                <a:cs typeface="Times New Roman" panose="02020603050405020304" pitchFamily="18" charset="0"/>
              </a:rPr>
              <a:t>, r):</a:t>
            </a:r>
          </a:p>
          <a:p>
            <a:pPr marL="0" indent="0">
              <a:buFont typeface="Arial" panose="020B0604020202020204" pitchFamily="34" charset="0"/>
              <a:buNone/>
            </a:pP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cls.ram</a:t>
            </a:r>
            <a:r>
              <a:rPr lang="en-US" altLang="en-US" sz="2800" dirty="0">
                <a:latin typeface="Times New Roman" panose="02020603050405020304" pitchFamily="18" charset="0"/>
                <a:cs typeface="Times New Roman" panose="02020603050405020304" pitchFamily="18" charset="0"/>
              </a:rPr>
              <a:t> = r</a:t>
            </a:r>
          </a:p>
          <a:p>
            <a:pPr marL="0" indent="0">
              <a:buFont typeface="Arial" panose="020B0604020202020204" pitchFamily="34" charset="0"/>
              <a:buNone/>
            </a:pPr>
            <a:r>
              <a:rPr lang="en-US" altLang="en-US" sz="2800" dirty="0">
                <a:latin typeface="Times New Roman" panose="02020603050405020304" pitchFamily="18" charset="0"/>
                <a:cs typeface="Times New Roman" panose="02020603050405020304" pitchFamily="18" charset="0"/>
              </a:rPr>
              <a:t>            print(</a:t>
            </a:r>
            <a:r>
              <a:rPr lang="en-US" altLang="en-US" sz="2800" dirty="0" err="1">
                <a:latin typeface="Times New Roman" panose="02020603050405020304" pitchFamily="18" charset="0"/>
                <a:cs typeface="Times New Roman" panose="02020603050405020304" pitchFamily="18" charset="0"/>
              </a:rPr>
              <a:t>cls.fp</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cls.ram</a:t>
            </a:r>
            <a:r>
              <a:rPr lang="en-US" altLang="en-US" sz="2800" dirty="0">
                <a:latin typeface="Times New Roman" panose="02020603050405020304" pitchFamily="18" charset="0"/>
                <a:cs typeface="Times New Roman" panose="02020603050405020304" pitchFamily="18" charset="0"/>
              </a:rPr>
              <a:t>)</a:t>
            </a:r>
          </a:p>
          <a:p>
            <a:pPr marL="0" indent="0">
              <a:buFont typeface="Arial" panose="020B0604020202020204" pitchFamily="34" charset="0"/>
              <a:buNone/>
            </a:pPr>
            <a:endParaRPr lang="en-US" altLang="en-US" sz="280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en-US" sz="2800" dirty="0" err="1">
                <a:latin typeface="Times New Roman" panose="02020603050405020304" pitchFamily="18" charset="0"/>
                <a:cs typeface="Times New Roman" panose="02020603050405020304" pitchFamily="18" charset="0"/>
              </a:rPr>
              <a:t>realme</a:t>
            </a:r>
            <a:r>
              <a:rPr lang="en-US" altLang="en-US" sz="2800" dirty="0">
                <a:latin typeface="Times New Roman" panose="02020603050405020304" pitchFamily="18" charset="0"/>
                <a:cs typeface="Times New Roman" panose="02020603050405020304" pitchFamily="18" charset="0"/>
              </a:rPr>
              <a:t> = Mobile( )</a:t>
            </a:r>
          </a:p>
        </p:txBody>
      </p:sp>
      <p:sp>
        <p:nvSpPr>
          <p:cNvPr id="7" name="TextBox 6">
            <a:extLst>
              <a:ext uri="{FF2B5EF4-FFF2-40B4-BE49-F238E27FC236}">
                <a16:creationId xmlns:a16="http://schemas.microsoft.com/office/drawing/2014/main" id="{7EAD95FC-06BC-4AAD-BA06-E6596B40DD6F}"/>
              </a:ext>
            </a:extLst>
          </p:cNvPr>
          <p:cNvSpPr txBox="1"/>
          <p:nvPr/>
        </p:nvSpPr>
        <p:spPr>
          <a:xfrm>
            <a:off x="7776564" y="2720316"/>
            <a:ext cx="3286125" cy="369888"/>
          </a:xfrm>
          <a:prstGeom prst="rect">
            <a:avLst/>
          </a:prstGeom>
        </p:spPr>
        <p:style>
          <a:lnRef idx="2">
            <a:schemeClr val="accent1"/>
          </a:lnRef>
          <a:fillRef idx="1">
            <a:schemeClr val="lt1"/>
          </a:fillRef>
          <a:effectRef idx="0">
            <a:schemeClr val="accent1"/>
          </a:effectRef>
          <a:fontRef idx="minor">
            <a:schemeClr val="dk1"/>
          </a:fontRef>
        </p:style>
        <p:txBody>
          <a:bodyPr wrap="none">
            <a:spAutoFit/>
          </a:bodyPr>
          <a:lstStyle/>
          <a:p>
            <a:pPr>
              <a:defRPr/>
            </a:pPr>
            <a:r>
              <a:rPr lang="en-US" dirty="0"/>
              <a:t>Defining Method with parameter</a:t>
            </a:r>
            <a:endParaRPr lang="en-IN" dirty="0"/>
          </a:p>
        </p:txBody>
      </p:sp>
      <p:cxnSp>
        <p:nvCxnSpPr>
          <p:cNvPr id="9" name="Straight Arrow Connector 8">
            <a:extLst>
              <a:ext uri="{FF2B5EF4-FFF2-40B4-BE49-F238E27FC236}">
                <a16:creationId xmlns:a16="http://schemas.microsoft.com/office/drawing/2014/main" id="{B75AB038-B647-48DF-A810-7361172E7CAC}"/>
              </a:ext>
            </a:extLst>
          </p:cNvPr>
          <p:cNvCxnSpPr/>
          <p:nvPr/>
        </p:nvCxnSpPr>
        <p:spPr>
          <a:xfrm flipH="1">
            <a:off x="7123832" y="2902789"/>
            <a:ext cx="609600" cy="3825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5BF59587-A9FB-48F2-9298-20ED28739111}"/>
              </a:ext>
            </a:extLst>
          </p:cNvPr>
          <p:cNvSpPr txBox="1"/>
          <p:nvPr/>
        </p:nvSpPr>
        <p:spPr>
          <a:xfrm>
            <a:off x="1371600" y="2084388"/>
            <a:ext cx="1470025" cy="369887"/>
          </a:xfrm>
          <a:prstGeom prst="rect">
            <a:avLst/>
          </a:prstGeom>
        </p:spPr>
        <p:style>
          <a:lnRef idx="2">
            <a:schemeClr val="accent1"/>
          </a:lnRef>
          <a:fillRef idx="1">
            <a:schemeClr val="lt1"/>
          </a:fillRef>
          <a:effectRef idx="0">
            <a:schemeClr val="accent1"/>
          </a:effectRef>
          <a:fontRef idx="minor">
            <a:schemeClr val="dk1"/>
          </a:fontRef>
        </p:style>
        <p:txBody>
          <a:bodyPr>
            <a:spAutoFit/>
          </a:bodyPr>
          <a:lstStyle/>
          <a:p>
            <a:pPr>
              <a:defRPr/>
            </a:pPr>
            <a:r>
              <a:rPr lang="en-US" dirty="0"/>
              <a:t>Class Variable</a:t>
            </a:r>
            <a:endParaRPr lang="en-IN" dirty="0"/>
          </a:p>
        </p:txBody>
      </p:sp>
      <p:cxnSp>
        <p:nvCxnSpPr>
          <p:cNvPr id="16" name="Straight Arrow Connector 15">
            <a:extLst>
              <a:ext uri="{FF2B5EF4-FFF2-40B4-BE49-F238E27FC236}">
                <a16:creationId xmlns:a16="http://schemas.microsoft.com/office/drawing/2014/main" id="{20DE79A4-618D-4A35-B29C-DB3DF11F00F1}"/>
              </a:ext>
            </a:extLst>
          </p:cNvPr>
          <p:cNvCxnSpPr/>
          <p:nvPr/>
        </p:nvCxnSpPr>
        <p:spPr>
          <a:xfrm>
            <a:off x="2841625" y="2298700"/>
            <a:ext cx="627063" cy="188913"/>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33659FB9-EA64-400A-A9B4-95E02904ECE5}"/>
              </a:ext>
            </a:extLst>
          </p:cNvPr>
          <p:cNvSpPr txBox="1"/>
          <p:nvPr/>
        </p:nvSpPr>
        <p:spPr>
          <a:xfrm>
            <a:off x="1544638" y="3079750"/>
            <a:ext cx="1447800" cy="369888"/>
          </a:xfrm>
          <a:prstGeom prst="rect">
            <a:avLst/>
          </a:prstGeom>
        </p:spPr>
        <p:style>
          <a:lnRef idx="2">
            <a:schemeClr val="accent1"/>
          </a:lnRef>
          <a:fillRef idx="1">
            <a:schemeClr val="lt1"/>
          </a:fillRef>
          <a:effectRef idx="0">
            <a:schemeClr val="accent1"/>
          </a:effectRef>
          <a:fontRef idx="minor">
            <a:schemeClr val="dk1"/>
          </a:fontRef>
        </p:style>
        <p:txBody>
          <a:bodyPr>
            <a:spAutoFit/>
          </a:bodyPr>
          <a:lstStyle/>
          <a:p>
            <a:pPr>
              <a:defRPr/>
            </a:pPr>
            <a:r>
              <a:rPr lang="en-US" dirty="0"/>
              <a:t>Decorator</a:t>
            </a:r>
            <a:endParaRPr lang="en-IN" dirty="0"/>
          </a:p>
        </p:txBody>
      </p:sp>
      <p:cxnSp>
        <p:nvCxnSpPr>
          <p:cNvPr id="18" name="Straight Arrow Connector 17">
            <a:extLst>
              <a:ext uri="{FF2B5EF4-FFF2-40B4-BE49-F238E27FC236}">
                <a16:creationId xmlns:a16="http://schemas.microsoft.com/office/drawing/2014/main" id="{570C54B2-3654-47F3-80BC-FAEF5107EFFB}"/>
              </a:ext>
            </a:extLst>
          </p:cNvPr>
          <p:cNvCxnSpPr/>
          <p:nvPr/>
        </p:nvCxnSpPr>
        <p:spPr>
          <a:xfrm flipV="1">
            <a:off x="3048000" y="3151188"/>
            <a:ext cx="376238" cy="1905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4" name="Date Placeholder 3">
            <a:extLst>
              <a:ext uri="{FF2B5EF4-FFF2-40B4-BE49-F238E27FC236}">
                <a16:creationId xmlns:a16="http://schemas.microsoft.com/office/drawing/2014/main" id="{FEDCF921-5779-4AF4-8284-7E34A33C3DCC}"/>
              </a:ext>
            </a:extLst>
          </p:cNvPr>
          <p:cNvSpPr>
            <a:spLocks noGrp="1"/>
          </p:cNvSpPr>
          <p:nvPr>
            <p:ph type="dt" sz="quarter" idx="10"/>
          </p:nvPr>
        </p:nvSpPr>
        <p:spPr/>
        <p:txBody>
          <a:bodyPr/>
          <a:lstStyle/>
          <a:p>
            <a:pPr>
              <a:defRPr/>
            </a:pPr>
            <a:fld id="{DF9091BC-4AB6-4E00-B9FE-07A2625AC988}" type="datetime1">
              <a:rPr lang="en-US" smtClean="0"/>
              <a:pPr>
                <a:defRPr/>
              </a:pPr>
              <a:t>5/17/2022</a:t>
            </a:fld>
            <a:endParaRPr lang="en-US"/>
          </a:p>
        </p:txBody>
      </p:sp>
      <p:sp>
        <p:nvSpPr>
          <p:cNvPr id="5" name="Footer Placeholder 4">
            <a:extLst>
              <a:ext uri="{FF2B5EF4-FFF2-40B4-BE49-F238E27FC236}">
                <a16:creationId xmlns:a16="http://schemas.microsoft.com/office/drawing/2014/main" id="{CC011801-BB62-40E0-BEEB-3107E88993E1}"/>
              </a:ext>
            </a:extLst>
          </p:cNvPr>
          <p:cNvSpPr>
            <a:spLocks noGrp="1"/>
          </p:cNvSpPr>
          <p:nvPr>
            <p:ph type="ftr" sz="quarter" idx="11"/>
          </p:nvPr>
        </p:nvSpPr>
        <p:spPr>
          <a:xfrm>
            <a:off x="2938463" y="6356350"/>
            <a:ext cx="6891337" cy="365125"/>
          </a:xfrm>
        </p:spPr>
        <p:txBody>
          <a:bodyPr/>
          <a:lstStyle/>
          <a:p>
            <a:pPr>
              <a:defRPr/>
            </a:pPr>
            <a:r>
              <a:rPr lang="en-US" dirty="0"/>
              <a:t>(Programming in Advanced Python)                                 Unit No:2</a:t>
            </a:r>
          </a:p>
        </p:txBody>
      </p:sp>
      <p:sp>
        <p:nvSpPr>
          <p:cNvPr id="70667" name="Slide Number Placeholder 5">
            <a:extLst>
              <a:ext uri="{FF2B5EF4-FFF2-40B4-BE49-F238E27FC236}">
                <a16:creationId xmlns:a16="http://schemas.microsoft.com/office/drawing/2014/main" id="{C934BE4B-8BEC-4ADC-B9E8-1AC53E83244D}"/>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C628906B-5F2E-42F5-9B66-EC4EC6C89ADC}" type="slidenum">
              <a:rPr lang="en-US" altLang="en-US" sz="1200" dirty="0">
                <a:solidFill>
                  <a:srgbClr val="898989"/>
                </a:solidFill>
              </a:rPr>
              <a:pPr>
                <a:spcBef>
                  <a:spcPct val="0"/>
                </a:spcBef>
                <a:buFontTx/>
                <a:buNone/>
              </a:pPr>
              <a:t>109</a:t>
            </a:fld>
            <a:endParaRPr lang="en-US" altLang="en-US" sz="1200" dirty="0">
              <a:solidFill>
                <a:srgbClr val="898989"/>
              </a:solidFill>
            </a:endParaRPr>
          </a:p>
        </p:txBody>
      </p:sp>
      <p:sp>
        <p:nvSpPr>
          <p:cNvPr id="15" name="Title 1">
            <a:extLst>
              <a:ext uri="{FF2B5EF4-FFF2-40B4-BE49-F238E27FC236}">
                <a16:creationId xmlns:a16="http://schemas.microsoft.com/office/drawing/2014/main" id="{98EBA193-326E-46DE-9C0B-065A669D3EBF}"/>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US" sz="3200" b="1" dirty="0">
                <a:latin typeface="Times New Roman" panose="02020603050405020304" pitchFamily="18" charset="0"/>
                <a:cs typeface="Times New Roman" pitchFamily="18" charset="0"/>
              </a:rPr>
              <a:t>Class Method with Parameter(CO2)</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500"/>
                                        <p:tgtEl>
                                          <p:spTgt spid="3">
                                            <p:txEl>
                                              <p:pRg st="7" end="7"/>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500"/>
                                        <p:tgtEl>
                                          <p:spTgt spid="14"/>
                                        </p:tgtEl>
                                      </p:cBhvr>
                                    </p:animEffect>
                                  </p:childTnLst>
                                </p:cTn>
                              </p:par>
                              <p:par>
                                <p:cTn id="43" presetID="10" presetClass="entr" presetSubtype="0" fill="hold" nodeType="with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500"/>
                                        <p:tgtEl>
                                          <p:spTgt spid="16"/>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500"/>
                                        <p:tgtEl>
                                          <p:spTgt spid="17"/>
                                        </p:tgtEl>
                                      </p:cBhvr>
                                    </p:animEffect>
                                  </p:childTnLst>
                                </p:cTn>
                              </p:par>
                              <p:par>
                                <p:cTn id="51" presetID="10" presetClass="entr" presetSubtype="0" fill="hold" nodeType="withEffect">
                                  <p:stCondLst>
                                    <p:cond delay="0"/>
                                  </p:stCondLst>
                                  <p:childTnLst>
                                    <p:set>
                                      <p:cBhvr>
                                        <p:cTn id="52" dur="1" fill="hold">
                                          <p:stCondLst>
                                            <p:cond delay="0"/>
                                          </p:stCondLst>
                                        </p:cTn>
                                        <p:tgtEl>
                                          <p:spTgt spid="18"/>
                                        </p:tgtEl>
                                        <p:attrNameLst>
                                          <p:attrName>style.visibility</p:attrName>
                                        </p:attrNameLst>
                                      </p:cBhvr>
                                      <p:to>
                                        <p:strVal val="visible"/>
                                      </p:to>
                                    </p:set>
                                    <p:animEffect transition="in" filter="fade">
                                      <p:cBhvr>
                                        <p:cTn id="53" dur="500"/>
                                        <p:tgtEl>
                                          <p:spTgt spid="18"/>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10" presetClass="entr" presetSubtype="0" fill="hold" nodeType="clickEffect">
                                  <p:stCondLst>
                                    <p:cond delay="0"/>
                                  </p:stCondLst>
                                  <p:childTnLst>
                                    <p:set>
                                      <p:cBhvr>
                                        <p:cTn id="57" dur="1" fill="hold">
                                          <p:stCondLst>
                                            <p:cond delay="0"/>
                                          </p:stCondLst>
                                        </p:cTn>
                                        <p:tgtEl>
                                          <p:spTgt spid="9"/>
                                        </p:tgtEl>
                                        <p:attrNameLst>
                                          <p:attrName>style.visibility</p:attrName>
                                        </p:attrNameLst>
                                      </p:cBhvr>
                                      <p:to>
                                        <p:strVal val="visible"/>
                                      </p:to>
                                    </p:set>
                                    <p:animEffect transition="in" filter="fade">
                                      <p:cBhvr>
                                        <p:cTn id="58" dur="500"/>
                                        <p:tgtEl>
                                          <p:spTgt spid="9"/>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7"/>
                                        </p:tgtEl>
                                        <p:attrNameLst>
                                          <p:attrName>style.visibility</p:attrName>
                                        </p:attrNameLst>
                                      </p:cBhvr>
                                      <p:to>
                                        <p:strVal val="visible"/>
                                      </p:to>
                                    </p:set>
                                    <p:animEffect transition="in" filter="fade">
                                      <p:cBhvr>
                                        <p:cTn id="6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7" grpId="0" animBg="1"/>
      <p:bldP spid="14" grpId="0" animBg="1"/>
      <p:bldP spid="17" grpId="0" animBg="1"/>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FE6D2AED-4051-47DC-997D-2F6BEFAF8DC3}"/>
              </a:ext>
            </a:extLst>
          </p:cNvPr>
          <p:cNvSpPr>
            <a:spLocks noGrp="1"/>
          </p:cNvSpPr>
          <p:nvPr>
            <p:ph type="dt" sz="quarter" idx="10"/>
          </p:nvPr>
        </p:nvSpPr>
        <p:spPr/>
        <p:txBody>
          <a:bodyPr/>
          <a:lstStyle/>
          <a:p>
            <a:pPr>
              <a:defRPr/>
            </a:pPr>
            <a:fld id="{C7A54A49-C038-4A99-A69E-6723A18A5579}" type="datetime1">
              <a:rPr lang="en-US" smtClean="0"/>
              <a:pPr>
                <a:defRPr/>
              </a:pPr>
              <a:t>5/17/2022</a:t>
            </a:fld>
            <a:endParaRPr lang="en-US"/>
          </a:p>
        </p:txBody>
      </p:sp>
      <p:sp>
        <p:nvSpPr>
          <p:cNvPr id="5" name="Footer Placeholder 4">
            <a:extLst>
              <a:ext uri="{FF2B5EF4-FFF2-40B4-BE49-F238E27FC236}">
                <a16:creationId xmlns:a16="http://schemas.microsoft.com/office/drawing/2014/main" id="{41197855-A38E-4192-ACB9-58B44F37BC77}"/>
              </a:ext>
            </a:extLst>
          </p:cNvPr>
          <p:cNvSpPr>
            <a:spLocks noGrp="1"/>
          </p:cNvSpPr>
          <p:nvPr>
            <p:ph type="ftr" sz="quarter" idx="11"/>
          </p:nvPr>
        </p:nvSpPr>
        <p:spPr>
          <a:xfrm>
            <a:off x="2938463" y="6356350"/>
            <a:ext cx="6891337" cy="365125"/>
          </a:xfrm>
        </p:spPr>
        <p:txBody>
          <a:bodyPr/>
          <a:lstStyle/>
          <a:p>
            <a:pPr>
              <a:defRPr/>
            </a:pPr>
            <a:r>
              <a:rPr lang="en-US" dirty="0"/>
              <a:t>(Programming in Advanced Python)                                 Unit No:2</a:t>
            </a:r>
          </a:p>
        </p:txBody>
      </p:sp>
      <p:sp>
        <p:nvSpPr>
          <p:cNvPr id="71684" name="Slide Number Placeholder 5">
            <a:extLst>
              <a:ext uri="{FF2B5EF4-FFF2-40B4-BE49-F238E27FC236}">
                <a16:creationId xmlns:a16="http://schemas.microsoft.com/office/drawing/2014/main" id="{24DA67B7-7C60-4A52-9F8A-481C72CD28DF}"/>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2E59944F-A633-42AB-ADD1-2F8E2AB7D900}" type="slidenum">
              <a:rPr lang="en-US" altLang="en-US" sz="1200" dirty="0">
                <a:solidFill>
                  <a:srgbClr val="898989"/>
                </a:solidFill>
              </a:rPr>
              <a:pPr>
                <a:spcBef>
                  <a:spcPct val="0"/>
                </a:spcBef>
                <a:buFontTx/>
                <a:buNone/>
              </a:pPr>
              <a:t>110</a:t>
            </a:fld>
            <a:endParaRPr lang="en-US" altLang="en-US" sz="1200" dirty="0">
              <a:solidFill>
                <a:srgbClr val="898989"/>
              </a:solidFill>
            </a:endParaRPr>
          </a:p>
        </p:txBody>
      </p:sp>
      <p:sp>
        <p:nvSpPr>
          <p:cNvPr id="15" name="Title 1">
            <a:extLst>
              <a:ext uri="{FF2B5EF4-FFF2-40B4-BE49-F238E27FC236}">
                <a16:creationId xmlns:a16="http://schemas.microsoft.com/office/drawing/2014/main" id="{9A59565B-B084-41EE-BB1A-2E812C9AEFFD}"/>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US" sz="3200" b="1" dirty="0">
                <a:latin typeface="Times New Roman" panose="02020603050405020304" pitchFamily="18" charset="0"/>
                <a:cs typeface="Times New Roman" pitchFamily="18" charset="0"/>
              </a:rPr>
              <a:t>Class Method with Parameter Program(CO2)</a:t>
            </a:r>
          </a:p>
        </p:txBody>
      </p:sp>
      <p:pic>
        <p:nvPicPr>
          <p:cNvPr id="71687" name="Picture 5">
            <a:extLst>
              <a:ext uri="{FF2B5EF4-FFF2-40B4-BE49-F238E27FC236}">
                <a16:creationId xmlns:a16="http://schemas.microsoft.com/office/drawing/2014/main" id="{BF673641-4673-4845-9656-2A20C6A1DBDB}"/>
              </a:ext>
            </a:extLst>
          </p:cNvPr>
          <p:cNvPicPr>
            <a:picLocks noChangeAspect="1"/>
          </p:cNvPicPr>
          <p:nvPr/>
        </p:nvPicPr>
        <p:blipFill>
          <a:blip r:embed="rId2">
            <a:extLst>
              <a:ext uri="{28A0092B-C50C-407E-A947-70E740481C1C}">
                <a14:useLocalDpi xmlns:a14="http://schemas.microsoft.com/office/drawing/2010/main" val="0"/>
              </a:ext>
            </a:extLst>
          </a:blip>
          <a:srcRect t="5455"/>
          <a:stretch>
            <a:fillRect/>
          </a:stretch>
        </p:blipFill>
        <p:spPr bwMode="auto">
          <a:xfrm>
            <a:off x="1951038" y="1524000"/>
            <a:ext cx="8658225" cy="396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1687"/>
                                        </p:tgtEl>
                                        <p:attrNameLst>
                                          <p:attrName>style.visibility</p:attrName>
                                        </p:attrNameLst>
                                      </p:cBhvr>
                                      <p:to>
                                        <p:strVal val="visible"/>
                                      </p:to>
                                    </p:set>
                                    <p:anim calcmode="lin" valueType="num">
                                      <p:cBhvr additive="base">
                                        <p:cTn id="7" dur="500" fill="hold"/>
                                        <p:tgtEl>
                                          <p:spTgt spid="71687"/>
                                        </p:tgtEl>
                                        <p:attrNameLst>
                                          <p:attrName>ppt_x</p:attrName>
                                        </p:attrNameLst>
                                      </p:cBhvr>
                                      <p:tavLst>
                                        <p:tav tm="0">
                                          <p:val>
                                            <p:strVal val="#ppt_x"/>
                                          </p:val>
                                        </p:tav>
                                        <p:tav tm="100000">
                                          <p:val>
                                            <p:strVal val="#ppt_x"/>
                                          </p:val>
                                        </p:tav>
                                      </p:tavLst>
                                    </p:anim>
                                    <p:anim calcmode="lin" valueType="num">
                                      <p:cBhvr additive="base">
                                        <p:cTn id="8" dur="500" fill="hold"/>
                                        <p:tgtEl>
                                          <p:spTgt spid="7168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20E8841-9F03-424D-8DB5-E0D233045DA6}"/>
              </a:ext>
            </a:extLst>
          </p:cNvPr>
          <p:cNvSpPr>
            <a:spLocks noGrp="1"/>
          </p:cNvSpPr>
          <p:nvPr>
            <p:ph idx="1"/>
          </p:nvPr>
        </p:nvSpPr>
        <p:spPr>
          <a:xfrm>
            <a:off x="1600200" y="1143000"/>
            <a:ext cx="9906000" cy="5081588"/>
          </a:xfrm>
        </p:spPr>
        <p:txBody>
          <a:bodyPr/>
          <a:lstStyle/>
          <a:p>
            <a:pPr marL="0" indent="0">
              <a:buFont typeface="Arial" panose="020B0604020202020204" pitchFamily="34" charset="0"/>
              <a:buNone/>
            </a:pPr>
            <a:r>
              <a:rPr lang="en-US" altLang="en-US" sz="2800" b="1" dirty="0">
                <a:latin typeface="Times New Roman" panose="02020603050405020304" pitchFamily="18" charset="0"/>
                <a:cs typeface="Times New Roman" panose="02020603050405020304" pitchFamily="18" charset="0"/>
              </a:rPr>
              <a:t>Syntax:- </a:t>
            </a:r>
            <a:r>
              <a:rPr lang="en-US" altLang="en-US" sz="2800" dirty="0" err="1">
                <a:latin typeface="Times New Roman" panose="02020603050405020304" pitchFamily="18" charset="0"/>
                <a:cs typeface="Times New Roman" panose="02020603050405020304" pitchFamily="18" charset="0"/>
              </a:rPr>
              <a:t>Classname.method_name</a:t>
            </a:r>
            <a:r>
              <a:rPr lang="en-US" altLang="en-US" sz="2800" dirty="0">
                <a:latin typeface="Times New Roman" panose="02020603050405020304" pitchFamily="18" charset="0"/>
                <a:cs typeface="Times New Roman" panose="02020603050405020304" pitchFamily="18" charset="0"/>
              </a:rPr>
              <a:t>(</a:t>
            </a:r>
            <a:r>
              <a:rPr lang="en-US" altLang="en-US" sz="2800" dirty="0" err="1">
                <a:latin typeface="Times New Roman" panose="02020603050405020304" pitchFamily="18" charset="0"/>
                <a:cs typeface="Times New Roman" panose="02020603050405020304" pitchFamily="18" charset="0"/>
              </a:rPr>
              <a:t>Actual_argument</a:t>
            </a:r>
            <a:r>
              <a:rPr lang="en-US" altLang="en-US" sz="2800" dirty="0">
                <a:latin typeface="Times New Roman" panose="02020603050405020304" pitchFamily="18" charset="0"/>
                <a:cs typeface="Times New Roman" panose="02020603050405020304" pitchFamily="18" charset="0"/>
              </a:rPr>
              <a:t>)</a:t>
            </a:r>
          </a:p>
          <a:p>
            <a:pPr marL="0" indent="0">
              <a:buFont typeface="Arial" panose="020B0604020202020204" pitchFamily="34" charset="0"/>
              <a:buNone/>
            </a:pPr>
            <a:r>
              <a:rPr lang="en-US" altLang="en-US" sz="2800" dirty="0">
                <a:latin typeface="Times New Roman" panose="02020603050405020304" pitchFamily="18" charset="0"/>
                <a:cs typeface="Times New Roman" panose="02020603050405020304" pitchFamily="18" charset="0"/>
              </a:rPr>
              <a:t>Ex:- </a:t>
            </a:r>
            <a:r>
              <a:rPr lang="en-US" altLang="en-US" sz="2800" dirty="0" err="1">
                <a:latin typeface="Times New Roman" panose="02020603050405020304" pitchFamily="18" charset="0"/>
                <a:cs typeface="Times New Roman" panose="02020603050405020304" pitchFamily="18" charset="0"/>
              </a:rPr>
              <a:t>Mobile.show_model</a:t>
            </a:r>
            <a:r>
              <a:rPr lang="en-US" altLang="en-US" sz="2800" dirty="0">
                <a:latin typeface="Times New Roman" panose="02020603050405020304" pitchFamily="18" charset="0"/>
                <a:cs typeface="Times New Roman" panose="02020603050405020304" pitchFamily="18" charset="0"/>
              </a:rPr>
              <a:t>(‘4GB’)</a:t>
            </a:r>
          </a:p>
          <a:p>
            <a:pPr marL="0" indent="0">
              <a:buFont typeface="Arial" panose="020B0604020202020204" pitchFamily="34" charset="0"/>
              <a:buNone/>
            </a:pPr>
            <a:r>
              <a:rPr lang="en-US" altLang="en-US" sz="2800" dirty="0">
                <a:latin typeface="Times New Roman" panose="02020603050405020304" pitchFamily="18" charset="0"/>
                <a:cs typeface="Times New Roman" panose="02020603050405020304" pitchFamily="18" charset="0"/>
              </a:rPr>
              <a:t>class Mobile</a:t>
            </a:r>
            <a:r>
              <a:rPr lang="en-US" altLang="en-US" sz="2800" b="1" dirty="0">
                <a:latin typeface="Times New Roman" panose="02020603050405020304" pitchFamily="18" charset="0"/>
                <a:cs typeface="Times New Roman" panose="02020603050405020304" pitchFamily="18" charset="0"/>
              </a:rPr>
              <a:t>:</a:t>
            </a:r>
          </a:p>
          <a:p>
            <a:pPr marL="0" indent="0">
              <a:buFont typeface="Arial" panose="020B0604020202020204" pitchFamily="34" charset="0"/>
              <a:buNone/>
            </a:pP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fp</a:t>
            </a:r>
            <a:r>
              <a:rPr lang="en-US" altLang="en-US" sz="2800" dirty="0">
                <a:latin typeface="Times New Roman" panose="02020603050405020304" pitchFamily="18" charset="0"/>
                <a:cs typeface="Times New Roman" panose="02020603050405020304" pitchFamily="18" charset="0"/>
              </a:rPr>
              <a:t> = ‘Yes’</a:t>
            </a:r>
          </a:p>
          <a:p>
            <a:pPr marL="0" indent="0">
              <a:buFont typeface="Arial" panose="020B0604020202020204" pitchFamily="34" charset="0"/>
              <a:buNone/>
            </a:pPr>
            <a:r>
              <a:rPr lang="en-US" altLang="en-US" sz="2800" dirty="0">
                <a:latin typeface="Times New Roman" panose="02020603050405020304" pitchFamily="18" charset="0"/>
                <a:cs typeface="Times New Roman" panose="02020603050405020304" pitchFamily="18" charset="0"/>
              </a:rPr>
              <a:t>     @classmethod</a:t>
            </a:r>
          </a:p>
          <a:p>
            <a:pPr marL="0" indent="0">
              <a:buFont typeface="Arial" panose="020B0604020202020204" pitchFamily="34" charset="0"/>
              <a:buNone/>
            </a:pPr>
            <a:r>
              <a:rPr lang="en-US" altLang="en-US" sz="2800" dirty="0">
                <a:latin typeface="Times New Roman" panose="02020603050405020304" pitchFamily="18" charset="0"/>
                <a:cs typeface="Times New Roman" panose="02020603050405020304" pitchFamily="18" charset="0"/>
              </a:rPr>
              <a:t>     def </a:t>
            </a:r>
            <a:r>
              <a:rPr lang="en-US" altLang="en-US" sz="2800" dirty="0" err="1">
                <a:latin typeface="Times New Roman" panose="02020603050405020304" pitchFamily="18" charset="0"/>
                <a:cs typeface="Times New Roman" panose="02020603050405020304" pitchFamily="18" charset="0"/>
              </a:rPr>
              <a:t>show_model</a:t>
            </a:r>
            <a:r>
              <a:rPr lang="en-US" altLang="en-US" sz="2800" dirty="0">
                <a:latin typeface="Times New Roman" panose="02020603050405020304" pitchFamily="18" charset="0"/>
                <a:cs typeface="Times New Roman" panose="02020603050405020304" pitchFamily="18" charset="0"/>
              </a:rPr>
              <a:t>(</a:t>
            </a:r>
            <a:r>
              <a:rPr lang="en-US" altLang="en-US" sz="2800" dirty="0" err="1">
                <a:latin typeface="Times New Roman" panose="02020603050405020304" pitchFamily="18" charset="0"/>
                <a:cs typeface="Times New Roman" panose="02020603050405020304" pitchFamily="18" charset="0"/>
              </a:rPr>
              <a:t>cls</a:t>
            </a:r>
            <a:r>
              <a:rPr lang="en-US" altLang="en-US" sz="2800" dirty="0">
                <a:latin typeface="Times New Roman" panose="02020603050405020304" pitchFamily="18" charset="0"/>
                <a:cs typeface="Times New Roman" panose="02020603050405020304" pitchFamily="18" charset="0"/>
              </a:rPr>
              <a:t>, r)</a:t>
            </a:r>
            <a:r>
              <a:rPr lang="en-US" altLang="en-US" sz="2800" b="1" dirty="0">
                <a:latin typeface="Times New Roman" panose="02020603050405020304" pitchFamily="18" charset="0"/>
                <a:cs typeface="Times New Roman" panose="02020603050405020304" pitchFamily="18" charset="0"/>
              </a:rPr>
              <a:t>:</a:t>
            </a:r>
          </a:p>
          <a:p>
            <a:pPr marL="0" indent="0">
              <a:buFont typeface="Arial" panose="020B0604020202020204" pitchFamily="34" charset="0"/>
              <a:buNone/>
            </a:pP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cls.ram</a:t>
            </a:r>
            <a:r>
              <a:rPr lang="en-US" altLang="en-US" sz="2800" dirty="0">
                <a:latin typeface="Times New Roman" panose="02020603050405020304" pitchFamily="18" charset="0"/>
                <a:cs typeface="Times New Roman" panose="02020603050405020304" pitchFamily="18" charset="0"/>
              </a:rPr>
              <a:t> = r</a:t>
            </a:r>
          </a:p>
          <a:p>
            <a:pPr marL="0" indent="0">
              <a:buFont typeface="Arial" panose="020B0604020202020204" pitchFamily="34" charset="0"/>
              <a:buNone/>
            </a:pPr>
            <a:r>
              <a:rPr lang="en-US" altLang="en-US" sz="2800" dirty="0">
                <a:latin typeface="Times New Roman" panose="02020603050405020304" pitchFamily="18" charset="0"/>
                <a:cs typeface="Times New Roman" panose="02020603050405020304" pitchFamily="18" charset="0"/>
              </a:rPr>
              <a:t>            print(</a:t>
            </a:r>
            <a:r>
              <a:rPr lang="en-US" altLang="en-US" sz="2800" dirty="0" err="1">
                <a:latin typeface="Times New Roman" panose="02020603050405020304" pitchFamily="18" charset="0"/>
                <a:cs typeface="Times New Roman" panose="02020603050405020304" pitchFamily="18" charset="0"/>
              </a:rPr>
              <a:t>cls.fp</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cls.ram</a:t>
            </a:r>
            <a:r>
              <a:rPr lang="en-US" altLang="en-US" sz="2800" dirty="0">
                <a:latin typeface="Times New Roman" panose="02020603050405020304" pitchFamily="18" charset="0"/>
                <a:cs typeface="Times New Roman" panose="02020603050405020304" pitchFamily="18" charset="0"/>
              </a:rPr>
              <a:t>)</a:t>
            </a:r>
          </a:p>
          <a:p>
            <a:pPr marL="0" indent="0">
              <a:buFont typeface="Arial" panose="020B0604020202020204" pitchFamily="34" charset="0"/>
              <a:buNone/>
            </a:pPr>
            <a:r>
              <a:rPr lang="en-US" altLang="en-US" sz="2800" dirty="0" err="1">
                <a:latin typeface="Times New Roman" panose="02020603050405020304" pitchFamily="18" charset="0"/>
                <a:cs typeface="Times New Roman" panose="02020603050405020304" pitchFamily="18" charset="0"/>
              </a:rPr>
              <a:t>realme</a:t>
            </a:r>
            <a:r>
              <a:rPr lang="en-US" altLang="en-US" sz="2800" dirty="0">
                <a:latin typeface="Times New Roman" panose="02020603050405020304" pitchFamily="18" charset="0"/>
                <a:cs typeface="Times New Roman" panose="02020603050405020304" pitchFamily="18" charset="0"/>
              </a:rPr>
              <a:t> = Mobile( )</a:t>
            </a:r>
          </a:p>
          <a:p>
            <a:pPr marL="0" indent="0">
              <a:buFont typeface="Arial" panose="020B0604020202020204" pitchFamily="34" charset="0"/>
              <a:buNone/>
            </a:pPr>
            <a:r>
              <a:rPr lang="en-US" altLang="en-US" sz="2800" dirty="0" err="1">
                <a:latin typeface="Times New Roman" panose="02020603050405020304" pitchFamily="18" charset="0"/>
                <a:cs typeface="Times New Roman" panose="02020603050405020304" pitchFamily="18" charset="0"/>
              </a:rPr>
              <a:t>Mobile.show_model</a:t>
            </a:r>
            <a:r>
              <a:rPr lang="en-US" altLang="en-US" sz="2800" dirty="0">
                <a:latin typeface="Times New Roman" panose="02020603050405020304" pitchFamily="18" charset="0"/>
                <a:cs typeface="Times New Roman" panose="02020603050405020304" pitchFamily="18" charset="0"/>
              </a:rPr>
              <a:t>(101)</a:t>
            </a:r>
            <a:endParaRPr lang="en-IN" altLang="en-US" sz="28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1530A7F3-F2D9-4ADD-9B02-DC76E5F0B05B}"/>
              </a:ext>
            </a:extLst>
          </p:cNvPr>
          <p:cNvSpPr txBox="1"/>
          <p:nvPr/>
        </p:nvSpPr>
        <p:spPr>
          <a:xfrm>
            <a:off x="6324660" y="5951718"/>
            <a:ext cx="3324345" cy="369332"/>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defRPr/>
            </a:pPr>
            <a:r>
              <a:rPr lang="en-US" dirty="0"/>
              <a:t>Calling Method with argument</a:t>
            </a:r>
            <a:endParaRPr lang="en-IN" dirty="0"/>
          </a:p>
        </p:txBody>
      </p:sp>
      <p:cxnSp>
        <p:nvCxnSpPr>
          <p:cNvPr id="6" name="Straight Arrow Connector 5">
            <a:extLst>
              <a:ext uri="{FF2B5EF4-FFF2-40B4-BE49-F238E27FC236}">
                <a16:creationId xmlns:a16="http://schemas.microsoft.com/office/drawing/2014/main" id="{84793DEC-1758-480D-8A7E-045F00C38197}"/>
              </a:ext>
            </a:extLst>
          </p:cNvPr>
          <p:cNvCxnSpPr/>
          <p:nvPr/>
        </p:nvCxnSpPr>
        <p:spPr>
          <a:xfrm flipH="1" flipV="1">
            <a:off x="5794075" y="6090100"/>
            <a:ext cx="457200" cy="77787"/>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5" name="Date Placeholder 4">
            <a:extLst>
              <a:ext uri="{FF2B5EF4-FFF2-40B4-BE49-F238E27FC236}">
                <a16:creationId xmlns:a16="http://schemas.microsoft.com/office/drawing/2014/main" id="{0E51C43C-B771-42B6-A311-870C0B2EAF39}"/>
              </a:ext>
            </a:extLst>
          </p:cNvPr>
          <p:cNvSpPr>
            <a:spLocks noGrp="1"/>
          </p:cNvSpPr>
          <p:nvPr>
            <p:ph type="dt" sz="quarter" idx="10"/>
          </p:nvPr>
        </p:nvSpPr>
        <p:spPr/>
        <p:txBody>
          <a:bodyPr/>
          <a:lstStyle/>
          <a:p>
            <a:pPr>
              <a:defRPr/>
            </a:pPr>
            <a:fld id="{8A2FE68F-6E42-41D8-80F3-DCC031629ACE}" type="datetime1">
              <a:rPr lang="en-US" smtClean="0"/>
              <a:pPr>
                <a:defRPr/>
              </a:pPr>
              <a:t>5/17/2022</a:t>
            </a:fld>
            <a:endParaRPr lang="en-US"/>
          </a:p>
        </p:txBody>
      </p:sp>
      <p:sp>
        <p:nvSpPr>
          <p:cNvPr id="7" name="Footer Placeholder 6">
            <a:extLst>
              <a:ext uri="{FF2B5EF4-FFF2-40B4-BE49-F238E27FC236}">
                <a16:creationId xmlns:a16="http://schemas.microsoft.com/office/drawing/2014/main" id="{266BD34F-BA55-4C4A-9930-E8046D6B4C60}"/>
              </a:ext>
            </a:extLst>
          </p:cNvPr>
          <p:cNvSpPr>
            <a:spLocks noGrp="1"/>
          </p:cNvSpPr>
          <p:nvPr>
            <p:ph type="ftr" sz="quarter" idx="11"/>
          </p:nvPr>
        </p:nvSpPr>
        <p:spPr>
          <a:xfrm>
            <a:off x="2895600" y="6356350"/>
            <a:ext cx="6858000" cy="365125"/>
          </a:xfrm>
        </p:spPr>
        <p:txBody>
          <a:bodyPr/>
          <a:lstStyle/>
          <a:p>
            <a:pPr>
              <a:defRPr/>
            </a:pPr>
            <a:r>
              <a:rPr lang="en-US" dirty="0"/>
              <a:t>(Programming in Advanced Python)                                 Unit No:2</a:t>
            </a:r>
          </a:p>
        </p:txBody>
      </p:sp>
      <p:sp>
        <p:nvSpPr>
          <p:cNvPr id="72711" name="Slide Number Placeholder 7">
            <a:extLst>
              <a:ext uri="{FF2B5EF4-FFF2-40B4-BE49-F238E27FC236}">
                <a16:creationId xmlns:a16="http://schemas.microsoft.com/office/drawing/2014/main" id="{B65353B5-2D33-48EE-B72F-8590CF63A4EE}"/>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D1B7F1C1-292C-4717-860F-9F73B12BE6ED}" type="slidenum">
              <a:rPr lang="en-US" altLang="en-US" sz="1200" dirty="0">
                <a:solidFill>
                  <a:srgbClr val="898989"/>
                </a:solidFill>
              </a:rPr>
              <a:pPr>
                <a:spcBef>
                  <a:spcPct val="0"/>
                </a:spcBef>
                <a:buFontTx/>
                <a:buNone/>
              </a:pPr>
              <a:t>111</a:t>
            </a:fld>
            <a:endParaRPr lang="en-US" altLang="en-US" sz="1200" dirty="0">
              <a:solidFill>
                <a:srgbClr val="898989"/>
              </a:solidFill>
            </a:endParaRPr>
          </a:p>
        </p:txBody>
      </p:sp>
      <p:sp>
        <p:nvSpPr>
          <p:cNvPr id="10" name="Title 1">
            <a:extLst>
              <a:ext uri="{FF2B5EF4-FFF2-40B4-BE49-F238E27FC236}">
                <a16:creationId xmlns:a16="http://schemas.microsoft.com/office/drawing/2014/main" id="{57BC6185-2402-4FB2-B29A-30B6A917023F}"/>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US" sz="3200" b="1" dirty="0">
                <a:latin typeface="Times New Roman" panose="02020603050405020304" pitchFamily="18" charset="0"/>
                <a:cs typeface="Times New Roman" pitchFamily="18" charset="0"/>
              </a:rPr>
              <a:t>Calling Class Method with Argument(CO2)</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500"/>
                                        <p:tgtEl>
                                          <p:spTgt spid="3">
                                            <p:txEl>
                                              <p:pRg st="9" end="9"/>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10" presetClass="entr" presetSubtype="0" fill="hold" nodeType="clickEffect">
                                  <p:stCondLst>
                                    <p:cond delay="0"/>
                                  </p:stCondLst>
                                  <p:childTnLst>
                                    <p:set>
                                      <p:cBhvr>
                                        <p:cTn id="56" dur="1" fill="hold">
                                          <p:stCondLst>
                                            <p:cond delay="0"/>
                                          </p:stCondLst>
                                        </p:cTn>
                                        <p:tgtEl>
                                          <p:spTgt spid="6"/>
                                        </p:tgtEl>
                                        <p:attrNameLst>
                                          <p:attrName>style.visibility</p:attrName>
                                        </p:attrNameLst>
                                      </p:cBhvr>
                                      <p:to>
                                        <p:strVal val="visible"/>
                                      </p:to>
                                    </p:set>
                                    <p:animEffect transition="in" filter="fade">
                                      <p:cBhvr>
                                        <p:cTn id="57" dur="500"/>
                                        <p:tgtEl>
                                          <p:spTgt spid="6"/>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4"/>
                                        </p:tgtEl>
                                        <p:attrNameLst>
                                          <p:attrName>style.visibility</p:attrName>
                                        </p:attrNameLst>
                                      </p:cBhvr>
                                      <p:to>
                                        <p:strVal val="visible"/>
                                      </p:to>
                                    </p:set>
                                    <p:animEffect transition="in" filter="fade">
                                      <p:cBhvr>
                                        <p:cTn id="6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F13E50D-8B12-4E90-8771-2B2F1BCA5699}"/>
              </a:ext>
            </a:extLst>
          </p:cNvPr>
          <p:cNvSpPr>
            <a:spLocks noGrp="1"/>
          </p:cNvSpPr>
          <p:nvPr>
            <p:ph idx="1"/>
          </p:nvPr>
        </p:nvSpPr>
        <p:spPr>
          <a:xfrm>
            <a:off x="1585823" y="990600"/>
            <a:ext cx="10456652" cy="5363384"/>
          </a:xfrm>
        </p:spPr>
        <p:txBody>
          <a:bodyPr/>
          <a:lstStyle/>
          <a:p>
            <a:pPr algn="just">
              <a:defRPr/>
            </a:pPr>
            <a:r>
              <a:rPr lang="en-US" altLang="en-US" sz="2400" dirty="0">
                <a:latin typeface="Times New Roman" panose="02020603050405020304" pitchFamily="18" charset="0"/>
                <a:cs typeface="Times New Roman" panose="02020603050405020304" pitchFamily="18" charset="0"/>
              </a:rPr>
              <a:t>Static Methods are used when some processing is related to the class but does not need the class or its instances to perform any work. </a:t>
            </a:r>
          </a:p>
          <a:p>
            <a:pPr algn="just">
              <a:defRPr/>
            </a:pPr>
            <a:r>
              <a:rPr lang="en-US" altLang="en-US" sz="2400" dirty="0">
                <a:latin typeface="Times New Roman" panose="02020603050405020304" pitchFamily="18" charset="0"/>
                <a:cs typeface="Times New Roman" panose="02020603050405020304" pitchFamily="18" charset="0"/>
              </a:rPr>
              <a:t>We use static method when we want to pass some values from outside and perform some action in the method.</a:t>
            </a:r>
          </a:p>
          <a:p>
            <a:pPr marL="0" indent="0">
              <a:buFont typeface="Arial" panose="020B0604020202020204" pitchFamily="34" charset="0"/>
              <a:buNone/>
              <a:defRPr/>
            </a:pPr>
            <a:endParaRPr lang="en-US" altLang="en-US" sz="1800">
              <a:latin typeface="Times New Roman" panose="02020603050405020304" pitchFamily="18" charset="0"/>
              <a:cs typeface="Times New Roman" panose="02020603050405020304" pitchFamily="18" charset="0"/>
            </a:endParaRPr>
          </a:p>
          <a:p>
            <a:pPr marL="0" indent="0">
              <a:buFont typeface="Arial" panose="020B0604020202020204" pitchFamily="34" charset="0"/>
              <a:buNone/>
              <a:defRPr/>
            </a:pPr>
            <a:r>
              <a:rPr lang="en-US" altLang="en-US" sz="2400" b="1" dirty="0">
                <a:latin typeface="Times New Roman" panose="02020603050405020304" pitchFamily="18" charset="0"/>
                <a:cs typeface="Times New Roman" panose="02020603050405020304" pitchFamily="18" charset="0"/>
              </a:rPr>
              <a:t>Decorator</a:t>
            </a:r>
            <a:r>
              <a:rPr lang="en-US" altLang="en-US" sz="2400" dirty="0">
                <a:latin typeface="Times New Roman" panose="02020603050405020304" pitchFamily="18" charset="0"/>
                <a:cs typeface="Times New Roman" panose="02020603050405020304" pitchFamily="18" charset="0"/>
              </a:rPr>
              <a:t> @staticmethod need to write above the static method.</a:t>
            </a:r>
          </a:p>
          <a:p>
            <a:pPr marL="0" indent="0">
              <a:buFont typeface="Arial" panose="020B0604020202020204" pitchFamily="34" charset="0"/>
              <a:buNone/>
              <a:defRPr/>
            </a:pPr>
            <a:r>
              <a:rPr lang="en-US" altLang="en-US" sz="2000" dirty="0">
                <a:latin typeface="Times New Roman" panose="02020603050405020304" pitchFamily="18" charset="0"/>
                <a:cs typeface="Times New Roman" panose="02020603050405020304" pitchFamily="18" charset="0"/>
              </a:rPr>
              <a:t>Syntax:- </a:t>
            </a:r>
          </a:p>
          <a:p>
            <a:pPr marL="0" indent="0">
              <a:buFont typeface="Arial" panose="020B0604020202020204" pitchFamily="34" charset="0"/>
              <a:buNone/>
              <a:defRPr/>
            </a:pPr>
            <a:r>
              <a:rPr lang="en-US" altLang="en-US" sz="2000" dirty="0">
                <a:latin typeface="Times New Roman" panose="02020603050405020304" pitchFamily="18" charset="0"/>
                <a:cs typeface="Times New Roman" panose="02020603050405020304" pitchFamily="18" charset="0"/>
              </a:rPr>
              <a:t>@staticmethod</a:t>
            </a:r>
            <a:endParaRPr lang="en-US" altLang="en-US" sz="2000">
              <a:latin typeface="Times New Roman" panose="02020603050405020304" pitchFamily="18" charset="0"/>
              <a:cs typeface="Times New Roman" panose="02020603050405020304" pitchFamily="18" charset="0"/>
            </a:endParaRPr>
          </a:p>
          <a:p>
            <a:pPr marL="0" indent="0">
              <a:buFont typeface="Arial" panose="020B0604020202020204" pitchFamily="34" charset="0"/>
              <a:buNone/>
              <a:defRPr/>
            </a:pPr>
            <a:r>
              <a:rPr lang="en-US" altLang="en-US" sz="2000" dirty="0">
                <a:latin typeface="Times New Roman" panose="02020603050405020304" pitchFamily="18" charset="0"/>
                <a:cs typeface="Times New Roman" panose="02020603050405020304" pitchFamily="18" charset="0"/>
              </a:rPr>
              <a:t>def </a:t>
            </a:r>
            <a:r>
              <a:rPr lang="en-US" altLang="en-US" sz="2000" dirty="0" err="1">
                <a:latin typeface="Times New Roman" panose="02020603050405020304" pitchFamily="18" charset="0"/>
                <a:cs typeface="Times New Roman" panose="02020603050405020304" pitchFamily="18" charset="0"/>
              </a:rPr>
              <a:t>method_name</a:t>
            </a:r>
            <a:r>
              <a:rPr lang="en-US" altLang="en-US" sz="2000" dirty="0">
                <a:latin typeface="Times New Roman" panose="02020603050405020304" pitchFamily="18" charset="0"/>
                <a:cs typeface="Times New Roman" panose="02020603050405020304" pitchFamily="18" charset="0"/>
              </a:rPr>
              <a:t>():</a:t>
            </a:r>
          </a:p>
          <a:p>
            <a:pPr marL="0" indent="0">
              <a:buFont typeface="Arial" panose="020B0604020202020204" pitchFamily="34" charset="0"/>
              <a:buNone/>
              <a:defRPr/>
            </a:pPr>
            <a:r>
              <a:rPr lang="en-US" altLang="en-US" sz="2000" dirty="0">
                <a:latin typeface="Times New Roman" panose="02020603050405020304" pitchFamily="18" charset="0"/>
                <a:cs typeface="Times New Roman" panose="02020603050405020304" pitchFamily="18" charset="0"/>
              </a:rPr>
              <a:t>	method body</a:t>
            </a:r>
          </a:p>
          <a:p>
            <a:pPr marL="0" indent="0">
              <a:buFont typeface="Arial" panose="020B0604020202020204" pitchFamily="34" charset="0"/>
              <a:buNone/>
              <a:defRPr/>
            </a:pPr>
            <a:endParaRPr lang="en-US" altLang="en-US" sz="2000">
              <a:latin typeface="Times New Roman" panose="02020603050405020304" pitchFamily="18" charset="0"/>
              <a:cs typeface="Times New Roman" panose="02020603050405020304" pitchFamily="18" charset="0"/>
            </a:endParaRPr>
          </a:p>
          <a:p>
            <a:pPr marL="0" indent="0">
              <a:buFont typeface="Arial" panose="020B0604020202020204" pitchFamily="34" charset="0"/>
              <a:buNone/>
              <a:defRPr/>
            </a:pPr>
            <a:r>
              <a:rPr lang="en-US" altLang="en-US" sz="2000" dirty="0">
                <a:latin typeface="Times New Roman" panose="02020603050405020304" pitchFamily="18" charset="0"/>
                <a:cs typeface="Times New Roman" panose="02020603050405020304" pitchFamily="18" charset="0"/>
              </a:rPr>
              <a:t>@staticmethod</a:t>
            </a:r>
            <a:endParaRPr lang="en-US" altLang="en-US" sz="2000">
              <a:latin typeface="Times New Roman" panose="02020603050405020304" pitchFamily="18" charset="0"/>
              <a:cs typeface="Times New Roman" panose="02020603050405020304" pitchFamily="18" charset="0"/>
            </a:endParaRPr>
          </a:p>
          <a:p>
            <a:pPr marL="0" indent="0">
              <a:buFont typeface="Arial" panose="020B0604020202020204" pitchFamily="34" charset="0"/>
              <a:buNone/>
              <a:defRPr/>
            </a:pPr>
            <a:r>
              <a:rPr lang="en-US" altLang="en-US" sz="2000" dirty="0">
                <a:latin typeface="Times New Roman" panose="02020603050405020304" pitchFamily="18" charset="0"/>
                <a:cs typeface="Times New Roman" panose="02020603050405020304" pitchFamily="18" charset="0"/>
              </a:rPr>
              <a:t>def </a:t>
            </a:r>
            <a:r>
              <a:rPr lang="en-US" altLang="en-US" sz="2000" dirty="0" err="1">
                <a:latin typeface="Times New Roman" panose="02020603050405020304" pitchFamily="18" charset="0"/>
                <a:cs typeface="Times New Roman" panose="02020603050405020304" pitchFamily="18" charset="0"/>
              </a:rPr>
              <a:t>method_name</a:t>
            </a:r>
            <a:r>
              <a:rPr lang="en-US" altLang="en-US" sz="2000" dirty="0">
                <a:latin typeface="Times New Roman" panose="02020603050405020304" pitchFamily="18" charset="0"/>
                <a:cs typeface="Times New Roman" panose="02020603050405020304" pitchFamily="18" charset="0"/>
              </a:rPr>
              <a:t>(f1, f2):</a:t>
            </a:r>
          </a:p>
          <a:p>
            <a:pPr marL="0" indent="0">
              <a:buFont typeface="Arial" panose="020B0604020202020204" pitchFamily="34" charset="0"/>
              <a:buNone/>
              <a:defRPr/>
            </a:pPr>
            <a:r>
              <a:rPr lang="en-US" altLang="en-US" sz="2000" dirty="0">
                <a:latin typeface="Times New Roman" panose="02020603050405020304" pitchFamily="18" charset="0"/>
                <a:cs typeface="Times New Roman" panose="02020603050405020304" pitchFamily="18" charset="0"/>
              </a:rPr>
              <a:t>	method body</a:t>
            </a:r>
            <a:endParaRPr lang="en-IN" altLang="en-US" sz="2000" dirty="0">
              <a:latin typeface="Times New Roman" panose="02020603050405020304" pitchFamily="18" charset="0"/>
              <a:cs typeface="Times New Roman" panose="02020603050405020304" pitchFamily="18" charset="0"/>
            </a:endParaRPr>
          </a:p>
        </p:txBody>
      </p:sp>
      <p:sp>
        <p:nvSpPr>
          <p:cNvPr id="4" name="Right Brace 3">
            <a:extLst>
              <a:ext uri="{FF2B5EF4-FFF2-40B4-BE49-F238E27FC236}">
                <a16:creationId xmlns:a16="http://schemas.microsoft.com/office/drawing/2014/main" id="{B4A267F5-BA79-4772-BE3D-42438261B2E4}"/>
              </a:ext>
            </a:extLst>
          </p:cNvPr>
          <p:cNvSpPr/>
          <p:nvPr/>
        </p:nvSpPr>
        <p:spPr>
          <a:xfrm>
            <a:off x="4217988" y="4267200"/>
            <a:ext cx="228600" cy="457200"/>
          </a:xfrm>
          <a:prstGeom prst="rightBrac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IN"/>
          </a:p>
        </p:txBody>
      </p:sp>
      <p:sp>
        <p:nvSpPr>
          <p:cNvPr id="5" name="Right Brace 4">
            <a:extLst>
              <a:ext uri="{FF2B5EF4-FFF2-40B4-BE49-F238E27FC236}">
                <a16:creationId xmlns:a16="http://schemas.microsoft.com/office/drawing/2014/main" id="{A82F2DEA-E081-4879-80C0-BDEBA1D2922F}"/>
              </a:ext>
            </a:extLst>
          </p:cNvPr>
          <p:cNvSpPr/>
          <p:nvPr/>
        </p:nvSpPr>
        <p:spPr>
          <a:xfrm>
            <a:off x="4446588" y="5683250"/>
            <a:ext cx="228600" cy="457200"/>
          </a:xfrm>
          <a:prstGeom prst="rightBrac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IN"/>
          </a:p>
        </p:txBody>
      </p:sp>
      <p:sp>
        <p:nvSpPr>
          <p:cNvPr id="6" name="TextBox 5">
            <a:extLst>
              <a:ext uri="{FF2B5EF4-FFF2-40B4-BE49-F238E27FC236}">
                <a16:creationId xmlns:a16="http://schemas.microsoft.com/office/drawing/2014/main" id="{156FA9C2-F62C-4EB3-AF02-B1288580FC69}"/>
              </a:ext>
            </a:extLst>
          </p:cNvPr>
          <p:cNvSpPr txBox="1"/>
          <p:nvPr/>
        </p:nvSpPr>
        <p:spPr>
          <a:xfrm>
            <a:off x="4527550" y="4298950"/>
            <a:ext cx="5151438" cy="369888"/>
          </a:xfrm>
          <a:prstGeom prst="rect">
            <a:avLst/>
          </a:prstGeom>
        </p:spPr>
        <p:style>
          <a:lnRef idx="2">
            <a:schemeClr val="accent1"/>
          </a:lnRef>
          <a:fillRef idx="1">
            <a:schemeClr val="lt1"/>
          </a:fillRef>
          <a:effectRef idx="0">
            <a:schemeClr val="accent1"/>
          </a:effectRef>
          <a:fontRef idx="minor">
            <a:schemeClr val="dk1"/>
          </a:fontRef>
        </p:style>
        <p:txBody>
          <a:bodyPr wrap="none">
            <a:spAutoFit/>
          </a:bodyPr>
          <a:lstStyle/>
          <a:p>
            <a:pPr>
              <a:defRPr/>
            </a:pPr>
            <a:r>
              <a:rPr lang="en-US" dirty="0"/>
              <a:t>Static Method without Parameter/Formal Arguments</a:t>
            </a:r>
            <a:endParaRPr lang="en-IN" dirty="0"/>
          </a:p>
        </p:txBody>
      </p:sp>
      <p:sp>
        <p:nvSpPr>
          <p:cNvPr id="7" name="TextBox 6">
            <a:extLst>
              <a:ext uri="{FF2B5EF4-FFF2-40B4-BE49-F238E27FC236}">
                <a16:creationId xmlns:a16="http://schemas.microsoft.com/office/drawing/2014/main" id="{83B39E7D-F4EA-4CEE-AA50-3D0BD34F2B09}"/>
              </a:ext>
            </a:extLst>
          </p:cNvPr>
          <p:cNvSpPr txBox="1"/>
          <p:nvPr/>
        </p:nvSpPr>
        <p:spPr>
          <a:xfrm>
            <a:off x="4691063" y="5719763"/>
            <a:ext cx="4830762" cy="369887"/>
          </a:xfrm>
          <a:prstGeom prst="rect">
            <a:avLst/>
          </a:prstGeom>
        </p:spPr>
        <p:style>
          <a:lnRef idx="2">
            <a:schemeClr val="accent1"/>
          </a:lnRef>
          <a:fillRef idx="1">
            <a:schemeClr val="lt1"/>
          </a:fillRef>
          <a:effectRef idx="0">
            <a:schemeClr val="accent1"/>
          </a:effectRef>
          <a:fontRef idx="minor">
            <a:schemeClr val="dk1"/>
          </a:fontRef>
        </p:style>
        <p:txBody>
          <a:bodyPr wrap="none">
            <a:spAutoFit/>
          </a:bodyPr>
          <a:lstStyle/>
          <a:p>
            <a:pPr>
              <a:defRPr/>
            </a:pPr>
            <a:r>
              <a:rPr lang="en-US" dirty="0"/>
              <a:t>Static Method with Parameter/Formal Arguments</a:t>
            </a:r>
            <a:endParaRPr lang="en-IN" dirty="0"/>
          </a:p>
        </p:txBody>
      </p:sp>
      <p:sp>
        <p:nvSpPr>
          <p:cNvPr id="8" name="TextBox 7">
            <a:extLst>
              <a:ext uri="{FF2B5EF4-FFF2-40B4-BE49-F238E27FC236}">
                <a16:creationId xmlns:a16="http://schemas.microsoft.com/office/drawing/2014/main" id="{1EBD569C-ECA8-4BF9-9DE6-90EC776AED7A}"/>
              </a:ext>
            </a:extLst>
          </p:cNvPr>
          <p:cNvSpPr txBox="1"/>
          <p:nvPr/>
        </p:nvSpPr>
        <p:spPr>
          <a:xfrm>
            <a:off x="4130675" y="3524250"/>
            <a:ext cx="1120775" cy="368300"/>
          </a:xfrm>
          <a:prstGeom prst="rect">
            <a:avLst/>
          </a:prstGeom>
        </p:spPr>
        <p:style>
          <a:lnRef idx="2">
            <a:schemeClr val="accent1"/>
          </a:lnRef>
          <a:fillRef idx="1">
            <a:schemeClr val="lt1"/>
          </a:fillRef>
          <a:effectRef idx="0">
            <a:schemeClr val="accent1"/>
          </a:effectRef>
          <a:fontRef idx="minor">
            <a:schemeClr val="dk1"/>
          </a:fontRef>
        </p:style>
        <p:txBody>
          <a:bodyPr wrap="none">
            <a:spAutoFit/>
          </a:bodyPr>
          <a:lstStyle/>
          <a:p>
            <a:pPr>
              <a:defRPr/>
            </a:pPr>
            <a:r>
              <a:rPr lang="en-US" dirty="0"/>
              <a:t>Decorator</a:t>
            </a:r>
            <a:endParaRPr lang="en-IN" dirty="0"/>
          </a:p>
        </p:txBody>
      </p:sp>
      <p:cxnSp>
        <p:nvCxnSpPr>
          <p:cNvPr id="10" name="Straight Arrow Connector 9">
            <a:extLst>
              <a:ext uri="{FF2B5EF4-FFF2-40B4-BE49-F238E27FC236}">
                <a16:creationId xmlns:a16="http://schemas.microsoft.com/office/drawing/2014/main" id="{069E64AF-D72B-4E74-8447-873A6DCBC996}"/>
              </a:ext>
            </a:extLst>
          </p:cNvPr>
          <p:cNvCxnSpPr/>
          <p:nvPr/>
        </p:nvCxnSpPr>
        <p:spPr>
          <a:xfrm flipH="1">
            <a:off x="3427323" y="3777112"/>
            <a:ext cx="685800" cy="1539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01C1EA1E-163F-4081-A945-F901D29D2DD0}"/>
              </a:ext>
            </a:extLst>
          </p:cNvPr>
          <p:cNvSpPr txBox="1"/>
          <p:nvPr/>
        </p:nvSpPr>
        <p:spPr>
          <a:xfrm>
            <a:off x="4130675" y="4887913"/>
            <a:ext cx="1120775" cy="368300"/>
          </a:xfrm>
          <a:prstGeom prst="rect">
            <a:avLst/>
          </a:prstGeom>
        </p:spPr>
        <p:style>
          <a:lnRef idx="2">
            <a:schemeClr val="accent1"/>
          </a:lnRef>
          <a:fillRef idx="1">
            <a:schemeClr val="lt1"/>
          </a:fillRef>
          <a:effectRef idx="0">
            <a:schemeClr val="accent1"/>
          </a:effectRef>
          <a:fontRef idx="minor">
            <a:schemeClr val="dk1"/>
          </a:fontRef>
        </p:style>
        <p:txBody>
          <a:bodyPr wrap="none">
            <a:spAutoFit/>
          </a:bodyPr>
          <a:lstStyle/>
          <a:p>
            <a:pPr>
              <a:defRPr/>
            </a:pPr>
            <a:r>
              <a:rPr lang="en-US" dirty="0"/>
              <a:t>Decorator</a:t>
            </a:r>
            <a:endParaRPr lang="en-IN" dirty="0"/>
          </a:p>
        </p:txBody>
      </p:sp>
      <p:cxnSp>
        <p:nvCxnSpPr>
          <p:cNvPr id="12" name="Straight Arrow Connector 11">
            <a:extLst>
              <a:ext uri="{FF2B5EF4-FFF2-40B4-BE49-F238E27FC236}">
                <a16:creationId xmlns:a16="http://schemas.microsoft.com/office/drawing/2014/main" id="{20E0B6E3-8C5E-4A7E-88BE-622083B81C6B}"/>
              </a:ext>
            </a:extLst>
          </p:cNvPr>
          <p:cNvCxnSpPr/>
          <p:nvPr/>
        </p:nvCxnSpPr>
        <p:spPr>
          <a:xfrm flipH="1">
            <a:off x="3432175" y="5180732"/>
            <a:ext cx="685800" cy="153987"/>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9" name="Date Placeholder 8">
            <a:extLst>
              <a:ext uri="{FF2B5EF4-FFF2-40B4-BE49-F238E27FC236}">
                <a16:creationId xmlns:a16="http://schemas.microsoft.com/office/drawing/2014/main" id="{3729519C-A2F5-4659-A0BB-B3B9DD0287D1}"/>
              </a:ext>
            </a:extLst>
          </p:cNvPr>
          <p:cNvSpPr>
            <a:spLocks noGrp="1"/>
          </p:cNvSpPr>
          <p:nvPr>
            <p:ph type="dt" sz="quarter" idx="10"/>
          </p:nvPr>
        </p:nvSpPr>
        <p:spPr/>
        <p:txBody>
          <a:bodyPr/>
          <a:lstStyle/>
          <a:p>
            <a:pPr>
              <a:defRPr/>
            </a:pPr>
            <a:fld id="{BD4BD2CA-FE92-44DA-A65B-6B0763BE1D65}" type="datetime1">
              <a:rPr lang="en-US" smtClean="0"/>
              <a:pPr>
                <a:defRPr/>
              </a:pPr>
              <a:t>5/17/2022</a:t>
            </a:fld>
            <a:endParaRPr lang="en-US"/>
          </a:p>
        </p:txBody>
      </p:sp>
      <p:sp>
        <p:nvSpPr>
          <p:cNvPr id="13" name="Footer Placeholder 12">
            <a:extLst>
              <a:ext uri="{FF2B5EF4-FFF2-40B4-BE49-F238E27FC236}">
                <a16:creationId xmlns:a16="http://schemas.microsoft.com/office/drawing/2014/main" id="{3FFF7BB4-ACBA-4DE5-B5E6-507A309C3A0C}"/>
              </a:ext>
            </a:extLst>
          </p:cNvPr>
          <p:cNvSpPr>
            <a:spLocks noGrp="1"/>
          </p:cNvSpPr>
          <p:nvPr>
            <p:ph type="ftr" sz="quarter" idx="11"/>
          </p:nvPr>
        </p:nvSpPr>
        <p:spPr>
          <a:xfrm>
            <a:off x="2819400" y="6356350"/>
            <a:ext cx="6934200" cy="365125"/>
          </a:xfrm>
        </p:spPr>
        <p:txBody>
          <a:bodyPr/>
          <a:lstStyle/>
          <a:p>
            <a:pPr>
              <a:defRPr/>
            </a:pPr>
            <a:r>
              <a:rPr lang="en-US" dirty="0"/>
              <a:t>(Programming in Advanced Python)                                 Unit No:2</a:t>
            </a:r>
          </a:p>
        </p:txBody>
      </p:sp>
      <p:sp>
        <p:nvSpPr>
          <p:cNvPr id="73741" name="Slide Number Placeholder 13">
            <a:extLst>
              <a:ext uri="{FF2B5EF4-FFF2-40B4-BE49-F238E27FC236}">
                <a16:creationId xmlns:a16="http://schemas.microsoft.com/office/drawing/2014/main" id="{64A2893E-63BD-4D61-8C35-74D72080F9B9}"/>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C1B6CF0D-F03F-498B-89AA-84A9F186017F}" type="slidenum">
              <a:rPr lang="en-US" altLang="en-US" sz="1200" dirty="0">
                <a:solidFill>
                  <a:srgbClr val="898989"/>
                </a:solidFill>
              </a:rPr>
              <a:pPr>
                <a:spcBef>
                  <a:spcPct val="0"/>
                </a:spcBef>
                <a:buFontTx/>
                <a:buNone/>
              </a:pPr>
              <a:t>112</a:t>
            </a:fld>
            <a:endParaRPr lang="en-US" altLang="en-US" sz="1200" dirty="0">
              <a:solidFill>
                <a:srgbClr val="898989"/>
              </a:solidFill>
            </a:endParaRPr>
          </a:p>
        </p:txBody>
      </p:sp>
      <p:sp>
        <p:nvSpPr>
          <p:cNvPr id="16" name="Title 1">
            <a:extLst>
              <a:ext uri="{FF2B5EF4-FFF2-40B4-BE49-F238E27FC236}">
                <a16:creationId xmlns:a16="http://schemas.microsoft.com/office/drawing/2014/main" id="{C7DA1B45-18A7-44DC-A7D9-095CA5149705}"/>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US" sz="3200" b="1" dirty="0">
                <a:latin typeface="Times New Roman" panose="02020603050405020304" pitchFamily="18" charset="0"/>
                <a:cs typeface="Times New Roman" pitchFamily="18" charset="0"/>
              </a:rPr>
              <a:t>Static Methods(CO2)</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500"/>
                                        <p:tgtEl>
                                          <p:spTgt spid="3">
                                            <p:txEl>
                                              <p:pRg st="7" end="7"/>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9" end="9"/>
                                            </p:txEl>
                                          </p:spTgt>
                                        </p:tgtEl>
                                        <p:attrNameLst>
                                          <p:attrName>style.visibility</p:attrName>
                                        </p:attrNameLst>
                                      </p:cBhvr>
                                      <p:to>
                                        <p:strVal val="visible"/>
                                      </p:to>
                                    </p:set>
                                    <p:animEffect transition="in" filter="fade">
                                      <p:cBhvr>
                                        <p:cTn id="42" dur="500"/>
                                        <p:tgtEl>
                                          <p:spTgt spid="3">
                                            <p:txEl>
                                              <p:pRg st="9" end="9"/>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animEffect transition="in" filter="fade">
                                      <p:cBhvr>
                                        <p:cTn id="47" dur="500"/>
                                        <p:tgtEl>
                                          <p:spTgt spid="3">
                                            <p:txEl>
                                              <p:pRg st="10" end="10"/>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11" end="11"/>
                                            </p:txEl>
                                          </p:spTgt>
                                        </p:tgtEl>
                                        <p:attrNameLst>
                                          <p:attrName>style.visibility</p:attrName>
                                        </p:attrNameLst>
                                      </p:cBhvr>
                                      <p:to>
                                        <p:strVal val="visible"/>
                                      </p:to>
                                    </p:set>
                                    <p:animEffect transition="in" filter="fade">
                                      <p:cBhvr>
                                        <p:cTn id="52" dur="500"/>
                                        <p:tgtEl>
                                          <p:spTgt spid="3">
                                            <p:txEl>
                                              <p:pRg st="11" end="11"/>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10" presetClass="entr" presetSubtype="0" fill="hold" nodeType="clickEffect">
                                  <p:stCondLst>
                                    <p:cond delay="0"/>
                                  </p:stCondLst>
                                  <p:childTnLst>
                                    <p:set>
                                      <p:cBhvr>
                                        <p:cTn id="56" dur="1" fill="hold">
                                          <p:stCondLst>
                                            <p:cond delay="0"/>
                                          </p:stCondLst>
                                        </p:cTn>
                                        <p:tgtEl>
                                          <p:spTgt spid="10"/>
                                        </p:tgtEl>
                                        <p:attrNameLst>
                                          <p:attrName>style.visibility</p:attrName>
                                        </p:attrNameLst>
                                      </p:cBhvr>
                                      <p:to>
                                        <p:strVal val="visible"/>
                                      </p:to>
                                    </p:set>
                                    <p:animEffect transition="in" filter="fade">
                                      <p:cBhvr>
                                        <p:cTn id="57" dur="500"/>
                                        <p:tgtEl>
                                          <p:spTgt spid="10"/>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8"/>
                                        </p:tgtEl>
                                        <p:attrNameLst>
                                          <p:attrName>style.visibility</p:attrName>
                                        </p:attrNameLst>
                                      </p:cBhvr>
                                      <p:to>
                                        <p:strVal val="visible"/>
                                      </p:to>
                                    </p:set>
                                    <p:animEffect transition="in" filter="fade">
                                      <p:cBhvr>
                                        <p:cTn id="60" dur="500"/>
                                        <p:tgtEl>
                                          <p:spTgt spid="8"/>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4"/>
                                        </p:tgtEl>
                                        <p:attrNameLst>
                                          <p:attrName>style.visibility</p:attrName>
                                        </p:attrNameLst>
                                      </p:cBhvr>
                                      <p:to>
                                        <p:strVal val="visible"/>
                                      </p:to>
                                    </p:set>
                                    <p:animEffect transition="in" filter="fade">
                                      <p:cBhvr>
                                        <p:cTn id="65" dur="500"/>
                                        <p:tgtEl>
                                          <p:spTgt spid="4"/>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6"/>
                                        </p:tgtEl>
                                        <p:attrNameLst>
                                          <p:attrName>style.visibility</p:attrName>
                                        </p:attrNameLst>
                                      </p:cBhvr>
                                      <p:to>
                                        <p:strVal val="visible"/>
                                      </p:to>
                                    </p:set>
                                    <p:animEffect transition="in" filter="fade">
                                      <p:cBhvr>
                                        <p:cTn id="68" dur="500"/>
                                        <p:tgtEl>
                                          <p:spTgt spid="6"/>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10" presetClass="entr" presetSubtype="0" fill="hold" nodeType="clickEffect">
                                  <p:stCondLst>
                                    <p:cond delay="0"/>
                                  </p:stCondLst>
                                  <p:childTnLst>
                                    <p:set>
                                      <p:cBhvr>
                                        <p:cTn id="72" dur="1" fill="hold">
                                          <p:stCondLst>
                                            <p:cond delay="0"/>
                                          </p:stCondLst>
                                        </p:cTn>
                                        <p:tgtEl>
                                          <p:spTgt spid="12"/>
                                        </p:tgtEl>
                                        <p:attrNameLst>
                                          <p:attrName>style.visibility</p:attrName>
                                        </p:attrNameLst>
                                      </p:cBhvr>
                                      <p:to>
                                        <p:strVal val="visible"/>
                                      </p:to>
                                    </p:set>
                                    <p:animEffect transition="in" filter="fade">
                                      <p:cBhvr>
                                        <p:cTn id="73" dur="500"/>
                                        <p:tgtEl>
                                          <p:spTgt spid="12"/>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11"/>
                                        </p:tgtEl>
                                        <p:attrNameLst>
                                          <p:attrName>style.visibility</p:attrName>
                                        </p:attrNameLst>
                                      </p:cBhvr>
                                      <p:to>
                                        <p:strVal val="visible"/>
                                      </p:to>
                                    </p:set>
                                    <p:animEffect transition="in" filter="fade">
                                      <p:cBhvr>
                                        <p:cTn id="76" dur="500"/>
                                        <p:tgtEl>
                                          <p:spTgt spid="11"/>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10" presetClass="entr" presetSubtype="0" fill="hold" grpId="0" nodeType="clickEffect">
                                  <p:stCondLst>
                                    <p:cond delay="0"/>
                                  </p:stCondLst>
                                  <p:childTnLst>
                                    <p:set>
                                      <p:cBhvr>
                                        <p:cTn id="80" dur="1" fill="hold">
                                          <p:stCondLst>
                                            <p:cond delay="0"/>
                                          </p:stCondLst>
                                        </p:cTn>
                                        <p:tgtEl>
                                          <p:spTgt spid="5"/>
                                        </p:tgtEl>
                                        <p:attrNameLst>
                                          <p:attrName>style.visibility</p:attrName>
                                        </p:attrNameLst>
                                      </p:cBhvr>
                                      <p:to>
                                        <p:strVal val="visible"/>
                                      </p:to>
                                    </p:set>
                                    <p:animEffect transition="in" filter="fade">
                                      <p:cBhvr>
                                        <p:cTn id="81" dur="500"/>
                                        <p:tgtEl>
                                          <p:spTgt spid="5"/>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7"/>
                                        </p:tgtEl>
                                        <p:attrNameLst>
                                          <p:attrName>style.visibility</p:attrName>
                                        </p:attrNameLst>
                                      </p:cBhvr>
                                      <p:to>
                                        <p:strVal val="visible"/>
                                      </p:to>
                                    </p:set>
                                    <p:animEffect transition="in" filter="fade">
                                      <p:cBhvr>
                                        <p:cTn id="84"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P spid="5" grpId="0" animBg="1"/>
      <p:bldP spid="6" grpId="0" animBg="1"/>
      <p:bldP spid="7" grpId="0" animBg="1"/>
      <p:bldP spid="8" grpId="0" animBg="1"/>
      <p:bldP spid="11" grpId="0" animBg="1"/>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22AE268-B7B4-4A34-834E-96ABC1B8BC27}"/>
              </a:ext>
            </a:extLst>
          </p:cNvPr>
          <p:cNvSpPr>
            <a:spLocks noGrp="1"/>
          </p:cNvSpPr>
          <p:nvPr>
            <p:ph idx="1"/>
          </p:nvPr>
        </p:nvSpPr>
        <p:spPr>
          <a:xfrm>
            <a:off x="6626225" y="1828800"/>
            <a:ext cx="4041775" cy="3733800"/>
          </a:xfrm>
        </p:spPr>
        <p:txBody>
          <a:bodyPr/>
          <a:lstStyle/>
          <a:p>
            <a:pPr marL="0" indent="0">
              <a:buFont typeface="Arial" panose="020B0604020202020204" pitchFamily="34" charset="0"/>
              <a:buNone/>
            </a:pPr>
            <a:r>
              <a:rPr lang="en-US" altLang="en-US" sz="2800" dirty="0">
                <a:latin typeface="Times New Roman" panose="02020603050405020304" pitchFamily="18" charset="0"/>
                <a:cs typeface="Times New Roman" panose="02020603050405020304" pitchFamily="18" charset="0"/>
              </a:rPr>
              <a:t>class Mobile</a:t>
            </a:r>
            <a:r>
              <a:rPr lang="en-US" altLang="en-US" sz="2800" b="1" dirty="0">
                <a:latin typeface="Times New Roman" panose="02020603050405020304" pitchFamily="18" charset="0"/>
                <a:cs typeface="Times New Roman" panose="02020603050405020304" pitchFamily="18" charset="0"/>
              </a:rPr>
              <a:t>:</a:t>
            </a:r>
          </a:p>
          <a:p>
            <a:pPr marL="0" indent="0">
              <a:buFont typeface="Arial" panose="020B0604020202020204" pitchFamily="34" charset="0"/>
              <a:buNone/>
            </a:pPr>
            <a:r>
              <a:rPr lang="en-US" altLang="en-US" sz="2800" b="1"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fp</a:t>
            </a:r>
            <a:r>
              <a:rPr lang="en-US" altLang="en-US" sz="2800" dirty="0">
                <a:latin typeface="Times New Roman" panose="02020603050405020304" pitchFamily="18" charset="0"/>
                <a:cs typeface="Times New Roman" panose="02020603050405020304" pitchFamily="18" charset="0"/>
              </a:rPr>
              <a:t> = ‘Yes’</a:t>
            </a:r>
          </a:p>
          <a:p>
            <a:pPr marL="0" indent="0">
              <a:buFont typeface="Arial" panose="020B0604020202020204" pitchFamily="34" charset="0"/>
              <a:buNone/>
            </a:pPr>
            <a:r>
              <a:rPr lang="en-US" altLang="en-US" sz="2800" dirty="0">
                <a:latin typeface="Times New Roman" panose="02020603050405020304" pitchFamily="18" charset="0"/>
                <a:cs typeface="Times New Roman" panose="02020603050405020304" pitchFamily="18" charset="0"/>
              </a:rPr>
              <a:t>    @staticmethod</a:t>
            </a:r>
          </a:p>
          <a:p>
            <a:pPr marL="0" indent="0">
              <a:buFont typeface="Arial" panose="020B0604020202020204" pitchFamily="34" charset="0"/>
              <a:buNone/>
            </a:pPr>
            <a:r>
              <a:rPr lang="en-US" altLang="en-US" sz="2800" dirty="0">
                <a:latin typeface="Times New Roman" panose="02020603050405020304" pitchFamily="18" charset="0"/>
                <a:cs typeface="Times New Roman" panose="02020603050405020304" pitchFamily="18" charset="0"/>
              </a:rPr>
              <a:t>    def </a:t>
            </a:r>
            <a:r>
              <a:rPr lang="en-US" altLang="en-US" sz="2800" dirty="0" err="1">
                <a:latin typeface="Times New Roman" panose="02020603050405020304" pitchFamily="18" charset="0"/>
                <a:cs typeface="Times New Roman" panose="02020603050405020304" pitchFamily="18" charset="0"/>
              </a:rPr>
              <a:t>show_model</a:t>
            </a:r>
            <a:r>
              <a:rPr lang="en-US" altLang="en-US" sz="2800" dirty="0">
                <a:latin typeface="Times New Roman" panose="02020603050405020304" pitchFamily="18" charset="0"/>
                <a:cs typeface="Times New Roman" panose="02020603050405020304" pitchFamily="18" charset="0"/>
              </a:rPr>
              <a:t>()</a:t>
            </a:r>
            <a:r>
              <a:rPr lang="en-US" altLang="en-US" sz="2800" b="1" dirty="0">
                <a:latin typeface="Times New Roman" panose="02020603050405020304" pitchFamily="18" charset="0"/>
                <a:cs typeface="Times New Roman" panose="02020603050405020304" pitchFamily="18" charset="0"/>
              </a:rPr>
              <a:t>:</a:t>
            </a:r>
          </a:p>
          <a:p>
            <a:pPr marL="0" indent="0">
              <a:buFont typeface="Arial" panose="020B0604020202020204" pitchFamily="34" charset="0"/>
              <a:buNone/>
            </a:pPr>
            <a:r>
              <a:rPr lang="en-US" altLang="en-US" sz="2800" dirty="0">
                <a:latin typeface="Times New Roman" panose="02020603050405020304" pitchFamily="18" charset="0"/>
                <a:cs typeface="Times New Roman" panose="02020603050405020304" pitchFamily="18" charset="0"/>
              </a:rPr>
              <a:t>            print(</a:t>
            </a:r>
            <a:r>
              <a:rPr lang="en-US" altLang="en-US" sz="2800" dirty="0" err="1">
                <a:latin typeface="Times New Roman" panose="02020603050405020304" pitchFamily="18" charset="0"/>
                <a:cs typeface="Times New Roman" panose="02020603050405020304" pitchFamily="18" charset="0"/>
              </a:rPr>
              <a:t>Mobile.fp</a:t>
            </a:r>
            <a:r>
              <a:rPr lang="en-US" altLang="en-US" sz="2800" dirty="0">
                <a:latin typeface="Times New Roman" panose="02020603050405020304" pitchFamily="18" charset="0"/>
                <a:cs typeface="Times New Roman" panose="02020603050405020304" pitchFamily="18" charset="0"/>
              </a:rPr>
              <a:t>)</a:t>
            </a:r>
          </a:p>
          <a:p>
            <a:pPr marL="0" indent="0">
              <a:buFont typeface="Arial" panose="020B0604020202020204" pitchFamily="34" charset="0"/>
              <a:buNone/>
            </a:pPr>
            <a:endParaRPr lang="en-US" altLang="en-US" sz="280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en-US" sz="2800" dirty="0" err="1">
                <a:latin typeface="Times New Roman" panose="02020603050405020304" pitchFamily="18" charset="0"/>
                <a:cs typeface="Times New Roman" panose="02020603050405020304" pitchFamily="18" charset="0"/>
              </a:rPr>
              <a:t>realme</a:t>
            </a:r>
            <a:r>
              <a:rPr lang="en-US" altLang="en-US" sz="2800" dirty="0">
                <a:latin typeface="Times New Roman" panose="02020603050405020304" pitchFamily="18" charset="0"/>
                <a:cs typeface="Times New Roman" panose="02020603050405020304" pitchFamily="18" charset="0"/>
              </a:rPr>
              <a:t> = Mobile( )</a:t>
            </a:r>
            <a:endParaRPr lang="en-IN" altLang="en-US" sz="28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1B415B1E-A4A9-47BB-9294-8A336332F8A7}"/>
              </a:ext>
            </a:extLst>
          </p:cNvPr>
          <p:cNvSpPr txBox="1"/>
          <p:nvPr/>
        </p:nvSpPr>
        <p:spPr>
          <a:xfrm>
            <a:off x="10438532" y="3511550"/>
            <a:ext cx="1506537" cy="368300"/>
          </a:xfrm>
          <a:prstGeom prst="rect">
            <a:avLst/>
          </a:prstGeom>
        </p:spPr>
        <p:style>
          <a:lnRef idx="2">
            <a:schemeClr val="accent1"/>
          </a:lnRef>
          <a:fillRef idx="1">
            <a:schemeClr val="lt1"/>
          </a:fillRef>
          <a:effectRef idx="0">
            <a:schemeClr val="accent1"/>
          </a:effectRef>
          <a:fontRef idx="minor">
            <a:schemeClr val="dk1"/>
          </a:fontRef>
        </p:style>
        <p:txBody>
          <a:bodyPr wrap="none">
            <a:spAutoFit/>
          </a:bodyPr>
          <a:lstStyle/>
          <a:p>
            <a:pPr>
              <a:defRPr/>
            </a:pPr>
            <a:r>
              <a:rPr lang="en-US" dirty="0"/>
              <a:t>Static Method</a:t>
            </a:r>
            <a:endParaRPr lang="en-IN" dirty="0"/>
          </a:p>
        </p:txBody>
      </p:sp>
      <p:cxnSp>
        <p:nvCxnSpPr>
          <p:cNvPr id="6" name="Straight Arrow Connector 5">
            <a:extLst>
              <a:ext uri="{FF2B5EF4-FFF2-40B4-BE49-F238E27FC236}">
                <a16:creationId xmlns:a16="http://schemas.microsoft.com/office/drawing/2014/main" id="{2132A6D8-B9F2-4EA2-B920-DFC54EF66DBF}"/>
              </a:ext>
            </a:extLst>
          </p:cNvPr>
          <p:cNvCxnSpPr/>
          <p:nvPr/>
        </p:nvCxnSpPr>
        <p:spPr>
          <a:xfrm flipH="1">
            <a:off x="9987951" y="3695700"/>
            <a:ext cx="457200"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8" name="Content Placeholder 2">
            <a:extLst>
              <a:ext uri="{FF2B5EF4-FFF2-40B4-BE49-F238E27FC236}">
                <a16:creationId xmlns:a16="http://schemas.microsoft.com/office/drawing/2014/main" id="{803ABC6B-DC43-4566-BB45-1C7303F9146F}"/>
              </a:ext>
            </a:extLst>
          </p:cNvPr>
          <p:cNvSpPr txBox="1">
            <a:spLocks/>
          </p:cNvSpPr>
          <p:nvPr/>
        </p:nvSpPr>
        <p:spPr bwMode="auto">
          <a:xfrm>
            <a:off x="1443487" y="1828800"/>
            <a:ext cx="4119113" cy="373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buFont typeface="Arial" panose="020B0604020202020204" pitchFamily="34" charset="0"/>
              <a:buNone/>
            </a:pPr>
            <a:r>
              <a:rPr lang="en-US" altLang="en-US" sz="2800" dirty="0">
                <a:latin typeface="Times New Roman" panose="02020603050405020304" pitchFamily="18" charset="0"/>
                <a:cs typeface="Times New Roman" panose="02020603050405020304" pitchFamily="18" charset="0"/>
              </a:rPr>
              <a:t>class Mobile</a:t>
            </a:r>
            <a:r>
              <a:rPr lang="en-US" altLang="en-US" sz="2800" b="1" dirty="0">
                <a:latin typeface="Times New Roman" panose="02020603050405020304" pitchFamily="18" charset="0"/>
                <a:cs typeface="Times New Roman" panose="02020603050405020304" pitchFamily="18" charset="0"/>
              </a:rPr>
              <a:t>:</a:t>
            </a:r>
          </a:p>
          <a:p>
            <a:pPr eaLnBrk="1" hangingPunct="1">
              <a:buFont typeface="Arial" panose="020B0604020202020204" pitchFamily="34" charset="0"/>
              <a:buNone/>
            </a:pPr>
            <a:r>
              <a:rPr lang="en-US" altLang="en-US" sz="2800" dirty="0">
                <a:latin typeface="Times New Roman" panose="02020603050405020304" pitchFamily="18" charset="0"/>
                <a:cs typeface="Times New Roman" panose="02020603050405020304" pitchFamily="18" charset="0"/>
              </a:rPr>
              <a:t>    @staticmethod</a:t>
            </a:r>
          </a:p>
          <a:p>
            <a:pPr eaLnBrk="1" hangingPunct="1">
              <a:buFont typeface="Arial" panose="020B0604020202020204" pitchFamily="34" charset="0"/>
              <a:buNone/>
            </a:pPr>
            <a:r>
              <a:rPr lang="en-US" altLang="en-US" sz="2800" dirty="0">
                <a:latin typeface="Times New Roman" panose="02020603050405020304" pitchFamily="18" charset="0"/>
                <a:cs typeface="Times New Roman" panose="02020603050405020304" pitchFamily="18" charset="0"/>
              </a:rPr>
              <a:t>    def </a:t>
            </a:r>
            <a:r>
              <a:rPr lang="en-US" altLang="en-US" sz="2800" dirty="0" err="1">
                <a:latin typeface="Times New Roman" panose="02020603050405020304" pitchFamily="18" charset="0"/>
                <a:cs typeface="Times New Roman" panose="02020603050405020304" pitchFamily="18" charset="0"/>
              </a:rPr>
              <a:t>show_model</a:t>
            </a:r>
            <a:r>
              <a:rPr lang="en-US" altLang="en-US" sz="2800" dirty="0">
                <a:latin typeface="Times New Roman" panose="02020603050405020304" pitchFamily="18" charset="0"/>
                <a:cs typeface="Times New Roman" panose="02020603050405020304" pitchFamily="18" charset="0"/>
              </a:rPr>
              <a:t>()</a:t>
            </a:r>
            <a:r>
              <a:rPr lang="en-US" altLang="en-US" sz="2800" b="1" dirty="0">
                <a:latin typeface="Times New Roman" panose="02020603050405020304" pitchFamily="18" charset="0"/>
                <a:cs typeface="Times New Roman" panose="02020603050405020304" pitchFamily="18" charset="0"/>
              </a:rPr>
              <a:t>:</a:t>
            </a:r>
          </a:p>
          <a:p>
            <a:pPr eaLnBrk="1" hangingPunct="1">
              <a:buFont typeface="Arial" panose="020B0604020202020204" pitchFamily="34" charset="0"/>
              <a:buNone/>
            </a:pPr>
            <a:r>
              <a:rPr lang="en-US" altLang="en-US" sz="2800" dirty="0">
                <a:latin typeface="Times New Roman" panose="02020603050405020304" pitchFamily="18" charset="0"/>
                <a:cs typeface="Times New Roman" panose="02020603050405020304" pitchFamily="18" charset="0"/>
              </a:rPr>
              <a:t>            print(“RealMe X”)</a:t>
            </a:r>
          </a:p>
          <a:p>
            <a:pPr eaLnBrk="1" hangingPunct="1">
              <a:buFont typeface="Arial" panose="020B0604020202020204" pitchFamily="34" charset="0"/>
              <a:buNone/>
            </a:pPr>
            <a:endParaRPr lang="en-US" altLang="en-US" sz="2800">
              <a:latin typeface="Times New Roman" panose="02020603050405020304" pitchFamily="18" charset="0"/>
              <a:cs typeface="Times New Roman" panose="02020603050405020304" pitchFamily="18" charset="0"/>
            </a:endParaRPr>
          </a:p>
          <a:p>
            <a:pPr eaLnBrk="1" hangingPunct="1">
              <a:buFont typeface="Arial" panose="020B0604020202020204" pitchFamily="34" charset="0"/>
              <a:buNone/>
            </a:pPr>
            <a:r>
              <a:rPr lang="en-US" altLang="en-US" sz="2800" dirty="0" err="1">
                <a:latin typeface="Times New Roman" panose="02020603050405020304" pitchFamily="18" charset="0"/>
                <a:cs typeface="Times New Roman" panose="02020603050405020304" pitchFamily="18" charset="0"/>
              </a:rPr>
              <a:t>realme</a:t>
            </a:r>
            <a:r>
              <a:rPr lang="en-US" altLang="en-US" sz="2800" dirty="0">
                <a:latin typeface="Times New Roman" panose="02020603050405020304" pitchFamily="18" charset="0"/>
                <a:cs typeface="Times New Roman" panose="02020603050405020304" pitchFamily="18" charset="0"/>
              </a:rPr>
              <a:t> = Mobile( )</a:t>
            </a:r>
            <a:endParaRPr lang="en-IN" altLang="en-US" sz="28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9B388295-E3F2-4C24-BE6B-AA525CE21D0B}"/>
              </a:ext>
            </a:extLst>
          </p:cNvPr>
          <p:cNvSpPr txBox="1"/>
          <p:nvPr/>
        </p:nvSpPr>
        <p:spPr>
          <a:xfrm>
            <a:off x="5388933" y="2796007"/>
            <a:ext cx="1597025" cy="369887"/>
          </a:xfrm>
          <a:prstGeom prst="rect">
            <a:avLst/>
          </a:prstGeom>
        </p:spPr>
        <p:style>
          <a:lnRef idx="2">
            <a:schemeClr val="accent1"/>
          </a:lnRef>
          <a:fillRef idx="1">
            <a:schemeClr val="lt1"/>
          </a:fillRef>
          <a:effectRef idx="0">
            <a:schemeClr val="accent1"/>
          </a:effectRef>
          <a:fontRef idx="minor">
            <a:schemeClr val="dk1"/>
          </a:fontRef>
        </p:style>
        <p:txBody>
          <a:bodyPr>
            <a:spAutoFit/>
          </a:bodyPr>
          <a:lstStyle/>
          <a:p>
            <a:pPr>
              <a:defRPr/>
            </a:pPr>
            <a:r>
              <a:rPr lang="en-US" dirty="0"/>
              <a:t>Static Method</a:t>
            </a:r>
            <a:endParaRPr lang="en-IN" dirty="0"/>
          </a:p>
        </p:txBody>
      </p:sp>
      <p:cxnSp>
        <p:nvCxnSpPr>
          <p:cNvPr id="10" name="Straight Arrow Connector 9">
            <a:extLst>
              <a:ext uri="{FF2B5EF4-FFF2-40B4-BE49-F238E27FC236}">
                <a16:creationId xmlns:a16="http://schemas.microsoft.com/office/drawing/2014/main" id="{0FA314E7-0584-4327-8F9F-DE10A0753722}"/>
              </a:ext>
            </a:extLst>
          </p:cNvPr>
          <p:cNvCxnSpPr/>
          <p:nvPr/>
        </p:nvCxnSpPr>
        <p:spPr>
          <a:xfrm flipH="1">
            <a:off x="4894143" y="3001064"/>
            <a:ext cx="469900" cy="106362"/>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5A1EA97E-CA49-45AE-920E-DDEF8691E23F}"/>
              </a:ext>
            </a:extLst>
          </p:cNvPr>
          <p:cNvSpPr txBox="1"/>
          <p:nvPr/>
        </p:nvSpPr>
        <p:spPr>
          <a:xfrm>
            <a:off x="5489575" y="2135517"/>
            <a:ext cx="1120775" cy="369888"/>
          </a:xfrm>
          <a:prstGeom prst="rect">
            <a:avLst/>
          </a:prstGeom>
        </p:spPr>
        <p:style>
          <a:lnRef idx="2">
            <a:schemeClr val="accent1"/>
          </a:lnRef>
          <a:fillRef idx="1">
            <a:schemeClr val="lt1"/>
          </a:fillRef>
          <a:effectRef idx="0">
            <a:schemeClr val="accent1"/>
          </a:effectRef>
          <a:fontRef idx="minor">
            <a:schemeClr val="dk1"/>
          </a:fontRef>
        </p:style>
        <p:txBody>
          <a:bodyPr wrap="none">
            <a:spAutoFit/>
          </a:bodyPr>
          <a:lstStyle/>
          <a:p>
            <a:pPr>
              <a:defRPr/>
            </a:pPr>
            <a:r>
              <a:rPr lang="en-US" dirty="0"/>
              <a:t>Decorator</a:t>
            </a:r>
            <a:endParaRPr lang="en-IN" dirty="0"/>
          </a:p>
        </p:txBody>
      </p:sp>
      <p:cxnSp>
        <p:nvCxnSpPr>
          <p:cNvPr id="14" name="Straight Arrow Connector 13">
            <a:extLst>
              <a:ext uri="{FF2B5EF4-FFF2-40B4-BE49-F238E27FC236}">
                <a16:creationId xmlns:a16="http://schemas.microsoft.com/office/drawing/2014/main" id="{9E376C30-94FF-4F86-BDAD-05702793F91B}"/>
              </a:ext>
            </a:extLst>
          </p:cNvPr>
          <p:cNvCxnSpPr/>
          <p:nvPr/>
        </p:nvCxnSpPr>
        <p:spPr>
          <a:xfrm flipH="1">
            <a:off x="4786582" y="2383617"/>
            <a:ext cx="685800" cy="153987"/>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5" name="Date Placeholder 4">
            <a:extLst>
              <a:ext uri="{FF2B5EF4-FFF2-40B4-BE49-F238E27FC236}">
                <a16:creationId xmlns:a16="http://schemas.microsoft.com/office/drawing/2014/main" id="{52390934-B214-4EA6-965A-E10D32277BDC}"/>
              </a:ext>
            </a:extLst>
          </p:cNvPr>
          <p:cNvSpPr>
            <a:spLocks noGrp="1"/>
          </p:cNvSpPr>
          <p:nvPr>
            <p:ph type="dt" sz="quarter" idx="10"/>
          </p:nvPr>
        </p:nvSpPr>
        <p:spPr/>
        <p:txBody>
          <a:bodyPr/>
          <a:lstStyle/>
          <a:p>
            <a:pPr>
              <a:defRPr/>
            </a:pPr>
            <a:fld id="{90379C04-AF9F-4AE5-911A-C1360B608090}" type="datetime1">
              <a:rPr lang="en-US" smtClean="0"/>
              <a:pPr>
                <a:defRPr/>
              </a:pPr>
              <a:t>5/17/2022</a:t>
            </a:fld>
            <a:endParaRPr lang="en-US"/>
          </a:p>
        </p:txBody>
      </p:sp>
      <p:sp>
        <p:nvSpPr>
          <p:cNvPr id="7" name="Footer Placeholder 6">
            <a:extLst>
              <a:ext uri="{FF2B5EF4-FFF2-40B4-BE49-F238E27FC236}">
                <a16:creationId xmlns:a16="http://schemas.microsoft.com/office/drawing/2014/main" id="{0460B7FA-5483-4CFE-BE0F-1525865B62C1}"/>
              </a:ext>
            </a:extLst>
          </p:cNvPr>
          <p:cNvSpPr>
            <a:spLocks noGrp="1"/>
          </p:cNvSpPr>
          <p:nvPr>
            <p:ph type="ftr" sz="quarter" idx="11"/>
          </p:nvPr>
        </p:nvSpPr>
        <p:spPr>
          <a:xfrm>
            <a:off x="2819400" y="6356350"/>
            <a:ext cx="7010400" cy="365125"/>
          </a:xfrm>
        </p:spPr>
        <p:txBody>
          <a:bodyPr/>
          <a:lstStyle/>
          <a:p>
            <a:pPr>
              <a:defRPr/>
            </a:pPr>
            <a:r>
              <a:rPr lang="en-US" dirty="0"/>
              <a:t>(Programming in Advanced Python)                                 Unit No:2</a:t>
            </a:r>
          </a:p>
        </p:txBody>
      </p:sp>
      <p:sp>
        <p:nvSpPr>
          <p:cNvPr id="74764" name="Slide Number Placeholder 10">
            <a:extLst>
              <a:ext uri="{FF2B5EF4-FFF2-40B4-BE49-F238E27FC236}">
                <a16:creationId xmlns:a16="http://schemas.microsoft.com/office/drawing/2014/main" id="{9FBEA179-10FD-47EE-B8B4-D0A3BF90203B}"/>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1FDD5B2F-A73E-4A90-8A19-AA00A29C533A}" type="slidenum">
              <a:rPr lang="en-US" altLang="en-US" sz="1200" dirty="0">
                <a:solidFill>
                  <a:srgbClr val="898989"/>
                </a:solidFill>
              </a:rPr>
              <a:pPr>
                <a:spcBef>
                  <a:spcPct val="0"/>
                </a:spcBef>
                <a:buFontTx/>
                <a:buNone/>
              </a:pPr>
              <a:t>113</a:t>
            </a:fld>
            <a:endParaRPr lang="en-US" altLang="en-US" sz="1200" dirty="0">
              <a:solidFill>
                <a:srgbClr val="898989"/>
              </a:solidFill>
            </a:endParaRPr>
          </a:p>
        </p:txBody>
      </p:sp>
      <p:sp>
        <p:nvSpPr>
          <p:cNvPr id="16" name="Title 1">
            <a:extLst>
              <a:ext uri="{FF2B5EF4-FFF2-40B4-BE49-F238E27FC236}">
                <a16:creationId xmlns:a16="http://schemas.microsoft.com/office/drawing/2014/main" id="{5239FB0D-A7C6-4302-9B68-0CE8957F3CBC}"/>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US" sz="3200" b="1" dirty="0">
                <a:latin typeface="Times New Roman" panose="02020603050405020304" pitchFamily="18" charset="0"/>
                <a:cs typeface="Times New Roman" pitchFamily="18" charset="0"/>
              </a:rPr>
              <a:t>Static Method without Parameter(CO2)</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fade">
                                      <p:cBhvr>
                                        <p:cTn id="12" dur="500"/>
                                        <p:tgtEl>
                                          <p:spTgt spid="8">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animEffect transition="in" filter="fade">
                                      <p:cBhvr>
                                        <p:cTn id="17" dur="500"/>
                                        <p:tgtEl>
                                          <p:spTgt spid="8">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8">
                                            <p:txEl>
                                              <p:pRg st="3" end="3"/>
                                            </p:txEl>
                                          </p:spTgt>
                                        </p:tgtEl>
                                        <p:attrNameLst>
                                          <p:attrName>style.visibility</p:attrName>
                                        </p:attrNameLst>
                                      </p:cBhvr>
                                      <p:to>
                                        <p:strVal val="visible"/>
                                      </p:to>
                                    </p:set>
                                    <p:animEffect transition="in" filter="fade">
                                      <p:cBhvr>
                                        <p:cTn id="22" dur="500"/>
                                        <p:tgtEl>
                                          <p:spTgt spid="8">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8">
                                            <p:txEl>
                                              <p:pRg st="5" end="5"/>
                                            </p:txEl>
                                          </p:spTgt>
                                        </p:tgtEl>
                                        <p:attrNameLst>
                                          <p:attrName>style.visibility</p:attrName>
                                        </p:attrNameLst>
                                      </p:cBhvr>
                                      <p:to>
                                        <p:strVal val="visible"/>
                                      </p:to>
                                    </p:set>
                                    <p:animEffect transition="in" filter="fade">
                                      <p:cBhvr>
                                        <p:cTn id="27" dur="500"/>
                                        <p:tgtEl>
                                          <p:spTgt spid="8">
                                            <p:txEl>
                                              <p:pRg st="5" end="5"/>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0" presetClass="entr" presetSubtype="0" fill="hold"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500"/>
                                        <p:tgtEl>
                                          <p:spTgt spid="14"/>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10" presetClass="entr" presetSubtype="0" fill="hold" nodeType="clickEffect">
                                  <p:stCondLst>
                                    <p:cond delay="0"/>
                                  </p:stCondLst>
                                  <p:childTnLst>
                                    <p:set>
                                      <p:cBhvr>
                                        <p:cTn id="39" dur="1" fill="hold">
                                          <p:stCondLst>
                                            <p:cond delay="0"/>
                                          </p:stCondLst>
                                        </p:cTn>
                                        <p:tgtEl>
                                          <p:spTgt spid="10"/>
                                        </p:tgtEl>
                                        <p:attrNameLst>
                                          <p:attrName>style.visibility</p:attrName>
                                        </p:attrNameLst>
                                      </p:cBhvr>
                                      <p:to>
                                        <p:strVal val="visible"/>
                                      </p:to>
                                    </p:set>
                                    <p:animEffect transition="in" filter="fade">
                                      <p:cBhvr>
                                        <p:cTn id="40" dur="500"/>
                                        <p:tgtEl>
                                          <p:spTgt spid="10"/>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9"/>
                                        </p:tgtEl>
                                        <p:attrNameLst>
                                          <p:attrName>style.visibility</p:attrName>
                                        </p:attrNameLst>
                                      </p:cBhvr>
                                      <p:to>
                                        <p:strVal val="visible"/>
                                      </p:to>
                                    </p:set>
                                    <p:animEffect transition="in" filter="fade">
                                      <p:cBhvr>
                                        <p:cTn id="43" dur="500"/>
                                        <p:tgtEl>
                                          <p:spTgt spid="9"/>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3">
                                            <p:txEl>
                                              <p:pRg st="0" end="0"/>
                                            </p:txEl>
                                          </p:spTgt>
                                        </p:tgtEl>
                                        <p:attrNameLst>
                                          <p:attrName>style.visibility</p:attrName>
                                        </p:attrNameLst>
                                      </p:cBhvr>
                                      <p:to>
                                        <p:strVal val="visible"/>
                                      </p:to>
                                    </p:set>
                                    <p:animEffect transition="in" filter="fade">
                                      <p:cBhvr>
                                        <p:cTn id="48" dur="500"/>
                                        <p:tgtEl>
                                          <p:spTgt spid="3">
                                            <p:txEl>
                                              <p:pRg st="0" end="0"/>
                                            </p:txEl>
                                          </p:spTgt>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3">
                                            <p:txEl>
                                              <p:pRg st="1" end="1"/>
                                            </p:txEl>
                                          </p:spTgt>
                                        </p:tgtEl>
                                        <p:attrNameLst>
                                          <p:attrName>style.visibility</p:attrName>
                                        </p:attrNameLst>
                                      </p:cBhvr>
                                      <p:to>
                                        <p:strVal val="visible"/>
                                      </p:to>
                                    </p:set>
                                    <p:animEffect transition="in" filter="fade">
                                      <p:cBhvr>
                                        <p:cTn id="53" dur="500"/>
                                        <p:tgtEl>
                                          <p:spTgt spid="3">
                                            <p:txEl>
                                              <p:pRg st="1" end="1"/>
                                            </p:txEl>
                                          </p:spTgt>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3">
                                            <p:txEl>
                                              <p:pRg st="2" end="2"/>
                                            </p:txEl>
                                          </p:spTgt>
                                        </p:tgtEl>
                                        <p:attrNameLst>
                                          <p:attrName>style.visibility</p:attrName>
                                        </p:attrNameLst>
                                      </p:cBhvr>
                                      <p:to>
                                        <p:strVal val="visible"/>
                                      </p:to>
                                    </p:set>
                                    <p:animEffect transition="in" filter="fade">
                                      <p:cBhvr>
                                        <p:cTn id="58" dur="500"/>
                                        <p:tgtEl>
                                          <p:spTgt spid="3">
                                            <p:txEl>
                                              <p:pRg st="2" end="2"/>
                                            </p:txEl>
                                          </p:spTgt>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3">
                                            <p:txEl>
                                              <p:pRg st="3" end="3"/>
                                            </p:txEl>
                                          </p:spTgt>
                                        </p:tgtEl>
                                        <p:attrNameLst>
                                          <p:attrName>style.visibility</p:attrName>
                                        </p:attrNameLst>
                                      </p:cBhvr>
                                      <p:to>
                                        <p:strVal val="visible"/>
                                      </p:to>
                                    </p:set>
                                    <p:animEffect transition="in" filter="fade">
                                      <p:cBhvr>
                                        <p:cTn id="63" dur="500"/>
                                        <p:tgtEl>
                                          <p:spTgt spid="3">
                                            <p:txEl>
                                              <p:pRg st="3" end="3"/>
                                            </p:txEl>
                                          </p:spTgt>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10" presetClass="entr" presetSubtype="0" fill="hold" grpId="0" nodeType="clickEffect">
                                  <p:stCondLst>
                                    <p:cond delay="0"/>
                                  </p:stCondLst>
                                  <p:childTnLst>
                                    <p:set>
                                      <p:cBhvr>
                                        <p:cTn id="67" dur="1" fill="hold">
                                          <p:stCondLst>
                                            <p:cond delay="0"/>
                                          </p:stCondLst>
                                        </p:cTn>
                                        <p:tgtEl>
                                          <p:spTgt spid="3">
                                            <p:txEl>
                                              <p:pRg st="4" end="4"/>
                                            </p:txEl>
                                          </p:spTgt>
                                        </p:tgtEl>
                                        <p:attrNameLst>
                                          <p:attrName>style.visibility</p:attrName>
                                        </p:attrNameLst>
                                      </p:cBhvr>
                                      <p:to>
                                        <p:strVal val="visible"/>
                                      </p:to>
                                    </p:set>
                                    <p:animEffect transition="in" filter="fade">
                                      <p:cBhvr>
                                        <p:cTn id="68" dur="500"/>
                                        <p:tgtEl>
                                          <p:spTgt spid="3">
                                            <p:txEl>
                                              <p:pRg st="4" end="4"/>
                                            </p:txEl>
                                          </p:spTgt>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3">
                                            <p:txEl>
                                              <p:pRg st="6" end="6"/>
                                            </p:txEl>
                                          </p:spTgt>
                                        </p:tgtEl>
                                        <p:attrNameLst>
                                          <p:attrName>style.visibility</p:attrName>
                                        </p:attrNameLst>
                                      </p:cBhvr>
                                      <p:to>
                                        <p:strVal val="visible"/>
                                      </p:to>
                                    </p:set>
                                    <p:animEffect transition="in" filter="fade">
                                      <p:cBhvr>
                                        <p:cTn id="73" dur="500"/>
                                        <p:tgtEl>
                                          <p:spTgt spid="3">
                                            <p:txEl>
                                              <p:pRg st="6" end="6"/>
                                            </p:txEl>
                                          </p:spTgt>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10" presetClass="entr" presetSubtype="0" fill="hold" nodeType="clickEffect">
                                  <p:stCondLst>
                                    <p:cond delay="0"/>
                                  </p:stCondLst>
                                  <p:childTnLst>
                                    <p:set>
                                      <p:cBhvr>
                                        <p:cTn id="77" dur="1" fill="hold">
                                          <p:stCondLst>
                                            <p:cond delay="0"/>
                                          </p:stCondLst>
                                        </p:cTn>
                                        <p:tgtEl>
                                          <p:spTgt spid="6"/>
                                        </p:tgtEl>
                                        <p:attrNameLst>
                                          <p:attrName>style.visibility</p:attrName>
                                        </p:attrNameLst>
                                      </p:cBhvr>
                                      <p:to>
                                        <p:strVal val="visible"/>
                                      </p:to>
                                    </p:set>
                                    <p:animEffect transition="in" filter="fade">
                                      <p:cBhvr>
                                        <p:cTn id="78" dur="500"/>
                                        <p:tgtEl>
                                          <p:spTgt spid="6"/>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4"/>
                                        </p:tgtEl>
                                        <p:attrNameLst>
                                          <p:attrName>style.visibility</p:attrName>
                                        </p:attrNameLst>
                                      </p:cBhvr>
                                      <p:to>
                                        <p:strVal val="visible"/>
                                      </p:to>
                                    </p:set>
                                    <p:animEffect transition="in" filter="fade">
                                      <p:cBhvr>
                                        <p:cTn id="8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P spid="8" grpId="0" build="p"/>
      <p:bldP spid="9" grpId="0" animBg="1"/>
      <p:bldP spid="13" grpId="0" animBg="1"/>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AF6EAD5-2850-4A88-A70E-AFBD21705973}"/>
              </a:ext>
            </a:extLst>
          </p:cNvPr>
          <p:cNvSpPr>
            <a:spLocks noGrp="1"/>
          </p:cNvSpPr>
          <p:nvPr>
            <p:ph idx="1"/>
          </p:nvPr>
        </p:nvSpPr>
        <p:spPr>
          <a:xfrm>
            <a:off x="1981200" y="1143000"/>
            <a:ext cx="9296400" cy="4953000"/>
          </a:xfrm>
        </p:spPr>
        <p:txBody>
          <a:bodyPr/>
          <a:lstStyle/>
          <a:p>
            <a:pPr marL="0" indent="0">
              <a:buFont typeface="Arial" panose="020B0604020202020204" pitchFamily="34" charset="0"/>
              <a:buNone/>
            </a:pPr>
            <a:r>
              <a:rPr lang="en-US" altLang="en-US" sz="2800" dirty="0">
                <a:latin typeface="Times New Roman" panose="02020603050405020304" pitchFamily="18" charset="0"/>
                <a:cs typeface="Times New Roman" panose="02020603050405020304" pitchFamily="18" charset="0"/>
              </a:rPr>
              <a:t>Syntax:- </a:t>
            </a:r>
            <a:r>
              <a:rPr lang="en-US" altLang="en-US" sz="2800" dirty="0" err="1">
                <a:latin typeface="Times New Roman" panose="02020603050405020304" pitchFamily="18" charset="0"/>
                <a:cs typeface="Times New Roman" panose="02020603050405020304" pitchFamily="18" charset="0"/>
              </a:rPr>
              <a:t>Classname.method_name</a:t>
            </a:r>
            <a:r>
              <a:rPr lang="en-US" altLang="en-US" sz="2800" dirty="0">
                <a:latin typeface="Times New Roman" panose="02020603050405020304" pitchFamily="18" charset="0"/>
                <a:cs typeface="Times New Roman" panose="02020603050405020304" pitchFamily="18" charset="0"/>
              </a:rPr>
              <a:t>()</a:t>
            </a:r>
          </a:p>
          <a:p>
            <a:pPr marL="0" indent="0">
              <a:buFont typeface="Arial" panose="020B0604020202020204" pitchFamily="34" charset="0"/>
              <a:buNone/>
            </a:pPr>
            <a:endParaRPr lang="en-US" altLang="en-US" sz="280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en-US" sz="2800" dirty="0">
                <a:latin typeface="Times New Roman" panose="02020603050405020304" pitchFamily="18" charset="0"/>
                <a:cs typeface="Times New Roman" panose="02020603050405020304" pitchFamily="18" charset="0"/>
              </a:rPr>
              <a:t>class Mobile</a:t>
            </a:r>
            <a:r>
              <a:rPr lang="en-US" altLang="en-US" sz="2800" b="1" dirty="0">
                <a:latin typeface="Times New Roman" panose="02020603050405020304" pitchFamily="18" charset="0"/>
                <a:cs typeface="Times New Roman" panose="02020603050405020304" pitchFamily="18" charset="0"/>
              </a:rPr>
              <a:t>:</a:t>
            </a:r>
          </a:p>
          <a:p>
            <a:pPr marL="0" indent="0">
              <a:buFont typeface="Arial" panose="020B0604020202020204" pitchFamily="34" charset="0"/>
              <a:buNone/>
            </a:pPr>
            <a:r>
              <a:rPr lang="en-US" altLang="en-US" sz="2800" dirty="0">
                <a:latin typeface="Times New Roman" panose="02020603050405020304" pitchFamily="18" charset="0"/>
                <a:cs typeface="Times New Roman" panose="02020603050405020304" pitchFamily="18" charset="0"/>
              </a:rPr>
              <a:t>    @staticmethod</a:t>
            </a:r>
          </a:p>
          <a:p>
            <a:pPr marL="0" indent="0">
              <a:buFont typeface="Arial" panose="020B0604020202020204" pitchFamily="34" charset="0"/>
              <a:buNone/>
            </a:pPr>
            <a:r>
              <a:rPr lang="en-US" altLang="en-US" sz="2800" dirty="0">
                <a:latin typeface="Times New Roman" panose="02020603050405020304" pitchFamily="18" charset="0"/>
                <a:cs typeface="Times New Roman" panose="02020603050405020304" pitchFamily="18" charset="0"/>
              </a:rPr>
              <a:t>    def </a:t>
            </a:r>
            <a:r>
              <a:rPr lang="en-US" altLang="en-US" sz="2800" dirty="0" err="1">
                <a:latin typeface="Times New Roman" panose="02020603050405020304" pitchFamily="18" charset="0"/>
                <a:cs typeface="Times New Roman" panose="02020603050405020304" pitchFamily="18" charset="0"/>
              </a:rPr>
              <a:t>show_model</a:t>
            </a:r>
            <a:r>
              <a:rPr lang="en-US" altLang="en-US" sz="2800" dirty="0">
                <a:latin typeface="Times New Roman" panose="02020603050405020304" pitchFamily="18" charset="0"/>
                <a:cs typeface="Times New Roman" panose="02020603050405020304" pitchFamily="18" charset="0"/>
              </a:rPr>
              <a:t>():</a:t>
            </a:r>
          </a:p>
          <a:p>
            <a:pPr marL="0" indent="0">
              <a:buFont typeface="Arial" panose="020B0604020202020204" pitchFamily="34" charset="0"/>
              <a:buNone/>
            </a:pPr>
            <a:r>
              <a:rPr lang="en-US" altLang="en-US" sz="2800" dirty="0">
                <a:latin typeface="Times New Roman" panose="02020603050405020304" pitchFamily="18" charset="0"/>
                <a:cs typeface="Times New Roman" panose="02020603050405020304" pitchFamily="18" charset="0"/>
              </a:rPr>
              <a:t>            print(“RealMe X”)</a:t>
            </a:r>
          </a:p>
          <a:p>
            <a:pPr marL="0" indent="0">
              <a:buFont typeface="Arial" panose="020B0604020202020204" pitchFamily="34" charset="0"/>
              <a:buNone/>
            </a:pPr>
            <a:endParaRPr lang="en-US" altLang="en-US" sz="280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en-US" sz="2800" dirty="0" err="1">
                <a:latin typeface="Times New Roman" panose="02020603050405020304" pitchFamily="18" charset="0"/>
                <a:cs typeface="Times New Roman" panose="02020603050405020304" pitchFamily="18" charset="0"/>
              </a:rPr>
              <a:t>realme</a:t>
            </a:r>
            <a:r>
              <a:rPr lang="en-US" altLang="en-US" sz="2800" dirty="0">
                <a:latin typeface="Times New Roman" panose="02020603050405020304" pitchFamily="18" charset="0"/>
                <a:cs typeface="Times New Roman" panose="02020603050405020304" pitchFamily="18" charset="0"/>
              </a:rPr>
              <a:t> = Mobile( )</a:t>
            </a:r>
          </a:p>
          <a:p>
            <a:pPr marL="0" indent="0">
              <a:buFont typeface="Arial" panose="020B0604020202020204" pitchFamily="34" charset="0"/>
              <a:buNone/>
            </a:pPr>
            <a:r>
              <a:rPr lang="en-US" altLang="en-US" sz="2800" dirty="0" err="1">
                <a:latin typeface="Times New Roman" panose="02020603050405020304" pitchFamily="18" charset="0"/>
                <a:cs typeface="Times New Roman" panose="02020603050405020304" pitchFamily="18" charset="0"/>
              </a:rPr>
              <a:t>Mobile.show_model</a:t>
            </a:r>
            <a:r>
              <a:rPr lang="en-US" altLang="en-US" sz="2800" dirty="0">
                <a:latin typeface="Times New Roman" panose="02020603050405020304" pitchFamily="18" charset="0"/>
                <a:cs typeface="Times New Roman" panose="02020603050405020304" pitchFamily="18" charset="0"/>
              </a:rPr>
              <a:t>()</a:t>
            </a:r>
            <a:endParaRPr lang="en-IN" altLang="en-US" sz="28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6A7970C6-6524-47A0-9853-784DAA5960AB}"/>
              </a:ext>
            </a:extLst>
          </p:cNvPr>
          <p:cNvSpPr txBox="1"/>
          <p:nvPr/>
        </p:nvSpPr>
        <p:spPr>
          <a:xfrm>
            <a:off x="6187327" y="5529532"/>
            <a:ext cx="3600450" cy="369888"/>
          </a:xfrm>
          <a:prstGeom prst="rect">
            <a:avLst/>
          </a:prstGeom>
        </p:spPr>
        <p:style>
          <a:lnRef idx="2">
            <a:schemeClr val="accent1"/>
          </a:lnRef>
          <a:fillRef idx="1">
            <a:schemeClr val="lt1"/>
          </a:fillRef>
          <a:effectRef idx="0">
            <a:schemeClr val="accent1"/>
          </a:effectRef>
          <a:fontRef idx="minor">
            <a:schemeClr val="dk1"/>
          </a:fontRef>
        </p:style>
        <p:txBody>
          <a:bodyPr wrap="none">
            <a:spAutoFit/>
          </a:bodyPr>
          <a:lstStyle/>
          <a:p>
            <a:pPr>
              <a:defRPr/>
            </a:pPr>
            <a:r>
              <a:rPr lang="en-US" dirty="0"/>
              <a:t>Calling Static Method w/o Argument</a:t>
            </a:r>
            <a:endParaRPr lang="en-IN" dirty="0"/>
          </a:p>
        </p:txBody>
      </p:sp>
      <p:cxnSp>
        <p:nvCxnSpPr>
          <p:cNvPr id="7" name="Straight Arrow Connector 6">
            <a:extLst>
              <a:ext uri="{FF2B5EF4-FFF2-40B4-BE49-F238E27FC236}">
                <a16:creationId xmlns:a16="http://schemas.microsoft.com/office/drawing/2014/main" id="{B14279D5-0B20-4BD0-8570-618A0A7C4B50}"/>
              </a:ext>
            </a:extLst>
          </p:cNvPr>
          <p:cNvCxnSpPr/>
          <p:nvPr/>
        </p:nvCxnSpPr>
        <p:spPr>
          <a:xfrm flipH="1" flipV="1">
            <a:off x="5722189" y="5677619"/>
            <a:ext cx="457200" cy="777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4" name="Date Placeholder 3">
            <a:extLst>
              <a:ext uri="{FF2B5EF4-FFF2-40B4-BE49-F238E27FC236}">
                <a16:creationId xmlns:a16="http://schemas.microsoft.com/office/drawing/2014/main" id="{8DA3FCB9-A866-4106-92ED-D47A51976691}"/>
              </a:ext>
            </a:extLst>
          </p:cNvPr>
          <p:cNvSpPr>
            <a:spLocks noGrp="1"/>
          </p:cNvSpPr>
          <p:nvPr>
            <p:ph type="dt" sz="quarter" idx="10"/>
          </p:nvPr>
        </p:nvSpPr>
        <p:spPr/>
        <p:txBody>
          <a:bodyPr/>
          <a:lstStyle/>
          <a:p>
            <a:pPr>
              <a:defRPr/>
            </a:pPr>
            <a:fld id="{E7C65528-1D8A-4E65-83AD-8EBB63C9E548}" type="datetime1">
              <a:rPr lang="en-US" smtClean="0"/>
              <a:pPr>
                <a:defRPr/>
              </a:pPr>
              <a:t>5/17/2022</a:t>
            </a:fld>
            <a:endParaRPr lang="en-US"/>
          </a:p>
        </p:txBody>
      </p:sp>
      <p:sp>
        <p:nvSpPr>
          <p:cNvPr id="5" name="Footer Placeholder 4">
            <a:extLst>
              <a:ext uri="{FF2B5EF4-FFF2-40B4-BE49-F238E27FC236}">
                <a16:creationId xmlns:a16="http://schemas.microsoft.com/office/drawing/2014/main" id="{81796BF8-43DD-4E96-9E8B-1D608B65AFAF}"/>
              </a:ext>
            </a:extLst>
          </p:cNvPr>
          <p:cNvSpPr>
            <a:spLocks noGrp="1"/>
          </p:cNvSpPr>
          <p:nvPr>
            <p:ph type="ftr" sz="quarter" idx="11"/>
          </p:nvPr>
        </p:nvSpPr>
        <p:spPr>
          <a:xfrm>
            <a:off x="2819400" y="6356350"/>
            <a:ext cx="7086600" cy="365125"/>
          </a:xfrm>
        </p:spPr>
        <p:txBody>
          <a:bodyPr/>
          <a:lstStyle/>
          <a:p>
            <a:pPr>
              <a:defRPr/>
            </a:pPr>
            <a:r>
              <a:rPr lang="en-US" dirty="0"/>
              <a:t>(Programming in Advanced Python)                                 Unit No:2</a:t>
            </a:r>
          </a:p>
        </p:txBody>
      </p:sp>
      <p:sp>
        <p:nvSpPr>
          <p:cNvPr id="75783" name="Slide Number Placeholder 7">
            <a:extLst>
              <a:ext uri="{FF2B5EF4-FFF2-40B4-BE49-F238E27FC236}">
                <a16:creationId xmlns:a16="http://schemas.microsoft.com/office/drawing/2014/main" id="{F5F17261-3D6B-407F-8AE4-D3BDA49AF243}"/>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4D70ED2A-47CF-4E31-A847-3B2FDE46ED2D}" type="slidenum">
              <a:rPr lang="en-US" altLang="en-US" sz="1200" dirty="0">
                <a:solidFill>
                  <a:srgbClr val="898989"/>
                </a:solidFill>
              </a:rPr>
              <a:pPr>
                <a:spcBef>
                  <a:spcPct val="0"/>
                </a:spcBef>
                <a:buFontTx/>
                <a:buNone/>
              </a:pPr>
              <a:t>114</a:t>
            </a:fld>
            <a:endParaRPr lang="en-US" altLang="en-US" sz="1200" dirty="0">
              <a:solidFill>
                <a:srgbClr val="898989"/>
              </a:solidFill>
            </a:endParaRPr>
          </a:p>
        </p:txBody>
      </p:sp>
      <p:sp>
        <p:nvSpPr>
          <p:cNvPr id="10" name="Title 1">
            <a:extLst>
              <a:ext uri="{FF2B5EF4-FFF2-40B4-BE49-F238E27FC236}">
                <a16:creationId xmlns:a16="http://schemas.microsoft.com/office/drawing/2014/main" id="{893AE832-00EB-4994-932D-061E56AFE6BB}"/>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US" sz="3200" b="1" dirty="0">
                <a:latin typeface="Times New Roman" panose="02020603050405020304" pitchFamily="18" charset="0"/>
                <a:cs typeface="Times New Roman" pitchFamily="18" charset="0"/>
              </a:rPr>
              <a:t>Calling Static Method without Argument(CO2)</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500"/>
                                        <p:tgtEl>
                                          <p:spTgt spid="3">
                                            <p:txEl>
                                              <p:pRg st="7" end="7"/>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Effect transition="in" filter="fade">
                                      <p:cBhvr>
                                        <p:cTn id="37" dur="500"/>
                                        <p:tgtEl>
                                          <p:spTgt spid="3">
                                            <p:txEl>
                                              <p:pRg st="8" end="8"/>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0" presetClass="entr" presetSubtype="0" fill="hold" nodeType="clickEffect">
                                  <p:stCondLst>
                                    <p:cond delay="0"/>
                                  </p:stCondLst>
                                  <p:childTnLst>
                                    <p:set>
                                      <p:cBhvr>
                                        <p:cTn id="41" dur="1" fill="hold">
                                          <p:stCondLst>
                                            <p:cond delay="0"/>
                                          </p:stCondLst>
                                        </p:cTn>
                                        <p:tgtEl>
                                          <p:spTgt spid="7"/>
                                        </p:tgtEl>
                                        <p:attrNameLst>
                                          <p:attrName>style.visibility</p:attrName>
                                        </p:attrNameLst>
                                      </p:cBhvr>
                                      <p:to>
                                        <p:strVal val="visible"/>
                                      </p:to>
                                    </p:set>
                                    <p:animEffect transition="in" filter="fade">
                                      <p:cBhvr>
                                        <p:cTn id="42" dur="500"/>
                                        <p:tgtEl>
                                          <p:spTgt spid="7"/>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6"/>
                                        </p:tgtEl>
                                        <p:attrNameLst>
                                          <p:attrName>style.visibility</p:attrName>
                                        </p:attrNameLst>
                                      </p:cBhvr>
                                      <p:to>
                                        <p:strVal val="visible"/>
                                      </p:to>
                                    </p:set>
                                    <p:animEffect transition="in" filter="fade">
                                      <p:cBhvr>
                                        <p:cTn id="4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animBg="1"/>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684880C-CDFB-4B40-B1DA-E253E28217ED}"/>
              </a:ext>
            </a:extLst>
          </p:cNvPr>
          <p:cNvSpPr>
            <a:spLocks noGrp="1"/>
          </p:cNvSpPr>
          <p:nvPr>
            <p:ph idx="1"/>
          </p:nvPr>
        </p:nvSpPr>
        <p:spPr>
          <a:xfrm>
            <a:off x="3048000" y="1752600"/>
            <a:ext cx="4724400" cy="3810000"/>
          </a:xfrm>
        </p:spPr>
        <p:txBody>
          <a:bodyPr/>
          <a:lstStyle/>
          <a:p>
            <a:pPr marL="0" indent="0">
              <a:buFont typeface="Arial" panose="020B0604020202020204" pitchFamily="34" charset="0"/>
              <a:buNone/>
            </a:pPr>
            <a:r>
              <a:rPr lang="en-US" altLang="en-US" sz="2800" dirty="0">
                <a:latin typeface="Times New Roman" panose="02020603050405020304" pitchFamily="18" charset="0"/>
                <a:cs typeface="Times New Roman" panose="02020603050405020304" pitchFamily="18" charset="0"/>
              </a:rPr>
              <a:t>class Mobile</a:t>
            </a:r>
            <a:r>
              <a:rPr lang="en-US" altLang="en-US" sz="2800" b="1" dirty="0">
                <a:latin typeface="Times New Roman" panose="02020603050405020304" pitchFamily="18" charset="0"/>
                <a:cs typeface="Times New Roman" panose="02020603050405020304" pitchFamily="18" charset="0"/>
              </a:rPr>
              <a:t>:</a:t>
            </a:r>
            <a:endParaRPr lang="en-US" altLang="en-US" sz="280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en-US" sz="2800" dirty="0">
                <a:latin typeface="Times New Roman" panose="02020603050405020304" pitchFamily="18" charset="0"/>
                <a:cs typeface="Times New Roman" panose="02020603050405020304" pitchFamily="18" charset="0"/>
              </a:rPr>
              <a:t>     @staticmethod</a:t>
            </a:r>
          </a:p>
          <a:p>
            <a:pPr marL="0" indent="0">
              <a:buFont typeface="Arial" panose="020B0604020202020204" pitchFamily="34" charset="0"/>
              <a:buNone/>
            </a:pPr>
            <a:r>
              <a:rPr lang="en-US" altLang="en-US" sz="2800" dirty="0">
                <a:latin typeface="Times New Roman" panose="02020603050405020304" pitchFamily="18" charset="0"/>
                <a:cs typeface="Times New Roman" panose="02020603050405020304" pitchFamily="18" charset="0"/>
              </a:rPr>
              <a:t>    def </a:t>
            </a:r>
            <a:r>
              <a:rPr lang="en-US" altLang="en-US" sz="2800" dirty="0" err="1">
                <a:latin typeface="Times New Roman" panose="02020603050405020304" pitchFamily="18" charset="0"/>
                <a:cs typeface="Times New Roman" panose="02020603050405020304" pitchFamily="18" charset="0"/>
              </a:rPr>
              <a:t>show_model</a:t>
            </a:r>
            <a:r>
              <a:rPr lang="en-US" altLang="en-US" sz="2800" dirty="0">
                <a:latin typeface="Times New Roman" panose="02020603050405020304" pitchFamily="18" charset="0"/>
                <a:cs typeface="Times New Roman" panose="02020603050405020304" pitchFamily="18" charset="0"/>
              </a:rPr>
              <a:t>(m, p):</a:t>
            </a:r>
          </a:p>
          <a:p>
            <a:pPr marL="0" indent="0">
              <a:buFont typeface="Arial" panose="020B0604020202020204" pitchFamily="34" charset="0"/>
              <a:buNone/>
            </a:pPr>
            <a:r>
              <a:rPr lang="en-US" altLang="en-US" sz="2800" dirty="0">
                <a:latin typeface="Times New Roman" panose="02020603050405020304" pitchFamily="18" charset="0"/>
                <a:cs typeface="Times New Roman" panose="02020603050405020304" pitchFamily="18" charset="0"/>
              </a:rPr>
              <a:t>            model = m</a:t>
            </a:r>
          </a:p>
          <a:p>
            <a:pPr marL="0" indent="0">
              <a:buFont typeface="Arial" panose="020B0604020202020204" pitchFamily="34" charset="0"/>
              <a:buNone/>
            </a:pPr>
            <a:r>
              <a:rPr lang="en-US" altLang="en-US" sz="2800" dirty="0">
                <a:latin typeface="Times New Roman" panose="02020603050405020304" pitchFamily="18" charset="0"/>
                <a:cs typeface="Times New Roman" panose="02020603050405020304" pitchFamily="18" charset="0"/>
              </a:rPr>
              <a:t>            price = p</a:t>
            </a:r>
          </a:p>
          <a:p>
            <a:pPr marL="0" indent="0">
              <a:buFont typeface="Arial" panose="020B0604020202020204" pitchFamily="34" charset="0"/>
              <a:buNone/>
            </a:pPr>
            <a:r>
              <a:rPr lang="en-US" altLang="en-US" sz="2800" dirty="0">
                <a:latin typeface="Times New Roman" panose="02020603050405020304" pitchFamily="18" charset="0"/>
                <a:cs typeface="Times New Roman" panose="02020603050405020304" pitchFamily="18" charset="0"/>
              </a:rPr>
              <a:t>            print(model, price)</a:t>
            </a:r>
          </a:p>
          <a:p>
            <a:pPr marL="0" indent="0">
              <a:buFont typeface="Arial" panose="020B0604020202020204" pitchFamily="34" charset="0"/>
              <a:buNone/>
            </a:pPr>
            <a:r>
              <a:rPr lang="en-US" altLang="en-US" sz="2800" dirty="0" err="1">
                <a:latin typeface="Times New Roman" panose="02020603050405020304" pitchFamily="18" charset="0"/>
                <a:cs typeface="Times New Roman" panose="02020603050405020304" pitchFamily="18" charset="0"/>
              </a:rPr>
              <a:t>realme</a:t>
            </a:r>
            <a:r>
              <a:rPr lang="en-US" altLang="en-US" sz="2800" dirty="0">
                <a:latin typeface="Times New Roman" panose="02020603050405020304" pitchFamily="18" charset="0"/>
                <a:cs typeface="Times New Roman" panose="02020603050405020304" pitchFamily="18" charset="0"/>
              </a:rPr>
              <a:t> = Mobile( )</a:t>
            </a:r>
          </a:p>
        </p:txBody>
      </p:sp>
      <p:sp>
        <p:nvSpPr>
          <p:cNvPr id="7" name="TextBox 6">
            <a:extLst>
              <a:ext uri="{FF2B5EF4-FFF2-40B4-BE49-F238E27FC236}">
                <a16:creationId xmlns:a16="http://schemas.microsoft.com/office/drawing/2014/main" id="{4D95BEE4-3E61-43EF-BBC8-F8B261FE533D}"/>
              </a:ext>
            </a:extLst>
          </p:cNvPr>
          <p:cNvSpPr txBox="1"/>
          <p:nvPr/>
        </p:nvSpPr>
        <p:spPr>
          <a:xfrm>
            <a:off x="7915994" y="2356180"/>
            <a:ext cx="3286125" cy="369887"/>
          </a:xfrm>
          <a:prstGeom prst="rect">
            <a:avLst/>
          </a:prstGeom>
        </p:spPr>
        <p:style>
          <a:lnRef idx="2">
            <a:schemeClr val="accent1"/>
          </a:lnRef>
          <a:fillRef idx="1">
            <a:schemeClr val="lt1"/>
          </a:fillRef>
          <a:effectRef idx="0">
            <a:schemeClr val="accent1"/>
          </a:effectRef>
          <a:fontRef idx="minor">
            <a:schemeClr val="dk1"/>
          </a:fontRef>
        </p:style>
        <p:txBody>
          <a:bodyPr wrap="none">
            <a:spAutoFit/>
          </a:bodyPr>
          <a:lstStyle/>
          <a:p>
            <a:pPr>
              <a:defRPr/>
            </a:pPr>
            <a:r>
              <a:rPr lang="en-US" dirty="0"/>
              <a:t>Defining Method with parameter</a:t>
            </a:r>
            <a:endParaRPr lang="en-IN" dirty="0"/>
          </a:p>
        </p:txBody>
      </p:sp>
      <p:cxnSp>
        <p:nvCxnSpPr>
          <p:cNvPr id="9" name="Straight Arrow Connector 8">
            <a:extLst>
              <a:ext uri="{FF2B5EF4-FFF2-40B4-BE49-F238E27FC236}">
                <a16:creationId xmlns:a16="http://schemas.microsoft.com/office/drawing/2014/main" id="{F414F809-3978-4FFF-A856-BFEB78476048}"/>
              </a:ext>
            </a:extLst>
          </p:cNvPr>
          <p:cNvCxnSpPr/>
          <p:nvPr/>
        </p:nvCxnSpPr>
        <p:spPr>
          <a:xfrm flipH="1">
            <a:off x="7049219" y="2565730"/>
            <a:ext cx="838200" cy="3048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5CDB1785-BF07-43A3-8F2C-3D78D88DAE76}"/>
              </a:ext>
            </a:extLst>
          </p:cNvPr>
          <p:cNvSpPr txBox="1"/>
          <p:nvPr/>
        </p:nvSpPr>
        <p:spPr>
          <a:xfrm>
            <a:off x="1846682" y="2493963"/>
            <a:ext cx="1120775" cy="369887"/>
          </a:xfrm>
          <a:prstGeom prst="rect">
            <a:avLst/>
          </a:prstGeom>
        </p:spPr>
        <p:style>
          <a:lnRef idx="2">
            <a:schemeClr val="accent1"/>
          </a:lnRef>
          <a:fillRef idx="1">
            <a:schemeClr val="lt1"/>
          </a:fillRef>
          <a:effectRef idx="0">
            <a:schemeClr val="accent1"/>
          </a:effectRef>
          <a:fontRef idx="minor">
            <a:schemeClr val="dk1"/>
          </a:fontRef>
        </p:style>
        <p:txBody>
          <a:bodyPr wrap="none">
            <a:spAutoFit/>
          </a:bodyPr>
          <a:lstStyle/>
          <a:p>
            <a:pPr>
              <a:defRPr/>
            </a:pPr>
            <a:r>
              <a:rPr lang="en-US" dirty="0"/>
              <a:t>Decorator</a:t>
            </a:r>
            <a:endParaRPr lang="en-IN" dirty="0"/>
          </a:p>
        </p:txBody>
      </p:sp>
      <p:cxnSp>
        <p:nvCxnSpPr>
          <p:cNvPr id="18" name="Straight Arrow Connector 17">
            <a:extLst>
              <a:ext uri="{FF2B5EF4-FFF2-40B4-BE49-F238E27FC236}">
                <a16:creationId xmlns:a16="http://schemas.microsoft.com/office/drawing/2014/main" id="{C51AF399-7C52-4659-89D4-7BE38BDD132C}"/>
              </a:ext>
            </a:extLst>
          </p:cNvPr>
          <p:cNvCxnSpPr/>
          <p:nvPr/>
        </p:nvCxnSpPr>
        <p:spPr>
          <a:xfrm flipV="1">
            <a:off x="2967278" y="2620963"/>
            <a:ext cx="376237" cy="20637"/>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4" name="Date Placeholder 3">
            <a:extLst>
              <a:ext uri="{FF2B5EF4-FFF2-40B4-BE49-F238E27FC236}">
                <a16:creationId xmlns:a16="http://schemas.microsoft.com/office/drawing/2014/main" id="{5BC1486B-3364-43C1-A4DE-B4089BFE7F2F}"/>
              </a:ext>
            </a:extLst>
          </p:cNvPr>
          <p:cNvSpPr>
            <a:spLocks noGrp="1"/>
          </p:cNvSpPr>
          <p:nvPr>
            <p:ph type="dt" sz="quarter" idx="10"/>
          </p:nvPr>
        </p:nvSpPr>
        <p:spPr/>
        <p:txBody>
          <a:bodyPr/>
          <a:lstStyle/>
          <a:p>
            <a:pPr>
              <a:defRPr/>
            </a:pPr>
            <a:fld id="{F008CAA9-67CC-4895-B8B4-DC3553D54F40}" type="datetime1">
              <a:rPr lang="en-US" smtClean="0"/>
              <a:pPr>
                <a:defRPr/>
              </a:pPr>
              <a:t>5/17/2022</a:t>
            </a:fld>
            <a:endParaRPr lang="en-US"/>
          </a:p>
        </p:txBody>
      </p:sp>
      <p:sp>
        <p:nvSpPr>
          <p:cNvPr id="5" name="Footer Placeholder 4">
            <a:extLst>
              <a:ext uri="{FF2B5EF4-FFF2-40B4-BE49-F238E27FC236}">
                <a16:creationId xmlns:a16="http://schemas.microsoft.com/office/drawing/2014/main" id="{7E251A9A-55C2-490F-AC9B-5682335DE0A4}"/>
              </a:ext>
            </a:extLst>
          </p:cNvPr>
          <p:cNvSpPr>
            <a:spLocks noGrp="1"/>
          </p:cNvSpPr>
          <p:nvPr>
            <p:ph type="ftr" sz="quarter" idx="11"/>
          </p:nvPr>
        </p:nvSpPr>
        <p:spPr>
          <a:xfrm>
            <a:off x="2819400" y="6356350"/>
            <a:ext cx="7086600" cy="365125"/>
          </a:xfrm>
        </p:spPr>
        <p:txBody>
          <a:bodyPr/>
          <a:lstStyle/>
          <a:p>
            <a:pPr>
              <a:defRPr/>
            </a:pPr>
            <a:r>
              <a:rPr lang="en-US" dirty="0"/>
              <a:t>(Programming in Advanced Python)                                 Unit No:2</a:t>
            </a:r>
          </a:p>
        </p:txBody>
      </p:sp>
      <p:sp>
        <p:nvSpPr>
          <p:cNvPr id="76809" name="Slide Number Placeholder 5">
            <a:extLst>
              <a:ext uri="{FF2B5EF4-FFF2-40B4-BE49-F238E27FC236}">
                <a16:creationId xmlns:a16="http://schemas.microsoft.com/office/drawing/2014/main" id="{865F6A82-A9C6-49E9-871F-5EFB222A9D68}"/>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EB18CBD9-0428-48ED-8142-E62D5D870EAD}" type="slidenum">
              <a:rPr lang="en-US" altLang="en-US" sz="1200" dirty="0">
                <a:solidFill>
                  <a:srgbClr val="898989"/>
                </a:solidFill>
              </a:rPr>
              <a:pPr>
                <a:spcBef>
                  <a:spcPct val="0"/>
                </a:spcBef>
                <a:buFontTx/>
                <a:buNone/>
              </a:pPr>
              <a:t>115</a:t>
            </a:fld>
            <a:endParaRPr lang="en-US" altLang="en-US" sz="1200" dirty="0">
              <a:solidFill>
                <a:srgbClr val="898989"/>
              </a:solidFill>
            </a:endParaRPr>
          </a:p>
        </p:txBody>
      </p:sp>
      <p:sp>
        <p:nvSpPr>
          <p:cNvPr id="12" name="Title 1">
            <a:extLst>
              <a:ext uri="{FF2B5EF4-FFF2-40B4-BE49-F238E27FC236}">
                <a16:creationId xmlns:a16="http://schemas.microsoft.com/office/drawing/2014/main" id="{B62A2D36-A97D-4FC2-B250-4F2DB01D41E3}"/>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US" sz="3200" b="1" dirty="0">
                <a:latin typeface="Times New Roman" panose="02020603050405020304" pitchFamily="18" charset="0"/>
                <a:cs typeface="Times New Roman" pitchFamily="18" charset="0"/>
              </a:rPr>
              <a:t>Static Method with Parameter(CO2)</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fade">
                                      <p:cBhvr>
                                        <p:cTn id="42" dur="500"/>
                                        <p:tgtEl>
                                          <p:spTgt spid="17"/>
                                        </p:tgtEl>
                                      </p:cBhvr>
                                    </p:animEffect>
                                  </p:childTnLst>
                                </p:cTn>
                              </p:par>
                              <p:par>
                                <p:cTn id="43" presetID="10" presetClass="entr" presetSubtype="0" fill="hold" nodeType="withEffect">
                                  <p:stCondLst>
                                    <p:cond delay="0"/>
                                  </p:stCondLst>
                                  <p:childTnLst>
                                    <p:set>
                                      <p:cBhvr>
                                        <p:cTn id="44" dur="1" fill="hold">
                                          <p:stCondLst>
                                            <p:cond delay="0"/>
                                          </p:stCondLst>
                                        </p:cTn>
                                        <p:tgtEl>
                                          <p:spTgt spid="18"/>
                                        </p:tgtEl>
                                        <p:attrNameLst>
                                          <p:attrName>style.visibility</p:attrName>
                                        </p:attrNameLst>
                                      </p:cBhvr>
                                      <p:to>
                                        <p:strVal val="visible"/>
                                      </p:to>
                                    </p:set>
                                    <p:animEffect transition="in" filter="fade">
                                      <p:cBhvr>
                                        <p:cTn id="45" dur="500"/>
                                        <p:tgtEl>
                                          <p:spTgt spid="18"/>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10" presetClass="entr" presetSubtype="0" fill="hold" nodeType="clickEffect">
                                  <p:stCondLst>
                                    <p:cond delay="0"/>
                                  </p:stCondLst>
                                  <p:childTnLst>
                                    <p:set>
                                      <p:cBhvr>
                                        <p:cTn id="49" dur="1" fill="hold">
                                          <p:stCondLst>
                                            <p:cond delay="0"/>
                                          </p:stCondLst>
                                        </p:cTn>
                                        <p:tgtEl>
                                          <p:spTgt spid="9"/>
                                        </p:tgtEl>
                                        <p:attrNameLst>
                                          <p:attrName>style.visibility</p:attrName>
                                        </p:attrNameLst>
                                      </p:cBhvr>
                                      <p:to>
                                        <p:strVal val="visible"/>
                                      </p:to>
                                    </p:set>
                                    <p:animEffect transition="in" filter="fade">
                                      <p:cBhvr>
                                        <p:cTn id="50" dur="500"/>
                                        <p:tgtEl>
                                          <p:spTgt spid="9"/>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7"/>
                                        </p:tgtEl>
                                        <p:attrNameLst>
                                          <p:attrName>style.visibility</p:attrName>
                                        </p:attrNameLst>
                                      </p:cBhvr>
                                      <p:to>
                                        <p:strVal val="visible"/>
                                      </p:to>
                                    </p:set>
                                    <p:animEffect transition="in" filter="fade">
                                      <p:cBhvr>
                                        <p:cTn id="5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7" grpId="0" animBg="1"/>
      <p:bldP spid="17" grpId="0" animBg="1"/>
    </p:bldLst>
  </p:timing>
</p:sld>
</file>

<file path=ppt/slides/slide1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9" name="Rectangle 138">
            <a:extLst>
              <a:ext uri="{FF2B5EF4-FFF2-40B4-BE49-F238E27FC236}">
                <a16:creationId xmlns:a16="http://schemas.microsoft.com/office/drawing/2014/main" id="{1A95671B-3CC6-4792-9114-B74FAEA224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itle 1">
            <a:extLst>
              <a:ext uri="{FF2B5EF4-FFF2-40B4-BE49-F238E27FC236}">
                <a16:creationId xmlns:a16="http://schemas.microsoft.com/office/drawing/2014/main" id="{DF6BE5A1-AB5D-4314-A8BB-8A805B3F3D24}"/>
              </a:ext>
            </a:extLst>
          </p:cNvPr>
          <p:cNvSpPr txBox="1">
            <a:spLocks/>
          </p:cNvSpPr>
          <p:nvPr/>
        </p:nvSpPr>
        <p:spPr>
          <a:xfrm>
            <a:off x="1583279" y="1504"/>
            <a:ext cx="10606951" cy="896183"/>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algn="ctr" eaLnBrk="1" fontAlgn="auto" hangingPunct="1">
              <a:lnSpc>
                <a:spcPct val="90000"/>
              </a:lnSpc>
              <a:spcAft>
                <a:spcPts val="600"/>
              </a:spcAft>
              <a:defRPr/>
            </a:pPr>
            <a:r>
              <a:rPr lang="en-US" sz="4000" b="1" dirty="0">
                <a:solidFill>
                  <a:schemeClr val="tx1"/>
                </a:solidFill>
                <a:latin typeface="+mj-lt"/>
                <a:ea typeface="+mj-ea"/>
                <a:cs typeface="+mj-cs"/>
              </a:rPr>
              <a:t>Daily MCQs</a:t>
            </a:r>
            <a:endParaRPr lang="en-US" sz="4000" b="1" kern="1200" dirty="0">
              <a:solidFill>
                <a:schemeClr val="tx1"/>
              </a:solidFill>
              <a:latin typeface="+mj-lt"/>
              <a:ea typeface="+mj-ea"/>
              <a:cs typeface="Calibri"/>
            </a:endParaRPr>
          </a:p>
        </p:txBody>
      </p:sp>
      <p:sp>
        <p:nvSpPr>
          <p:cNvPr id="6" name="Date Placeholder 5">
            <a:extLst>
              <a:ext uri="{FF2B5EF4-FFF2-40B4-BE49-F238E27FC236}">
                <a16:creationId xmlns:a16="http://schemas.microsoft.com/office/drawing/2014/main" id="{9878DC06-F54F-45AA-8FFE-9279F0F176AA}"/>
              </a:ext>
            </a:extLst>
          </p:cNvPr>
          <p:cNvSpPr>
            <a:spLocks noGrp="1"/>
          </p:cNvSpPr>
          <p:nvPr>
            <p:ph type="dt" sz="quarter" idx="10"/>
          </p:nvPr>
        </p:nvSpPr>
        <p:spPr>
          <a:xfrm>
            <a:off x="838200" y="6356350"/>
            <a:ext cx="2743200" cy="365125"/>
          </a:xfrm>
        </p:spPr>
        <p:txBody>
          <a:bodyPr vert="horz" lIns="91440" tIns="45720" rIns="91440" bIns="45720" rtlCol="0" anchor="ctr">
            <a:normAutofit/>
          </a:bodyPr>
          <a:lstStyle/>
          <a:p>
            <a:pPr>
              <a:spcAft>
                <a:spcPts val="600"/>
              </a:spcAft>
              <a:defRPr/>
            </a:pPr>
            <a:fld id="{AC41F34F-9A9B-4B58-8F26-4A4CCBAE532B}" type="datetime1">
              <a:rPr lang="en-US" smtClean="0"/>
              <a:pPr>
                <a:spcAft>
                  <a:spcPts val="600"/>
                </a:spcAft>
                <a:defRPr/>
              </a:pPr>
              <a:t>5/17/2022</a:t>
            </a:fld>
            <a:endParaRPr lang="en-US"/>
          </a:p>
        </p:txBody>
      </p:sp>
      <p:sp>
        <p:nvSpPr>
          <p:cNvPr id="7" name="Footer Placeholder 6">
            <a:extLst>
              <a:ext uri="{FF2B5EF4-FFF2-40B4-BE49-F238E27FC236}">
                <a16:creationId xmlns:a16="http://schemas.microsoft.com/office/drawing/2014/main" id="{BED899E2-4D12-4657-BC22-09960DCE9E21}"/>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pPr>
              <a:lnSpc>
                <a:spcPct val="90000"/>
              </a:lnSpc>
              <a:spcAft>
                <a:spcPts val="600"/>
              </a:spcAft>
              <a:defRPr/>
            </a:pPr>
            <a:r>
              <a:rPr lang="en-US" sz="900" kern="1200" dirty="0">
                <a:solidFill>
                  <a:schemeClr val="tx1">
                    <a:tint val="75000"/>
                  </a:schemeClr>
                </a:solidFill>
                <a:latin typeface="+mn-lt"/>
                <a:ea typeface="+mn-ea"/>
                <a:cs typeface="+mn-cs"/>
              </a:rPr>
              <a:t>(Programming in Advanced Python)                                 Unit No:2</a:t>
            </a:r>
          </a:p>
        </p:txBody>
      </p:sp>
      <p:sp>
        <p:nvSpPr>
          <p:cNvPr id="25606" name="Slide Number Placeholder 7">
            <a:extLst>
              <a:ext uri="{FF2B5EF4-FFF2-40B4-BE49-F238E27FC236}">
                <a16:creationId xmlns:a16="http://schemas.microsoft.com/office/drawing/2014/main" id="{98057890-1B81-40DE-AAB2-BC51518B4201}"/>
              </a:ext>
            </a:extLst>
          </p:cNvPr>
          <p:cNvSpPr>
            <a:spLocks noGrp="1"/>
          </p:cNvSpPr>
          <p:nvPr>
            <p:ph type="sldNum" sz="quarter" idx="12"/>
          </p:nvPr>
        </p:nvSpPr>
        <p:spPr bwMode="auto">
          <a:xfrm>
            <a:off x="8610600" y="6356350"/>
            <a:ext cx="2743200"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spcAft>
                <a:spcPts val="600"/>
              </a:spcAft>
              <a:buFontTx/>
              <a:buNone/>
            </a:pPr>
            <a:fld id="{8BEEFF07-0951-4120-91EA-067A95A9482B}" type="slidenum">
              <a:rPr lang="en-US" altLang="en-US" sz="1200" dirty="0">
                <a:solidFill>
                  <a:schemeClr val="tx1">
                    <a:tint val="75000"/>
                  </a:schemeClr>
                </a:solidFill>
                <a:latin typeface="+mn-lt"/>
                <a:cs typeface="+mn-cs"/>
              </a:rPr>
              <a:pPr>
                <a:spcBef>
                  <a:spcPct val="0"/>
                </a:spcBef>
                <a:spcAft>
                  <a:spcPts val="600"/>
                </a:spcAft>
                <a:buFontTx/>
                <a:buNone/>
              </a:pPr>
              <a:t>116</a:t>
            </a:fld>
            <a:endParaRPr lang="en-US" altLang="en-US" sz="1200" dirty="0">
              <a:solidFill>
                <a:schemeClr val="tx1">
                  <a:tint val="75000"/>
                </a:schemeClr>
              </a:solidFill>
              <a:latin typeface="+mn-lt"/>
              <a:cs typeface="+mn-cs"/>
            </a:endParaRPr>
          </a:p>
        </p:txBody>
      </p:sp>
      <p:sp>
        <p:nvSpPr>
          <p:cNvPr id="3" name="Content Placeholder 2">
            <a:extLst>
              <a:ext uri="{FF2B5EF4-FFF2-40B4-BE49-F238E27FC236}">
                <a16:creationId xmlns:a16="http://schemas.microsoft.com/office/drawing/2014/main" id="{AECEC2EA-6861-4109-876A-5C7CA3DAAE1F}"/>
              </a:ext>
            </a:extLst>
          </p:cNvPr>
          <p:cNvSpPr>
            <a:spLocks noGrp="1"/>
          </p:cNvSpPr>
          <p:nvPr>
            <p:ph idx="1"/>
          </p:nvPr>
        </p:nvSpPr>
        <p:spPr>
          <a:xfrm>
            <a:off x="1558114" y="987725"/>
            <a:ext cx="10377577" cy="5541663"/>
          </a:xfrm>
        </p:spPr>
        <p:txBody>
          <a:bodyPr/>
          <a:lstStyle/>
          <a:p>
            <a:pPr marL="0" indent="0">
              <a:buNone/>
            </a:pPr>
            <a:r>
              <a:rPr lang="en-US" sz="1500" b="1" dirty="0">
                <a:ea typeface="+mn-lt"/>
                <a:cs typeface="+mn-lt"/>
              </a:rPr>
              <a:t>1.   To create a class, use the keyword?</a:t>
            </a:r>
            <a:endParaRPr lang="en-US" sz="1500">
              <a:ea typeface="+mn-lt"/>
              <a:cs typeface="+mn-lt"/>
            </a:endParaRPr>
          </a:p>
          <a:p>
            <a:pPr marL="0" indent="0">
              <a:buNone/>
            </a:pPr>
            <a:r>
              <a:rPr lang="en-US" sz="1500" dirty="0">
                <a:ea typeface="+mn-lt"/>
                <a:cs typeface="+mn-lt"/>
              </a:rPr>
              <a:t>A. new</a:t>
            </a:r>
            <a:br>
              <a:rPr lang="en-US" sz="1500">
                <a:ea typeface="+mn-lt"/>
                <a:cs typeface="+mn-lt"/>
              </a:rPr>
            </a:br>
            <a:r>
              <a:rPr lang="en-US" sz="1500" dirty="0">
                <a:ea typeface="+mn-lt"/>
                <a:cs typeface="+mn-lt"/>
              </a:rPr>
              <a:t>B. except </a:t>
            </a:r>
            <a:br>
              <a:rPr lang="en-US" sz="1500">
                <a:ea typeface="+mn-lt"/>
                <a:cs typeface="+mn-lt"/>
              </a:rPr>
            </a:br>
            <a:r>
              <a:rPr lang="en-US" sz="1500" dirty="0">
                <a:ea typeface="+mn-lt"/>
                <a:cs typeface="+mn-lt"/>
              </a:rPr>
              <a:t>C. class</a:t>
            </a:r>
            <a:br>
              <a:rPr lang="en-US" sz="1500">
                <a:ea typeface="+mn-lt"/>
                <a:cs typeface="+mn-lt"/>
              </a:rPr>
            </a:br>
            <a:r>
              <a:rPr lang="en-US" sz="1500" dirty="0">
                <a:ea typeface="+mn-lt"/>
                <a:cs typeface="+mn-lt"/>
              </a:rPr>
              <a:t>D. Object</a:t>
            </a:r>
          </a:p>
          <a:p>
            <a:pPr marL="0" indent="0">
              <a:buNone/>
            </a:pPr>
            <a:r>
              <a:rPr lang="en-US" sz="1500" dirty="0">
                <a:solidFill>
                  <a:schemeClr val="accent3"/>
                </a:solidFill>
                <a:ea typeface="+mn-lt"/>
                <a:cs typeface="+mn-lt"/>
              </a:rPr>
              <a:t>Answer: C</a:t>
            </a:r>
          </a:p>
          <a:p>
            <a:pPr marL="0" indent="0">
              <a:buNone/>
            </a:pPr>
            <a:r>
              <a:rPr lang="en-US" sz="1500" b="1" dirty="0">
                <a:ea typeface="+mn-lt"/>
                <a:cs typeface="+mn-lt"/>
              </a:rPr>
              <a:t>2.  ___is used to create an object.</a:t>
            </a:r>
            <a:endParaRPr lang="en-US" sz="1500">
              <a:ea typeface="+mn-lt"/>
              <a:cs typeface="+mn-lt"/>
            </a:endParaRPr>
          </a:p>
          <a:p>
            <a:pPr algn="just">
              <a:buNone/>
            </a:pPr>
            <a:r>
              <a:rPr lang="en-US" sz="1500" dirty="0">
                <a:ea typeface="+mn-lt"/>
                <a:cs typeface="+mn-lt"/>
              </a:rPr>
              <a:t>A. class</a:t>
            </a:r>
          </a:p>
          <a:p>
            <a:pPr algn="just">
              <a:buNone/>
            </a:pPr>
            <a:r>
              <a:rPr lang="en-US" sz="1500" dirty="0">
                <a:ea typeface="+mn-lt"/>
                <a:cs typeface="+mn-lt"/>
              </a:rPr>
              <a:t>B. constructor</a:t>
            </a:r>
          </a:p>
          <a:p>
            <a:pPr algn="just">
              <a:buNone/>
            </a:pPr>
            <a:r>
              <a:rPr lang="en-US" sz="1500" dirty="0">
                <a:ea typeface="+mn-lt"/>
                <a:cs typeface="+mn-lt"/>
              </a:rPr>
              <a:t>C. user-defined functions</a:t>
            </a:r>
          </a:p>
          <a:p>
            <a:pPr algn="just">
              <a:buNone/>
            </a:pPr>
            <a:r>
              <a:rPr lang="en-US" sz="1500" dirty="0">
                <a:ea typeface="+mn-lt"/>
                <a:cs typeface="+mn-lt"/>
              </a:rPr>
              <a:t>D. In-built functions</a:t>
            </a:r>
          </a:p>
          <a:p>
            <a:pPr algn="just">
              <a:buNone/>
            </a:pPr>
            <a:r>
              <a:rPr lang="en-US" sz="1500" dirty="0">
                <a:solidFill>
                  <a:schemeClr val="accent3"/>
                </a:solidFill>
                <a:ea typeface="+mn-lt"/>
                <a:cs typeface="+mn-lt"/>
              </a:rPr>
              <a:t>Answer: B</a:t>
            </a:r>
          </a:p>
          <a:p>
            <a:pPr algn="just">
              <a:buNone/>
            </a:pPr>
            <a:r>
              <a:rPr lang="en-US" sz="1500" dirty="0">
                <a:ea typeface="+mn-lt"/>
                <a:cs typeface="+mn-lt"/>
              </a:rPr>
              <a:t>3. </a:t>
            </a:r>
            <a:r>
              <a:rPr lang="en-US" sz="1500" b="1" dirty="0">
                <a:ea typeface="+mn-lt"/>
                <a:cs typeface="+mn-lt"/>
              </a:rPr>
              <a:t>_____ represents an entity in the real world with its identity and behavior.</a:t>
            </a:r>
            <a:endParaRPr lang="en-US" sz="1500">
              <a:ea typeface="+mn-lt"/>
              <a:cs typeface="+mn-lt"/>
            </a:endParaRPr>
          </a:p>
          <a:p>
            <a:pPr algn="just">
              <a:buNone/>
            </a:pPr>
            <a:r>
              <a:rPr lang="en-US" sz="1500" dirty="0">
                <a:ea typeface="+mn-lt"/>
                <a:cs typeface="+mn-lt"/>
              </a:rPr>
              <a:t>A.  A method</a:t>
            </a:r>
          </a:p>
          <a:p>
            <a:pPr algn="just">
              <a:buNone/>
            </a:pPr>
            <a:r>
              <a:rPr lang="en-US" sz="1500" dirty="0">
                <a:ea typeface="+mn-lt"/>
                <a:cs typeface="+mn-lt"/>
              </a:rPr>
              <a:t>B. An object</a:t>
            </a:r>
          </a:p>
          <a:p>
            <a:pPr algn="just">
              <a:buNone/>
            </a:pPr>
            <a:r>
              <a:rPr lang="en-US" sz="1500" dirty="0">
                <a:ea typeface="+mn-lt"/>
                <a:cs typeface="+mn-lt"/>
              </a:rPr>
              <a:t>C.  A class</a:t>
            </a:r>
          </a:p>
          <a:p>
            <a:pPr algn="just">
              <a:buNone/>
            </a:pPr>
            <a:r>
              <a:rPr lang="en-US" sz="1500" dirty="0">
                <a:ea typeface="+mn-lt"/>
                <a:cs typeface="+mn-lt"/>
              </a:rPr>
              <a:t>D.  An operator</a:t>
            </a:r>
          </a:p>
          <a:p>
            <a:pPr algn="just">
              <a:buNone/>
            </a:pPr>
            <a:r>
              <a:rPr lang="en-US" sz="1500" b="1" err="1">
                <a:solidFill>
                  <a:schemeClr val="accent3"/>
                </a:solidFill>
                <a:ea typeface="+mn-lt"/>
                <a:cs typeface="+mn-lt"/>
              </a:rPr>
              <a:t>Answer:B</a:t>
            </a:r>
            <a:endParaRPr lang="en-US" err="1">
              <a:solidFill>
                <a:schemeClr val="accent3"/>
              </a:solidFill>
            </a:endParaRPr>
          </a:p>
          <a:p>
            <a:pPr marL="0" indent="0">
              <a:buNone/>
            </a:pPr>
            <a:endParaRPr lang="en-US" sz="1500">
              <a:solidFill>
                <a:srgbClr val="9BBB59"/>
              </a:solidFill>
              <a:latin typeface="Calibri"/>
              <a:cs typeface="Calibri"/>
            </a:endParaRPr>
          </a:p>
          <a:p>
            <a:pPr marL="0" indent="0">
              <a:buNone/>
            </a:pPr>
            <a:endParaRPr lang="en-US" sz="1500">
              <a:solidFill>
                <a:srgbClr val="9BBB59"/>
              </a:solidFill>
              <a:latin typeface="Calibri"/>
              <a:cs typeface="Calibri"/>
            </a:endParaRPr>
          </a:p>
          <a:p>
            <a:pPr marL="0" indent="0">
              <a:buNone/>
            </a:pPr>
            <a:endParaRPr lang="en-US" sz="1500">
              <a:latin typeface="Calibri"/>
              <a:cs typeface="Calibri"/>
            </a:endParaRPr>
          </a:p>
          <a:p>
            <a:pPr marL="457200" indent="-457200">
              <a:buAutoNum type="alphaUcPeriod"/>
            </a:pPr>
            <a:endParaRPr lang="en-US" sz="2500" b="1">
              <a:latin typeface="Calibri"/>
              <a:cs typeface="Calibri"/>
            </a:endParaRPr>
          </a:p>
          <a:p>
            <a:pPr algn="just">
              <a:lnSpc>
                <a:spcPct val="150000"/>
              </a:lnSpc>
            </a:pPr>
            <a:endParaRPr lang="en-US" altLang="en-US" sz="2400">
              <a:latin typeface="Times New Roman" panose="02020603050405020304" pitchFamily="18" charset="0"/>
              <a:cs typeface="Times New Roman" panose="02020603050405020304" pitchFamily="18" charset="0"/>
            </a:endParaRPr>
          </a:p>
          <a:p>
            <a:pPr>
              <a:buNone/>
            </a:pPr>
            <a:endParaRPr lang="en-US" altLang="en-US">
              <a:latin typeface="Calibri"/>
              <a:cs typeface="Calibri"/>
            </a:endParaRPr>
          </a:p>
        </p:txBody>
      </p:sp>
      <p:pic>
        <p:nvPicPr>
          <p:cNvPr id="9" name="Picture 8">
            <a:extLst>
              <a:ext uri="{FF2B5EF4-FFF2-40B4-BE49-F238E27FC236}">
                <a16:creationId xmlns:a16="http://schemas.microsoft.com/office/drawing/2014/main" id="{9D3DC9B3-302B-4C1D-B168-06FE9EBFE5A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833" y="3631"/>
            <a:ext cx="1401117" cy="748430"/>
          </a:xfrm>
          <a:prstGeom prst="rect">
            <a:avLst/>
          </a:prstGeom>
        </p:spPr>
      </p:pic>
    </p:spTree>
    <p:extLst>
      <p:ext uri="{BB962C8B-B14F-4D97-AF65-F5344CB8AC3E}">
        <p14:creationId xmlns:p14="http://schemas.microsoft.com/office/powerpoint/2010/main" val="1112718290"/>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9" name="Rectangle 138">
            <a:extLst>
              <a:ext uri="{FF2B5EF4-FFF2-40B4-BE49-F238E27FC236}">
                <a16:creationId xmlns:a16="http://schemas.microsoft.com/office/drawing/2014/main" id="{1A95671B-3CC6-4792-9114-B74FAEA224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itle 1">
            <a:extLst>
              <a:ext uri="{FF2B5EF4-FFF2-40B4-BE49-F238E27FC236}">
                <a16:creationId xmlns:a16="http://schemas.microsoft.com/office/drawing/2014/main" id="{DF6BE5A1-AB5D-4314-A8BB-8A805B3F3D24}"/>
              </a:ext>
            </a:extLst>
          </p:cNvPr>
          <p:cNvSpPr txBox="1">
            <a:spLocks/>
          </p:cNvSpPr>
          <p:nvPr/>
        </p:nvSpPr>
        <p:spPr>
          <a:xfrm>
            <a:off x="1583279" y="1504"/>
            <a:ext cx="10606951" cy="896183"/>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algn="ctr" eaLnBrk="1" fontAlgn="auto" hangingPunct="1">
              <a:lnSpc>
                <a:spcPct val="90000"/>
              </a:lnSpc>
              <a:spcAft>
                <a:spcPts val="600"/>
              </a:spcAft>
              <a:defRPr/>
            </a:pPr>
            <a:r>
              <a:rPr lang="en-US" sz="4000" b="1" dirty="0">
                <a:solidFill>
                  <a:schemeClr val="tx1"/>
                </a:solidFill>
                <a:latin typeface="+mj-lt"/>
                <a:ea typeface="+mj-ea"/>
                <a:cs typeface="+mj-cs"/>
              </a:rPr>
              <a:t>Daily MCQs</a:t>
            </a:r>
            <a:endParaRPr lang="en-US" sz="4000" b="1" kern="1200" dirty="0">
              <a:solidFill>
                <a:schemeClr val="tx1"/>
              </a:solidFill>
              <a:latin typeface="+mj-lt"/>
              <a:ea typeface="+mj-ea"/>
              <a:cs typeface="Calibri"/>
            </a:endParaRPr>
          </a:p>
        </p:txBody>
      </p:sp>
      <p:sp>
        <p:nvSpPr>
          <p:cNvPr id="6" name="Date Placeholder 5">
            <a:extLst>
              <a:ext uri="{FF2B5EF4-FFF2-40B4-BE49-F238E27FC236}">
                <a16:creationId xmlns:a16="http://schemas.microsoft.com/office/drawing/2014/main" id="{9878DC06-F54F-45AA-8FFE-9279F0F176AA}"/>
              </a:ext>
            </a:extLst>
          </p:cNvPr>
          <p:cNvSpPr>
            <a:spLocks noGrp="1"/>
          </p:cNvSpPr>
          <p:nvPr>
            <p:ph type="dt" sz="quarter" idx="10"/>
          </p:nvPr>
        </p:nvSpPr>
        <p:spPr>
          <a:xfrm>
            <a:off x="838200" y="6356350"/>
            <a:ext cx="2743200" cy="365125"/>
          </a:xfrm>
        </p:spPr>
        <p:txBody>
          <a:bodyPr vert="horz" lIns="91440" tIns="45720" rIns="91440" bIns="45720" rtlCol="0" anchor="ctr">
            <a:normAutofit/>
          </a:bodyPr>
          <a:lstStyle/>
          <a:p>
            <a:pPr>
              <a:spcAft>
                <a:spcPts val="600"/>
              </a:spcAft>
              <a:defRPr/>
            </a:pPr>
            <a:fld id="{83C2497E-6DCA-4D48-8499-2D92C9555AA4}" type="datetime1">
              <a:rPr lang="en-US" smtClean="0"/>
              <a:pPr>
                <a:spcAft>
                  <a:spcPts val="600"/>
                </a:spcAft>
                <a:defRPr/>
              </a:pPr>
              <a:t>5/17/2022</a:t>
            </a:fld>
            <a:endParaRPr lang="en-US"/>
          </a:p>
        </p:txBody>
      </p:sp>
      <p:sp>
        <p:nvSpPr>
          <p:cNvPr id="7" name="Footer Placeholder 6">
            <a:extLst>
              <a:ext uri="{FF2B5EF4-FFF2-40B4-BE49-F238E27FC236}">
                <a16:creationId xmlns:a16="http://schemas.microsoft.com/office/drawing/2014/main" id="{BED899E2-4D12-4657-BC22-09960DCE9E21}"/>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pPr>
              <a:lnSpc>
                <a:spcPct val="90000"/>
              </a:lnSpc>
              <a:spcAft>
                <a:spcPts val="600"/>
              </a:spcAft>
              <a:defRPr/>
            </a:pPr>
            <a:r>
              <a:rPr lang="en-US" sz="900" kern="1200" dirty="0">
                <a:solidFill>
                  <a:schemeClr val="tx1">
                    <a:tint val="75000"/>
                  </a:schemeClr>
                </a:solidFill>
                <a:latin typeface="+mn-lt"/>
                <a:ea typeface="+mn-ea"/>
                <a:cs typeface="+mn-cs"/>
              </a:rPr>
              <a:t>(Programming in Advanced Python)                                 Unit No:2</a:t>
            </a:r>
          </a:p>
        </p:txBody>
      </p:sp>
      <p:sp>
        <p:nvSpPr>
          <p:cNvPr id="25606" name="Slide Number Placeholder 7">
            <a:extLst>
              <a:ext uri="{FF2B5EF4-FFF2-40B4-BE49-F238E27FC236}">
                <a16:creationId xmlns:a16="http://schemas.microsoft.com/office/drawing/2014/main" id="{98057890-1B81-40DE-AAB2-BC51518B4201}"/>
              </a:ext>
            </a:extLst>
          </p:cNvPr>
          <p:cNvSpPr>
            <a:spLocks noGrp="1"/>
          </p:cNvSpPr>
          <p:nvPr>
            <p:ph type="sldNum" sz="quarter" idx="12"/>
          </p:nvPr>
        </p:nvSpPr>
        <p:spPr bwMode="auto">
          <a:xfrm>
            <a:off x="8610600" y="6356350"/>
            <a:ext cx="2743200"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spcAft>
                <a:spcPts val="600"/>
              </a:spcAft>
              <a:buFontTx/>
              <a:buNone/>
            </a:pPr>
            <a:fld id="{8BEEFF07-0951-4120-91EA-067A95A9482B}" type="slidenum">
              <a:rPr lang="en-US" altLang="en-US" sz="1200" dirty="0">
                <a:solidFill>
                  <a:schemeClr val="tx1">
                    <a:tint val="75000"/>
                  </a:schemeClr>
                </a:solidFill>
                <a:latin typeface="+mn-lt"/>
                <a:cs typeface="+mn-cs"/>
              </a:rPr>
              <a:pPr>
                <a:spcBef>
                  <a:spcPct val="0"/>
                </a:spcBef>
                <a:spcAft>
                  <a:spcPts val="600"/>
                </a:spcAft>
                <a:buFontTx/>
                <a:buNone/>
              </a:pPr>
              <a:t>117</a:t>
            </a:fld>
            <a:endParaRPr lang="en-US" altLang="en-US" sz="1200" dirty="0">
              <a:solidFill>
                <a:schemeClr val="tx1">
                  <a:tint val="75000"/>
                </a:schemeClr>
              </a:solidFill>
              <a:latin typeface="+mn-lt"/>
              <a:cs typeface="+mn-cs"/>
            </a:endParaRPr>
          </a:p>
        </p:txBody>
      </p:sp>
      <p:sp>
        <p:nvSpPr>
          <p:cNvPr id="3" name="Content Placeholder 2">
            <a:extLst>
              <a:ext uri="{FF2B5EF4-FFF2-40B4-BE49-F238E27FC236}">
                <a16:creationId xmlns:a16="http://schemas.microsoft.com/office/drawing/2014/main" id="{AECEC2EA-6861-4109-876A-5C7CA3DAAE1F}"/>
              </a:ext>
            </a:extLst>
          </p:cNvPr>
          <p:cNvSpPr>
            <a:spLocks noGrp="1"/>
          </p:cNvSpPr>
          <p:nvPr>
            <p:ph idx="1"/>
          </p:nvPr>
        </p:nvSpPr>
        <p:spPr>
          <a:xfrm>
            <a:off x="1583097" y="987725"/>
            <a:ext cx="10352594" cy="5054483"/>
          </a:xfrm>
        </p:spPr>
        <p:txBody>
          <a:bodyPr/>
          <a:lstStyle/>
          <a:p>
            <a:pPr marL="0" indent="0">
              <a:buNone/>
            </a:pPr>
            <a:r>
              <a:rPr lang="en-US" sz="1800" b="1" dirty="0">
                <a:ea typeface="+mn-lt"/>
                <a:cs typeface="+mn-lt"/>
              </a:rPr>
              <a:t>4.  </a:t>
            </a:r>
            <a:r>
              <a:rPr lang="en-US" sz="1800" b="1" dirty="0"/>
              <a:t>Special methods need to be explicitly called during object creation.</a:t>
            </a:r>
            <a:endParaRPr lang="en-US" sz="1800" b="1">
              <a:ea typeface="+mn-lt"/>
              <a:cs typeface="+mn-lt"/>
            </a:endParaRPr>
          </a:p>
          <a:p>
            <a:pPr algn="just">
              <a:buNone/>
            </a:pPr>
            <a:r>
              <a:rPr lang="en-US" sz="1800" b="1" dirty="0">
                <a:ea typeface="+mn-lt"/>
                <a:cs typeface="+mn-lt"/>
              </a:rPr>
              <a:t>A.</a:t>
            </a:r>
            <a:r>
              <a:rPr lang="en-US" sz="1800" dirty="0">
                <a:ea typeface="+mn-lt"/>
                <a:cs typeface="+mn-lt"/>
              </a:rPr>
              <a:t> TRUE</a:t>
            </a:r>
            <a:endParaRPr lang="en-US" sz="1800">
              <a:cs typeface="Calibri"/>
            </a:endParaRPr>
          </a:p>
          <a:p>
            <a:pPr algn="just">
              <a:buNone/>
            </a:pPr>
            <a:r>
              <a:rPr lang="en-US" sz="1800" b="1" dirty="0">
                <a:ea typeface="+mn-lt"/>
                <a:cs typeface="+mn-lt"/>
              </a:rPr>
              <a:t>B.</a:t>
            </a:r>
            <a:r>
              <a:rPr lang="en-US" sz="1800" dirty="0">
                <a:ea typeface="+mn-lt"/>
                <a:cs typeface="+mn-lt"/>
              </a:rPr>
              <a:t> FALSE</a:t>
            </a:r>
            <a:endParaRPr lang="en-US" sz="1800">
              <a:cs typeface="Calibri"/>
            </a:endParaRPr>
          </a:p>
          <a:p>
            <a:pPr algn="just">
              <a:buNone/>
            </a:pPr>
            <a:r>
              <a:rPr lang="en-US" sz="1800" dirty="0">
                <a:solidFill>
                  <a:schemeClr val="accent3"/>
                </a:solidFill>
                <a:cs typeface="Calibri"/>
              </a:rPr>
              <a:t>Answer: B</a:t>
            </a:r>
          </a:p>
          <a:p>
            <a:pPr algn="just">
              <a:buNone/>
            </a:pPr>
            <a:r>
              <a:rPr lang="en-US" sz="1800" b="1" dirty="0">
                <a:latin typeface="Calibri"/>
                <a:cs typeface="Calibri"/>
              </a:rPr>
              <a:t>5. </a:t>
            </a:r>
            <a:r>
              <a:rPr lang="en-US" sz="1800" b="1" dirty="0"/>
              <a:t>Overriding means changing </a:t>
            </a:r>
            <a:r>
              <a:rPr lang="en-US" sz="1800" b="1" dirty="0" err="1"/>
              <a:t>behaviour</a:t>
            </a:r>
            <a:r>
              <a:rPr lang="en-US" sz="1800" b="1" dirty="0"/>
              <a:t> of methods of derived class methods in the base class.</a:t>
            </a:r>
            <a:endParaRPr lang="en-US" sz="1800">
              <a:latin typeface="Calibri"/>
              <a:cs typeface="Calibri"/>
            </a:endParaRPr>
          </a:p>
          <a:p>
            <a:pPr algn="just">
              <a:buNone/>
            </a:pPr>
            <a:r>
              <a:rPr lang="en-US" sz="1800" b="1" dirty="0">
                <a:ea typeface="+mn-lt"/>
                <a:cs typeface="+mn-lt"/>
              </a:rPr>
              <a:t>A. </a:t>
            </a:r>
            <a:r>
              <a:rPr lang="en-US" sz="1800" dirty="0">
                <a:ea typeface="+mn-lt"/>
                <a:cs typeface="+mn-lt"/>
              </a:rPr>
              <a:t> TRUE</a:t>
            </a:r>
            <a:endParaRPr lang="en-US" sz="1800">
              <a:cs typeface="Calibri"/>
            </a:endParaRPr>
          </a:p>
          <a:p>
            <a:pPr algn="just">
              <a:buNone/>
            </a:pPr>
            <a:r>
              <a:rPr lang="en-US" sz="1800" b="1" dirty="0">
                <a:ea typeface="+mn-lt"/>
                <a:cs typeface="+mn-lt"/>
              </a:rPr>
              <a:t>B. </a:t>
            </a:r>
            <a:r>
              <a:rPr lang="en-US" sz="1800" dirty="0">
                <a:ea typeface="+mn-lt"/>
                <a:cs typeface="+mn-lt"/>
              </a:rPr>
              <a:t> FALSE</a:t>
            </a:r>
            <a:endParaRPr lang="en-US" sz="1800">
              <a:cs typeface="Calibri"/>
            </a:endParaRPr>
          </a:p>
          <a:p>
            <a:pPr algn="just">
              <a:buNone/>
            </a:pPr>
            <a:r>
              <a:rPr lang="en-US" sz="1800" dirty="0">
                <a:solidFill>
                  <a:schemeClr val="accent3"/>
                </a:solidFill>
                <a:latin typeface="Calibri"/>
                <a:cs typeface="Calibri"/>
              </a:rPr>
              <a:t>Answer: B</a:t>
            </a:r>
          </a:p>
          <a:p>
            <a:pPr algn="just">
              <a:buNone/>
            </a:pPr>
            <a:r>
              <a:rPr lang="en-US" sz="1800" b="1" dirty="0">
                <a:latin typeface="Calibri"/>
                <a:cs typeface="Calibri"/>
              </a:rPr>
              <a:t>6. </a:t>
            </a:r>
            <a:r>
              <a:rPr lang="en-US" sz="1800" b="1" dirty="0">
                <a:ea typeface="+mn-lt"/>
                <a:cs typeface="+mn-lt"/>
              </a:rPr>
              <a:t>Which of the following is not a class method?</a:t>
            </a:r>
          </a:p>
          <a:p>
            <a:pPr algn="just">
              <a:buNone/>
            </a:pPr>
            <a:r>
              <a:rPr lang="en-US" sz="1800" dirty="0">
                <a:ea typeface="+mn-lt"/>
                <a:cs typeface="+mn-lt"/>
              </a:rPr>
              <a:t>A. Non-static</a:t>
            </a:r>
          </a:p>
          <a:p>
            <a:pPr algn="just">
              <a:buNone/>
            </a:pPr>
            <a:r>
              <a:rPr lang="en-US" sz="1800" dirty="0">
                <a:ea typeface="+mn-lt"/>
                <a:cs typeface="+mn-lt"/>
              </a:rPr>
              <a:t>B. Static</a:t>
            </a:r>
          </a:p>
          <a:p>
            <a:pPr algn="just">
              <a:buNone/>
            </a:pPr>
            <a:r>
              <a:rPr lang="en-US" sz="1800" dirty="0">
                <a:ea typeface="+mn-lt"/>
                <a:cs typeface="+mn-lt"/>
              </a:rPr>
              <a:t>C. Bounded</a:t>
            </a:r>
          </a:p>
          <a:p>
            <a:pPr algn="just">
              <a:buNone/>
            </a:pPr>
            <a:r>
              <a:rPr lang="en-US" sz="1800" dirty="0">
                <a:ea typeface="+mn-lt"/>
                <a:cs typeface="+mn-lt"/>
              </a:rPr>
              <a:t>D. Unbounded</a:t>
            </a:r>
          </a:p>
          <a:p>
            <a:pPr algn="just">
              <a:buNone/>
            </a:pPr>
            <a:r>
              <a:rPr lang="en-US" sz="1800" err="1">
                <a:solidFill>
                  <a:schemeClr val="accent3"/>
                </a:solidFill>
                <a:ea typeface="+mn-lt"/>
                <a:cs typeface="+mn-lt"/>
              </a:rPr>
              <a:t>Answer:A</a:t>
            </a:r>
          </a:p>
          <a:p>
            <a:pPr algn="just">
              <a:buNone/>
            </a:pPr>
            <a:endParaRPr lang="en-US" sz="1500">
              <a:solidFill>
                <a:srgbClr val="9BBB59"/>
              </a:solidFill>
              <a:latin typeface="Calibri"/>
              <a:cs typeface="Calibri"/>
            </a:endParaRPr>
          </a:p>
          <a:p>
            <a:pPr algn="just">
              <a:buNone/>
            </a:pPr>
            <a:endParaRPr lang="en-US" sz="1500">
              <a:solidFill>
                <a:srgbClr val="9BBB59"/>
              </a:solidFill>
              <a:latin typeface="Calibri"/>
              <a:cs typeface="Calibri"/>
            </a:endParaRPr>
          </a:p>
          <a:p>
            <a:pPr marL="0" indent="0">
              <a:buNone/>
            </a:pPr>
            <a:endParaRPr lang="en-US" sz="1500" b="1">
              <a:solidFill>
                <a:srgbClr val="000000"/>
              </a:solidFill>
              <a:latin typeface="Calibri"/>
              <a:cs typeface="Calibri"/>
            </a:endParaRPr>
          </a:p>
          <a:p>
            <a:pPr marL="0" indent="0">
              <a:buNone/>
            </a:pPr>
            <a:endParaRPr lang="en-US" sz="1500">
              <a:solidFill>
                <a:srgbClr val="9BBB59"/>
              </a:solidFill>
              <a:latin typeface="Calibri"/>
              <a:cs typeface="Calibri"/>
            </a:endParaRPr>
          </a:p>
          <a:p>
            <a:pPr marL="0" indent="0">
              <a:buNone/>
            </a:pPr>
            <a:endParaRPr lang="en-US" sz="1500">
              <a:solidFill>
                <a:srgbClr val="9BBB59"/>
              </a:solidFill>
              <a:latin typeface="Calibri"/>
              <a:cs typeface="Calibri"/>
            </a:endParaRPr>
          </a:p>
          <a:p>
            <a:pPr marL="0" indent="0">
              <a:buNone/>
            </a:pPr>
            <a:endParaRPr lang="en-US" sz="1500">
              <a:latin typeface="Calibri"/>
              <a:cs typeface="Calibri"/>
            </a:endParaRPr>
          </a:p>
          <a:p>
            <a:pPr marL="457200" indent="-457200">
              <a:buAutoNum type="alphaUcPeriod"/>
            </a:pPr>
            <a:endParaRPr lang="en-US" sz="2500" b="1">
              <a:latin typeface="Calibri"/>
              <a:cs typeface="Calibri"/>
            </a:endParaRPr>
          </a:p>
          <a:p>
            <a:pPr algn="just">
              <a:lnSpc>
                <a:spcPct val="150000"/>
              </a:lnSpc>
            </a:pPr>
            <a:endParaRPr lang="en-US" altLang="en-US" sz="2400">
              <a:latin typeface="Times New Roman" panose="02020603050405020304" pitchFamily="18" charset="0"/>
              <a:cs typeface="Times New Roman" panose="02020603050405020304" pitchFamily="18" charset="0"/>
            </a:endParaRPr>
          </a:p>
          <a:p>
            <a:pPr>
              <a:buNone/>
            </a:pPr>
            <a:endParaRPr lang="en-US" altLang="en-US">
              <a:latin typeface="Calibri"/>
              <a:cs typeface="Calibri"/>
            </a:endParaRPr>
          </a:p>
        </p:txBody>
      </p:sp>
      <p:pic>
        <p:nvPicPr>
          <p:cNvPr id="9" name="Picture 8">
            <a:extLst>
              <a:ext uri="{FF2B5EF4-FFF2-40B4-BE49-F238E27FC236}">
                <a16:creationId xmlns:a16="http://schemas.microsoft.com/office/drawing/2014/main" id="{63A3B5F6-9EDE-43E2-8CCD-64B15B83AD3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833" y="3631"/>
            <a:ext cx="1401117" cy="748430"/>
          </a:xfrm>
          <a:prstGeom prst="rect">
            <a:avLst/>
          </a:prstGeom>
        </p:spPr>
      </p:pic>
    </p:spTree>
    <p:extLst>
      <p:ext uri="{BB962C8B-B14F-4D97-AF65-F5344CB8AC3E}">
        <p14:creationId xmlns:p14="http://schemas.microsoft.com/office/powerpoint/2010/main" val="682863920"/>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BDA6C4C-3346-4989-BE36-B565191E7A95}"/>
              </a:ext>
            </a:extLst>
          </p:cNvPr>
          <p:cNvSpPr>
            <a:spLocks noGrp="1"/>
          </p:cNvSpPr>
          <p:nvPr>
            <p:ph idx="1"/>
          </p:nvPr>
        </p:nvSpPr>
        <p:spPr>
          <a:xfrm>
            <a:off x="1600200" y="817563"/>
            <a:ext cx="10439400" cy="5538787"/>
          </a:xfrm>
        </p:spPr>
        <p:txBody>
          <a:bodyPr/>
          <a:lstStyle/>
          <a:p>
            <a:pPr marL="514350" indent="-514350" algn="just">
              <a:buAutoNum type="arabicPeriod"/>
            </a:pPr>
            <a:r>
              <a:rPr lang="en-US" altLang="en-US" sz="2800" dirty="0">
                <a:latin typeface="Times New Roman"/>
                <a:cs typeface="Times New Roman"/>
              </a:rPr>
              <a:t>A class derived from ABC class which belongs to </a:t>
            </a:r>
            <a:r>
              <a:rPr lang="en-US" altLang="en-US" sz="2800" dirty="0" err="1">
                <a:latin typeface="Times New Roman"/>
                <a:cs typeface="Times New Roman"/>
              </a:rPr>
              <a:t>abc</a:t>
            </a:r>
            <a:r>
              <a:rPr lang="en-US" altLang="en-US" sz="2800" dirty="0">
                <a:latin typeface="Times New Roman"/>
                <a:cs typeface="Times New Roman"/>
              </a:rPr>
              <a:t> module, is known as abstract class in Python. </a:t>
            </a:r>
            <a:endParaRPr lang="en-US"/>
          </a:p>
          <a:p>
            <a:pPr marL="514350" indent="-514350" algn="just">
              <a:buAutoNum type="arabicPeriod"/>
            </a:pPr>
            <a:r>
              <a:rPr lang="en-US" altLang="en-US" sz="2800" dirty="0">
                <a:latin typeface="Times New Roman"/>
                <a:cs typeface="Times New Roman"/>
              </a:rPr>
              <a:t>ABC Class is known as Meta Class which means a class that defines the behavior of other classes. So we can say, Meta Class ABC defines that the class which is derived from it becomes an abstract class.</a:t>
            </a:r>
          </a:p>
          <a:p>
            <a:pPr marL="514350" indent="-514350" algn="just">
              <a:buAutoNum type="arabicPeriod"/>
            </a:pPr>
            <a:r>
              <a:rPr lang="en-US" altLang="en-US" sz="2800" dirty="0">
                <a:latin typeface="Times New Roman" panose="02020603050405020304" pitchFamily="18" charset="0"/>
                <a:cs typeface="Times New Roman" panose="02020603050405020304" pitchFamily="18" charset="0"/>
              </a:rPr>
              <a:t>Abstract Class can have abstract method and concrete methods. </a:t>
            </a:r>
          </a:p>
          <a:p>
            <a:pPr marL="514350" indent="-514350" algn="just">
              <a:buAutoNum type="arabicPeriod"/>
            </a:pPr>
            <a:r>
              <a:rPr lang="en-US" altLang="en-US" sz="2800" dirty="0">
                <a:latin typeface="Times New Roman" panose="02020603050405020304" pitchFamily="18" charset="0"/>
                <a:cs typeface="Times New Roman" panose="02020603050405020304" pitchFamily="18" charset="0"/>
              </a:rPr>
              <a:t>Abstract Class needs to be extended and its method implemented. </a:t>
            </a:r>
          </a:p>
          <a:p>
            <a:pPr marL="514350" indent="-514350" algn="just">
              <a:buAutoNum type="arabicPeriod"/>
            </a:pPr>
            <a:r>
              <a:rPr lang="en-US" altLang="en-US" sz="2800" dirty="0">
                <a:latin typeface="Times New Roman"/>
                <a:cs typeface="Times New Roman"/>
              </a:rPr>
              <a:t>PVM can not create objects of an abstract class.</a:t>
            </a:r>
          </a:p>
        </p:txBody>
      </p:sp>
      <p:sp>
        <p:nvSpPr>
          <p:cNvPr id="4" name="Date Placeholder 3">
            <a:extLst>
              <a:ext uri="{FF2B5EF4-FFF2-40B4-BE49-F238E27FC236}">
                <a16:creationId xmlns:a16="http://schemas.microsoft.com/office/drawing/2014/main" id="{0EA352C5-1240-43A7-B290-17A4BAB14FDB}"/>
              </a:ext>
            </a:extLst>
          </p:cNvPr>
          <p:cNvSpPr>
            <a:spLocks noGrp="1"/>
          </p:cNvSpPr>
          <p:nvPr>
            <p:ph type="dt" sz="quarter" idx="10"/>
          </p:nvPr>
        </p:nvSpPr>
        <p:spPr/>
        <p:txBody>
          <a:bodyPr/>
          <a:lstStyle/>
          <a:p>
            <a:pPr>
              <a:defRPr/>
            </a:pPr>
            <a:fld id="{C0B64C07-A843-449C-96A4-A1520B7ADEF8}" type="datetime1">
              <a:rPr lang="en-US" smtClean="0"/>
              <a:pPr>
                <a:defRPr/>
              </a:pPr>
              <a:t>5/17/2022</a:t>
            </a:fld>
            <a:endParaRPr lang="en-US"/>
          </a:p>
        </p:txBody>
      </p:sp>
      <p:sp>
        <p:nvSpPr>
          <p:cNvPr id="5" name="Footer Placeholder 4">
            <a:extLst>
              <a:ext uri="{FF2B5EF4-FFF2-40B4-BE49-F238E27FC236}">
                <a16:creationId xmlns:a16="http://schemas.microsoft.com/office/drawing/2014/main" id="{F100CDF0-00D8-4D3D-88D7-50A93C507185}"/>
              </a:ext>
            </a:extLst>
          </p:cNvPr>
          <p:cNvSpPr>
            <a:spLocks noGrp="1"/>
          </p:cNvSpPr>
          <p:nvPr>
            <p:ph type="ftr" sz="quarter" idx="11"/>
          </p:nvPr>
        </p:nvSpPr>
        <p:spPr>
          <a:xfrm>
            <a:off x="2895600" y="6356350"/>
            <a:ext cx="6781800" cy="365125"/>
          </a:xfrm>
        </p:spPr>
        <p:txBody>
          <a:bodyPr/>
          <a:lstStyle/>
          <a:p>
            <a:pPr>
              <a:defRPr/>
            </a:pPr>
            <a:r>
              <a:rPr lang="en-US" dirty="0"/>
              <a:t>(Programming in Advanced Python)                                 Unit No:2</a:t>
            </a:r>
          </a:p>
        </p:txBody>
      </p:sp>
      <p:sp>
        <p:nvSpPr>
          <p:cNvPr id="78853" name="Slide Number Placeholder 5">
            <a:extLst>
              <a:ext uri="{FF2B5EF4-FFF2-40B4-BE49-F238E27FC236}">
                <a16:creationId xmlns:a16="http://schemas.microsoft.com/office/drawing/2014/main" id="{4DD6BA4C-0E33-4F59-9D2B-5174F61DD3A7}"/>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57567CEA-B6B8-4F8B-ADD1-090F118BC16C}" type="slidenum">
              <a:rPr lang="en-US" altLang="en-US" sz="1200" dirty="0">
                <a:solidFill>
                  <a:srgbClr val="898989"/>
                </a:solidFill>
              </a:rPr>
              <a:pPr>
                <a:spcBef>
                  <a:spcPct val="0"/>
                </a:spcBef>
                <a:buFontTx/>
                <a:buNone/>
              </a:pPr>
              <a:t>118</a:t>
            </a:fld>
            <a:endParaRPr lang="en-US" altLang="en-US" sz="1200" dirty="0">
              <a:solidFill>
                <a:srgbClr val="898989"/>
              </a:solidFill>
            </a:endParaRPr>
          </a:p>
        </p:txBody>
      </p:sp>
      <p:sp>
        <p:nvSpPr>
          <p:cNvPr id="8" name="Title 1">
            <a:extLst>
              <a:ext uri="{FF2B5EF4-FFF2-40B4-BE49-F238E27FC236}">
                <a16:creationId xmlns:a16="http://schemas.microsoft.com/office/drawing/2014/main" id="{D70CCA8A-0B9B-4E4C-B036-379AEE894A07}"/>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US" sz="3200" b="1" dirty="0">
                <a:latin typeface="Times New Roman" panose="02020603050405020304" pitchFamily="18" charset="0"/>
                <a:cs typeface="Times New Roman" pitchFamily="18" charset="0"/>
              </a:rPr>
              <a:t>Abstract Class(CO2)</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6CEF8471-1C09-4C41-9976-1E567DE56ABD}"/>
              </a:ext>
            </a:extLst>
          </p:cNvPr>
          <p:cNvSpPr>
            <a:spLocks noGrp="1"/>
          </p:cNvSpPr>
          <p:nvPr>
            <p:ph type="dt" sz="quarter" idx="10"/>
          </p:nvPr>
        </p:nvSpPr>
        <p:spPr/>
        <p:txBody>
          <a:bodyPr/>
          <a:lstStyle/>
          <a:p>
            <a:pPr>
              <a:defRPr/>
            </a:pPr>
            <a:fld id="{9334E2B7-D3F2-486E-82CA-586DFFA5C871}" type="datetime1">
              <a:rPr lang="en-US" smtClean="0"/>
              <a:pPr>
                <a:defRPr/>
              </a:pPr>
              <a:t>5/17/2022</a:t>
            </a:fld>
            <a:endParaRPr lang="en-US"/>
          </a:p>
        </p:txBody>
      </p:sp>
      <p:sp>
        <p:nvSpPr>
          <p:cNvPr id="5" name="Footer Placeholder 4">
            <a:extLst>
              <a:ext uri="{FF2B5EF4-FFF2-40B4-BE49-F238E27FC236}">
                <a16:creationId xmlns:a16="http://schemas.microsoft.com/office/drawing/2014/main" id="{E216F0A2-3EAD-4198-B16D-0BCEF08D18C1}"/>
              </a:ext>
            </a:extLst>
          </p:cNvPr>
          <p:cNvSpPr>
            <a:spLocks noGrp="1"/>
          </p:cNvSpPr>
          <p:nvPr>
            <p:ph type="ftr" sz="quarter" idx="11"/>
          </p:nvPr>
        </p:nvSpPr>
        <p:spPr>
          <a:xfrm>
            <a:off x="2895600" y="6356350"/>
            <a:ext cx="6781800" cy="365125"/>
          </a:xfrm>
        </p:spPr>
        <p:txBody>
          <a:bodyPr/>
          <a:lstStyle/>
          <a:p>
            <a:pPr>
              <a:defRPr/>
            </a:pPr>
            <a:r>
              <a:rPr lang="en-US" dirty="0"/>
              <a:t>(Programming in Advanced Python)                                 Unit No:2</a:t>
            </a:r>
          </a:p>
        </p:txBody>
      </p:sp>
      <p:sp>
        <p:nvSpPr>
          <p:cNvPr id="79876" name="Slide Number Placeholder 5">
            <a:extLst>
              <a:ext uri="{FF2B5EF4-FFF2-40B4-BE49-F238E27FC236}">
                <a16:creationId xmlns:a16="http://schemas.microsoft.com/office/drawing/2014/main" id="{05C3B782-7DBD-4DE5-9ADF-0F1CCAFC5CD4}"/>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C541E1C2-2228-403D-AA42-9F39A5F6B0E7}" type="slidenum">
              <a:rPr lang="en-US" altLang="en-US" sz="1200" dirty="0">
                <a:solidFill>
                  <a:srgbClr val="898989"/>
                </a:solidFill>
              </a:rPr>
              <a:pPr>
                <a:spcBef>
                  <a:spcPct val="0"/>
                </a:spcBef>
                <a:buFontTx/>
                <a:buNone/>
              </a:pPr>
              <a:t>119</a:t>
            </a:fld>
            <a:endParaRPr lang="en-US" altLang="en-US" sz="1200" dirty="0">
              <a:solidFill>
                <a:srgbClr val="898989"/>
              </a:solidFill>
            </a:endParaRPr>
          </a:p>
        </p:txBody>
      </p:sp>
      <p:sp>
        <p:nvSpPr>
          <p:cNvPr id="8" name="Title 1">
            <a:extLst>
              <a:ext uri="{FF2B5EF4-FFF2-40B4-BE49-F238E27FC236}">
                <a16:creationId xmlns:a16="http://schemas.microsoft.com/office/drawing/2014/main" id="{8E1C1E95-EB3B-4FBF-80F0-0B8C05C78CC7}"/>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US" sz="3200" b="1" dirty="0">
                <a:latin typeface="Times New Roman" panose="02020603050405020304" pitchFamily="18" charset="0"/>
                <a:cs typeface="Times New Roman" pitchFamily="18" charset="0"/>
              </a:rPr>
              <a:t>Abstract Class Program(CO2)</a:t>
            </a:r>
          </a:p>
        </p:txBody>
      </p:sp>
      <p:pic>
        <p:nvPicPr>
          <p:cNvPr id="79879" name="Picture 1">
            <a:extLst>
              <a:ext uri="{FF2B5EF4-FFF2-40B4-BE49-F238E27FC236}">
                <a16:creationId xmlns:a16="http://schemas.microsoft.com/office/drawing/2014/main" id="{BE1D2BF5-B5E7-4C48-A844-2895E67474A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914400"/>
            <a:ext cx="96012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6CEF8471-1C09-4C41-9976-1E567DE56ABD}"/>
              </a:ext>
            </a:extLst>
          </p:cNvPr>
          <p:cNvSpPr>
            <a:spLocks noGrp="1"/>
          </p:cNvSpPr>
          <p:nvPr>
            <p:ph type="dt" sz="quarter" idx="10"/>
          </p:nvPr>
        </p:nvSpPr>
        <p:spPr/>
        <p:txBody>
          <a:bodyPr/>
          <a:lstStyle/>
          <a:p>
            <a:pPr>
              <a:defRPr/>
            </a:pPr>
            <a:fld id="{955FCDDF-86AA-4730-8A85-9B46BB4D365A}" type="datetime1">
              <a:rPr lang="en-US" smtClean="0"/>
              <a:pPr>
                <a:defRPr/>
              </a:pPr>
              <a:t>5/17/2022</a:t>
            </a:fld>
            <a:endParaRPr lang="en-US"/>
          </a:p>
        </p:txBody>
      </p:sp>
      <p:sp>
        <p:nvSpPr>
          <p:cNvPr id="5" name="Footer Placeholder 4">
            <a:extLst>
              <a:ext uri="{FF2B5EF4-FFF2-40B4-BE49-F238E27FC236}">
                <a16:creationId xmlns:a16="http://schemas.microsoft.com/office/drawing/2014/main" id="{E216F0A2-3EAD-4198-B16D-0BCEF08D18C1}"/>
              </a:ext>
            </a:extLst>
          </p:cNvPr>
          <p:cNvSpPr>
            <a:spLocks noGrp="1"/>
          </p:cNvSpPr>
          <p:nvPr>
            <p:ph type="ftr" sz="quarter" idx="11"/>
          </p:nvPr>
        </p:nvSpPr>
        <p:spPr>
          <a:xfrm>
            <a:off x="2895600" y="6356350"/>
            <a:ext cx="6781800" cy="365125"/>
          </a:xfrm>
        </p:spPr>
        <p:txBody>
          <a:bodyPr/>
          <a:lstStyle/>
          <a:p>
            <a:pPr>
              <a:defRPr/>
            </a:pPr>
            <a:r>
              <a:rPr lang="en-US" dirty="0"/>
              <a:t>(Programming in Advanced Python)                                 Unit No:2</a:t>
            </a:r>
          </a:p>
        </p:txBody>
      </p:sp>
      <p:sp>
        <p:nvSpPr>
          <p:cNvPr id="79876" name="Slide Number Placeholder 5">
            <a:extLst>
              <a:ext uri="{FF2B5EF4-FFF2-40B4-BE49-F238E27FC236}">
                <a16:creationId xmlns:a16="http://schemas.microsoft.com/office/drawing/2014/main" id="{05C3B782-7DBD-4DE5-9ADF-0F1CCAFC5CD4}"/>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C541E1C2-2228-403D-AA42-9F39A5F6B0E7}" type="slidenum">
              <a:rPr lang="en-US" altLang="en-US" sz="1200" dirty="0">
                <a:solidFill>
                  <a:srgbClr val="898989"/>
                </a:solidFill>
              </a:rPr>
              <a:pPr>
                <a:spcBef>
                  <a:spcPct val="0"/>
                </a:spcBef>
                <a:buFontTx/>
                <a:buNone/>
              </a:pPr>
              <a:t>120</a:t>
            </a:fld>
            <a:endParaRPr lang="en-US" altLang="en-US" sz="1200" dirty="0">
              <a:solidFill>
                <a:srgbClr val="898989"/>
              </a:solidFill>
            </a:endParaRPr>
          </a:p>
        </p:txBody>
      </p:sp>
      <p:sp>
        <p:nvSpPr>
          <p:cNvPr id="8" name="Title 1">
            <a:extLst>
              <a:ext uri="{FF2B5EF4-FFF2-40B4-BE49-F238E27FC236}">
                <a16:creationId xmlns:a16="http://schemas.microsoft.com/office/drawing/2014/main" id="{8E1C1E95-EB3B-4FBF-80F0-0B8C05C78CC7}"/>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US" sz="3200" b="1" dirty="0">
                <a:latin typeface="Times New Roman" panose="02020603050405020304" pitchFamily="18" charset="0"/>
                <a:cs typeface="Times New Roman" pitchFamily="18" charset="0"/>
              </a:rPr>
              <a:t>Abstract Class Program(CO2)</a:t>
            </a:r>
          </a:p>
        </p:txBody>
      </p:sp>
      <p:pic>
        <p:nvPicPr>
          <p:cNvPr id="2" name="Picture 2" descr="Text, letter&#10;&#10;Description automatically generated">
            <a:extLst>
              <a:ext uri="{FF2B5EF4-FFF2-40B4-BE49-F238E27FC236}">
                <a16:creationId xmlns:a16="http://schemas.microsoft.com/office/drawing/2014/main" id="{9BC57B29-4C8D-4078-95C5-15355FA83238}"/>
              </a:ext>
            </a:extLst>
          </p:cNvPr>
          <p:cNvPicPr>
            <a:picLocks noChangeAspect="1"/>
          </p:cNvPicPr>
          <p:nvPr/>
        </p:nvPicPr>
        <p:blipFill rotWithShape="1">
          <a:blip r:embed="rId2"/>
          <a:srcRect t="29167" r="523" b="-1389"/>
          <a:stretch/>
        </p:blipFill>
        <p:spPr>
          <a:xfrm>
            <a:off x="3046807" y="3267132"/>
            <a:ext cx="5460559" cy="1500629"/>
          </a:xfrm>
          <a:prstGeom prst="rect">
            <a:avLst/>
          </a:prstGeom>
        </p:spPr>
      </p:pic>
      <p:sp>
        <p:nvSpPr>
          <p:cNvPr id="3" name="Rectangle 2">
            <a:extLst>
              <a:ext uri="{FF2B5EF4-FFF2-40B4-BE49-F238E27FC236}">
                <a16:creationId xmlns:a16="http://schemas.microsoft.com/office/drawing/2014/main" id="{2D74B3C1-0126-4DF6-B056-6FD2820DC123}"/>
              </a:ext>
            </a:extLst>
          </p:cNvPr>
          <p:cNvSpPr/>
          <p:nvPr/>
        </p:nvSpPr>
        <p:spPr>
          <a:xfrm>
            <a:off x="4100423" y="2137914"/>
            <a:ext cx="2458527" cy="79075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FF0000"/>
                </a:solidFill>
                <a:cs typeface="Calibri"/>
              </a:rPr>
              <a:t>OUTPUT</a:t>
            </a:r>
            <a:endParaRPr lang="en-US" sz="2400" dirty="0">
              <a:solidFill>
                <a:srgbClr val="FF0000"/>
              </a:solidFill>
            </a:endParaRPr>
          </a:p>
        </p:txBody>
      </p:sp>
    </p:spTree>
    <p:extLst>
      <p:ext uri="{BB962C8B-B14F-4D97-AF65-F5344CB8AC3E}">
        <p14:creationId xmlns:p14="http://schemas.microsoft.com/office/powerpoint/2010/main" val="25674629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6FBD1A-4A65-406C-91F8-A139FE1FFB0B}"/>
              </a:ext>
            </a:extLst>
          </p:cNvPr>
          <p:cNvSpPr>
            <a:spLocks noGrp="1"/>
          </p:cNvSpPr>
          <p:nvPr>
            <p:ph idx="1"/>
          </p:nvPr>
        </p:nvSpPr>
        <p:spPr>
          <a:xfrm>
            <a:off x="1542691" y="773502"/>
            <a:ext cx="10210800" cy="5137150"/>
          </a:xfrm>
        </p:spPr>
        <p:txBody>
          <a:bodyPr/>
          <a:lstStyle/>
          <a:p>
            <a:pPr marL="0" indent="0">
              <a:buNone/>
            </a:pPr>
            <a:r>
              <a:rPr lang="en-US" altLang="en-US" sz="2800" dirty="0">
                <a:latin typeface="Times New Roman"/>
                <a:cs typeface="Times New Roman"/>
              </a:rPr>
              <a:t>An abstract method is a method whose action is redefined in the child classes as per the requirement of the object. </a:t>
            </a:r>
            <a:endParaRPr lang="en-US" altLang="en-US" sz="280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en-US" sz="2800" dirty="0">
                <a:latin typeface="Times New Roman" panose="02020603050405020304" pitchFamily="18" charset="0"/>
                <a:cs typeface="Times New Roman" panose="02020603050405020304" pitchFamily="18" charset="0"/>
              </a:rPr>
              <a:t>We can declare a method as abstract method by using @abstractmethod decorator.</a:t>
            </a:r>
          </a:p>
          <a:p>
            <a:pPr marL="0" indent="0">
              <a:buFont typeface="Arial" panose="020B0604020202020204" pitchFamily="34" charset="0"/>
              <a:buNone/>
            </a:pPr>
            <a:r>
              <a:rPr lang="en-US" altLang="en-US" sz="2800" dirty="0">
                <a:latin typeface="Times New Roman" panose="02020603050405020304" pitchFamily="18" charset="0"/>
                <a:cs typeface="Times New Roman" panose="02020603050405020304" pitchFamily="18" charset="0"/>
              </a:rPr>
              <a:t>Ex:- </a:t>
            </a:r>
          </a:p>
          <a:p>
            <a:pPr marL="0" indent="0">
              <a:buFont typeface="Arial" panose="020B0604020202020204" pitchFamily="34" charset="0"/>
              <a:buNone/>
            </a:pPr>
            <a:r>
              <a:rPr lang="en-US" altLang="en-US" sz="2800" dirty="0">
                <a:latin typeface="Times New Roman" panose="02020603050405020304" pitchFamily="18" charset="0"/>
                <a:cs typeface="Times New Roman" panose="02020603050405020304" pitchFamily="18" charset="0"/>
              </a:rPr>
              <a:t>from </a:t>
            </a:r>
            <a:r>
              <a:rPr lang="en-US" altLang="en-US" sz="2800" dirty="0" err="1">
                <a:latin typeface="Times New Roman" panose="02020603050405020304" pitchFamily="18" charset="0"/>
                <a:cs typeface="Times New Roman" panose="02020603050405020304" pitchFamily="18" charset="0"/>
              </a:rPr>
              <a:t>abc</a:t>
            </a:r>
            <a:r>
              <a:rPr lang="en-US" altLang="en-US" sz="2800" dirty="0">
                <a:latin typeface="Times New Roman" panose="02020603050405020304" pitchFamily="18" charset="0"/>
                <a:cs typeface="Times New Roman" panose="02020603050405020304" pitchFamily="18" charset="0"/>
              </a:rPr>
              <a:t> import ABC, </a:t>
            </a:r>
            <a:r>
              <a:rPr lang="en-US" altLang="en-US" sz="2800" dirty="0" err="1">
                <a:latin typeface="Times New Roman" panose="02020603050405020304" pitchFamily="18" charset="0"/>
                <a:cs typeface="Times New Roman" panose="02020603050405020304" pitchFamily="18" charset="0"/>
              </a:rPr>
              <a:t>abstractmethod</a:t>
            </a:r>
            <a:endParaRPr lang="en-US" altLang="en-US" sz="28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en-US" sz="2800" dirty="0">
                <a:latin typeface="Times New Roman" panose="02020603050405020304" pitchFamily="18" charset="0"/>
                <a:cs typeface="Times New Roman" panose="02020603050405020304" pitchFamily="18" charset="0"/>
              </a:rPr>
              <a:t>Class Father(ABC):</a:t>
            </a:r>
          </a:p>
          <a:p>
            <a:pPr marL="0" indent="0">
              <a:buFont typeface="Arial" panose="020B0604020202020204" pitchFamily="34" charset="0"/>
              <a:buNone/>
            </a:pPr>
            <a:r>
              <a:rPr lang="en-US" altLang="en-US" sz="2800" dirty="0">
                <a:latin typeface="Times New Roman" panose="02020603050405020304" pitchFamily="18" charset="0"/>
                <a:cs typeface="Times New Roman" panose="02020603050405020304" pitchFamily="18" charset="0"/>
              </a:rPr>
              <a:t>       @abstractmethod</a:t>
            </a:r>
          </a:p>
          <a:p>
            <a:pPr marL="0" indent="0">
              <a:buFont typeface="Arial" panose="020B0604020202020204" pitchFamily="34" charset="0"/>
              <a:buNone/>
            </a:pPr>
            <a:r>
              <a:rPr lang="en-US" altLang="en-US" sz="2800" dirty="0">
                <a:latin typeface="Times New Roman" panose="02020603050405020304" pitchFamily="18" charset="0"/>
                <a:cs typeface="Times New Roman" panose="02020603050405020304" pitchFamily="18" charset="0"/>
              </a:rPr>
              <a:t>        def </a:t>
            </a:r>
            <a:r>
              <a:rPr lang="en-US" altLang="en-US" sz="2800" dirty="0" err="1">
                <a:latin typeface="Times New Roman" panose="02020603050405020304" pitchFamily="18" charset="0"/>
                <a:cs typeface="Times New Roman" panose="02020603050405020304" pitchFamily="18" charset="0"/>
              </a:rPr>
              <a:t>disp</a:t>
            </a:r>
            <a:r>
              <a:rPr lang="en-US" altLang="en-US" sz="2800" dirty="0">
                <a:latin typeface="Times New Roman" panose="02020603050405020304" pitchFamily="18" charset="0"/>
                <a:cs typeface="Times New Roman" panose="02020603050405020304" pitchFamily="18" charset="0"/>
              </a:rPr>
              <a:t>(self):</a:t>
            </a:r>
          </a:p>
          <a:p>
            <a:pPr marL="0" indent="0">
              <a:buFont typeface="Arial" panose="020B0604020202020204" pitchFamily="34" charset="0"/>
              <a:buNone/>
            </a:pPr>
            <a:r>
              <a:rPr lang="en-US" altLang="en-US" sz="2800" dirty="0">
                <a:latin typeface="Times New Roman" panose="02020603050405020304" pitchFamily="18" charset="0"/>
                <a:cs typeface="Times New Roman" panose="02020603050405020304" pitchFamily="18" charset="0"/>
              </a:rPr>
              <a:t>                pass</a:t>
            </a:r>
          </a:p>
        </p:txBody>
      </p:sp>
      <p:sp>
        <p:nvSpPr>
          <p:cNvPr id="4" name="Date Placeholder 3">
            <a:extLst>
              <a:ext uri="{FF2B5EF4-FFF2-40B4-BE49-F238E27FC236}">
                <a16:creationId xmlns:a16="http://schemas.microsoft.com/office/drawing/2014/main" id="{7523DD16-EB6B-42EB-A880-9680928E8231}"/>
              </a:ext>
            </a:extLst>
          </p:cNvPr>
          <p:cNvSpPr>
            <a:spLocks noGrp="1"/>
          </p:cNvSpPr>
          <p:nvPr>
            <p:ph type="dt" sz="quarter" idx="10"/>
          </p:nvPr>
        </p:nvSpPr>
        <p:spPr/>
        <p:txBody>
          <a:bodyPr/>
          <a:lstStyle/>
          <a:p>
            <a:pPr>
              <a:defRPr/>
            </a:pPr>
            <a:fld id="{4D2F1F3E-6F05-40AC-A03E-2743AC358D04}" type="datetime1">
              <a:rPr lang="en-US" smtClean="0"/>
              <a:pPr>
                <a:defRPr/>
              </a:pPr>
              <a:t>5/17/2022</a:t>
            </a:fld>
            <a:endParaRPr lang="en-US"/>
          </a:p>
        </p:txBody>
      </p:sp>
      <p:sp>
        <p:nvSpPr>
          <p:cNvPr id="5" name="Footer Placeholder 4">
            <a:extLst>
              <a:ext uri="{FF2B5EF4-FFF2-40B4-BE49-F238E27FC236}">
                <a16:creationId xmlns:a16="http://schemas.microsoft.com/office/drawing/2014/main" id="{72CF6C3C-3E27-45A2-8433-FF97963A759C}"/>
              </a:ext>
            </a:extLst>
          </p:cNvPr>
          <p:cNvSpPr>
            <a:spLocks noGrp="1"/>
          </p:cNvSpPr>
          <p:nvPr>
            <p:ph type="ftr" sz="quarter" idx="11"/>
          </p:nvPr>
        </p:nvSpPr>
        <p:spPr>
          <a:xfrm>
            <a:off x="2895600" y="6356350"/>
            <a:ext cx="6705600" cy="365125"/>
          </a:xfrm>
        </p:spPr>
        <p:txBody>
          <a:bodyPr/>
          <a:lstStyle/>
          <a:p>
            <a:pPr>
              <a:defRPr/>
            </a:pPr>
            <a:r>
              <a:rPr lang="en-US" dirty="0"/>
              <a:t>(Programming in Advanced Python)                                 Unit No:2</a:t>
            </a:r>
          </a:p>
        </p:txBody>
      </p:sp>
      <p:sp>
        <p:nvSpPr>
          <p:cNvPr id="80901" name="Slide Number Placeholder 5">
            <a:extLst>
              <a:ext uri="{FF2B5EF4-FFF2-40B4-BE49-F238E27FC236}">
                <a16:creationId xmlns:a16="http://schemas.microsoft.com/office/drawing/2014/main" id="{4ECE5B06-9480-4B58-A187-CB9E8AE47FCF}"/>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D3912BBC-E26D-49BF-9D96-DF64FA61585E}" type="slidenum">
              <a:rPr lang="en-US" altLang="en-US" sz="1200" dirty="0">
                <a:solidFill>
                  <a:srgbClr val="898989"/>
                </a:solidFill>
              </a:rPr>
              <a:pPr>
                <a:spcBef>
                  <a:spcPct val="0"/>
                </a:spcBef>
                <a:buFontTx/>
                <a:buNone/>
              </a:pPr>
              <a:t>121</a:t>
            </a:fld>
            <a:endParaRPr lang="en-US" altLang="en-US" sz="1200" dirty="0">
              <a:solidFill>
                <a:srgbClr val="898989"/>
              </a:solidFill>
            </a:endParaRPr>
          </a:p>
        </p:txBody>
      </p:sp>
      <p:sp>
        <p:nvSpPr>
          <p:cNvPr id="8" name="Title 1">
            <a:extLst>
              <a:ext uri="{FF2B5EF4-FFF2-40B4-BE49-F238E27FC236}">
                <a16:creationId xmlns:a16="http://schemas.microsoft.com/office/drawing/2014/main" id="{57C58BB3-0642-41D4-83FB-D532C0BEBFA6}"/>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US" sz="3200" b="1" dirty="0">
                <a:latin typeface="Times New Roman" panose="02020603050405020304" pitchFamily="18" charset="0"/>
                <a:cs typeface="Times New Roman" pitchFamily="18" charset="0"/>
              </a:rPr>
              <a:t>Abstract Method(CO2)</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F9BA09A-4567-4B9C-8FF9-C886C7A03F0E}"/>
              </a:ext>
            </a:extLst>
          </p:cNvPr>
          <p:cNvSpPr>
            <a:spLocks noGrp="1"/>
          </p:cNvSpPr>
          <p:nvPr>
            <p:ph idx="1"/>
          </p:nvPr>
        </p:nvSpPr>
        <p:spPr>
          <a:xfrm>
            <a:off x="1604513" y="750498"/>
            <a:ext cx="10287000" cy="5256362"/>
          </a:xfrm>
        </p:spPr>
        <p:txBody>
          <a:bodyPr/>
          <a:lstStyle/>
          <a:p>
            <a:pPr marL="0" indent="0">
              <a:buFont typeface="Arial" panose="020B0604020202020204" pitchFamily="34" charset="0"/>
              <a:buNone/>
            </a:pPr>
            <a:r>
              <a:rPr lang="en-US" altLang="en-US" sz="2800" dirty="0">
                <a:latin typeface="Times New Roman" panose="02020603050405020304" pitchFamily="18" charset="0"/>
                <a:cs typeface="Times New Roman" panose="02020603050405020304" pitchFamily="18" charset="0"/>
              </a:rPr>
              <a:t>A Concrete method is a method whose action is defined in the abstract class itself. </a:t>
            </a:r>
          </a:p>
          <a:p>
            <a:pPr marL="0" indent="0">
              <a:buFont typeface="Arial" panose="020B0604020202020204" pitchFamily="34" charset="0"/>
              <a:buNone/>
            </a:pPr>
            <a:r>
              <a:rPr lang="en-US" altLang="en-US" sz="2400" dirty="0">
                <a:latin typeface="Times New Roman" panose="02020603050405020304" pitchFamily="18" charset="0"/>
                <a:cs typeface="Times New Roman" panose="02020603050405020304" pitchFamily="18" charset="0"/>
              </a:rPr>
              <a:t>Ex:- </a:t>
            </a:r>
          </a:p>
          <a:p>
            <a:pPr marL="0" indent="0">
              <a:buFont typeface="Arial" panose="020B0604020202020204" pitchFamily="34" charset="0"/>
              <a:buNone/>
            </a:pPr>
            <a:r>
              <a:rPr lang="en-US" altLang="en-US" sz="2400" dirty="0">
                <a:latin typeface="Times New Roman" panose="02020603050405020304" pitchFamily="18" charset="0"/>
                <a:cs typeface="Times New Roman" panose="02020603050405020304" pitchFamily="18" charset="0"/>
              </a:rPr>
              <a:t>from </a:t>
            </a:r>
            <a:r>
              <a:rPr lang="en-US" altLang="en-US" sz="2400" dirty="0" err="1">
                <a:latin typeface="Times New Roman" panose="02020603050405020304" pitchFamily="18" charset="0"/>
                <a:cs typeface="Times New Roman" panose="02020603050405020304" pitchFamily="18" charset="0"/>
              </a:rPr>
              <a:t>abc</a:t>
            </a:r>
            <a:r>
              <a:rPr lang="en-US" altLang="en-US" sz="2400" dirty="0">
                <a:latin typeface="Times New Roman" panose="02020603050405020304" pitchFamily="18" charset="0"/>
                <a:cs typeface="Times New Roman" panose="02020603050405020304" pitchFamily="18" charset="0"/>
              </a:rPr>
              <a:t> import ABC, </a:t>
            </a:r>
            <a:r>
              <a:rPr lang="en-US" altLang="en-US" sz="2400" dirty="0" err="1">
                <a:latin typeface="Times New Roman" panose="02020603050405020304" pitchFamily="18" charset="0"/>
                <a:cs typeface="Times New Roman" panose="02020603050405020304" pitchFamily="18" charset="0"/>
              </a:rPr>
              <a:t>abstractmethod</a:t>
            </a:r>
            <a:endParaRPr lang="en-US" altLang="en-US" sz="24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en-US" sz="2400" dirty="0">
                <a:latin typeface="Times New Roman" panose="02020603050405020304" pitchFamily="18" charset="0"/>
                <a:cs typeface="Times New Roman" panose="02020603050405020304" pitchFamily="18" charset="0"/>
              </a:rPr>
              <a:t>Class Father(ABC):</a:t>
            </a:r>
          </a:p>
          <a:p>
            <a:pPr marL="0" indent="0">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a:t>
            </a:r>
            <a:r>
              <a:rPr lang="en-US" altLang="en-US" sz="2400" dirty="0">
                <a:latin typeface="Times New Roman" panose="02020603050405020304" pitchFamily="18" charset="0"/>
                <a:cs typeface="Times New Roman" panose="02020603050405020304" pitchFamily="18" charset="0"/>
              </a:rPr>
              <a:t>@abstractmethod</a:t>
            </a:r>
          </a:p>
          <a:p>
            <a:pPr marL="0" indent="0">
              <a:buFont typeface="Arial" panose="020B0604020202020204" pitchFamily="34" charset="0"/>
              <a:buNone/>
            </a:pPr>
            <a:r>
              <a:rPr lang="en-US" altLang="en-US" sz="2400" dirty="0">
                <a:latin typeface="Times New Roman" panose="02020603050405020304" pitchFamily="18" charset="0"/>
                <a:cs typeface="Times New Roman" panose="02020603050405020304" pitchFamily="18" charset="0"/>
              </a:rPr>
              <a:t>        def </a:t>
            </a:r>
            <a:r>
              <a:rPr lang="en-US" altLang="en-US" sz="2400" dirty="0" err="1">
                <a:latin typeface="Times New Roman" panose="02020603050405020304" pitchFamily="18" charset="0"/>
                <a:cs typeface="Times New Roman" panose="02020603050405020304" pitchFamily="18" charset="0"/>
              </a:rPr>
              <a:t>disp</a:t>
            </a:r>
            <a:r>
              <a:rPr lang="en-US" altLang="en-US" sz="2400" dirty="0">
                <a:latin typeface="Times New Roman" panose="02020603050405020304" pitchFamily="18" charset="0"/>
                <a:cs typeface="Times New Roman" panose="02020603050405020304" pitchFamily="18" charset="0"/>
              </a:rPr>
              <a:t>(self):</a:t>
            </a:r>
          </a:p>
          <a:p>
            <a:pPr marL="0" indent="0">
              <a:buFont typeface="Arial" panose="020B0604020202020204" pitchFamily="34" charset="0"/>
              <a:buNone/>
            </a:pPr>
            <a:r>
              <a:rPr lang="en-US" altLang="en-US" sz="2400" dirty="0">
                <a:latin typeface="Times New Roman" panose="02020603050405020304" pitchFamily="18" charset="0"/>
                <a:cs typeface="Times New Roman" panose="02020603050405020304" pitchFamily="18" charset="0"/>
              </a:rPr>
              <a:t>                pass</a:t>
            </a:r>
          </a:p>
          <a:p>
            <a:pPr marL="0" indent="0">
              <a:buFont typeface="Arial" panose="020B0604020202020204" pitchFamily="34" charset="0"/>
              <a:buNone/>
            </a:pPr>
            <a:r>
              <a:rPr lang="en-US" altLang="en-US" sz="2400" dirty="0">
                <a:latin typeface="Times New Roman" panose="02020603050405020304" pitchFamily="18" charset="0"/>
                <a:cs typeface="Times New Roman" panose="02020603050405020304" pitchFamily="18" charset="0"/>
              </a:rPr>
              <a:t>        def show(self):</a:t>
            </a:r>
          </a:p>
          <a:p>
            <a:pPr marL="0" indent="0">
              <a:buFont typeface="Arial" panose="020B0604020202020204" pitchFamily="34" charset="0"/>
              <a:buNone/>
            </a:pPr>
            <a:r>
              <a:rPr lang="en-US" altLang="en-US" sz="2400" dirty="0">
                <a:latin typeface="Times New Roman" panose="02020603050405020304" pitchFamily="18" charset="0"/>
                <a:cs typeface="Times New Roman" panose="02020603050405020304" pitchFamily="18" charset="0"/>
              </a:rPr>
              <a:t>                print(“Concrete Method”)</a:t>
            </a:r>
          </a:p>
        </p:txBody>
      </p:sp>
      <p:sp>
        <p:nvSpPr>
          <p:cNvPr id="4" name="Right Brace 3">
            <a:extLst>
              <a:ext uri="{FF2B5EF4-FFF2-40B4-BE49-F238E27FC236}">
                <a16:creationId xmlns:a16="http://schemas.microsoft.com/office/drawing/2014/main" id="{667DDCA1-8C43-411C-BD6C-F01FEC891A80}"/>
              </a:ext>
            </a:extLst>
          </p:cNvPr>
          <p:cNvSpPr/>
          <p:nvPr/>
        </p:nvSpPr>
        <p:spPr>
          <a:xfrm>
            <a:off x="4495800" y="4059238"/>
            <a:ext cx="304800" cy="762000"/>
          </a:xfrm>
          <a:prstGeom prst="rightBrace">
            <a:avLst/>
          </a:prstGeom>
        </p:spPr>
        <p:style>
          <a:lnRef idx="2">
            <a:schemeClr val="accent1"/>
          </a:lnRef>
          <a:fillRef idx="0">
            <a:schemeClr val="accent1"/>
          </a:fillRef>
          <a:effectRef idx="1">
            <a:schemeClr val="accent1"/>
          </a:effectRef>
          <a:fontRef idx="minor">
            <a:schemeClr val="tx1"/>
          </a:fontRef>
        </p:style>
        <p:txBody>
          <a:bodyPr anchor="ctr"/>
          <a:lstStyle/>
          <a:p>
            <a:pPr algn="ctr">
              <a:defRPr/>
            </a:pPr>
            <a:endParaRPr lang="en-IN"/>
          </a:p>
        </p:txBody>
      </p:sp>
      <p:sp>
        <p:nvSpPr>
          <p:cNvPr id="5" name="Right Brace 4">
            <a:extLst>
              <a:ext uri="{FF2B5EF4-FFF2-40B4-BE49-F238E27FC236}">
                <a16:creationId xmlns:a16="http://schemas.microsoft.com/office/drawing/2014/main" id="{23B010B5-F277-4761-9B9A-206BFD97D19C}"/>
              </a:ext>
            </a:extLst>
          </p:cNvPr>
          <p:cNvSpPr/>
          <p:nvPr/>
        </p:nvSpPr>
        <p:spPr>
          <a:xfrm>
            <a:off x="6454715" y="4893005"/>
            <a:ext cx="228600" cy="381000"/>
          </a:xfrm>
          <a:prstGeom prst="rightBrace">
            <a:avLst/>
          </a:prstGeom>
        </p:spPr>
        <p:style>
          <a:lnRef idx="2">
            <a:schemeClr val="accent1"/>
          </a:lnRef>
          <a:fillRef idx="0">
            <a:schemeClr val="accent1"/>
          </a:fillRef>
          <a:effectRef idx="1">
            <a:schemeClr val="accent1"/>
          </a:effectRef>
          <a:fontRef idx="minor">
            <a:schemeClr val="tx1"/>
          </a:fontRef>
        </p:style>
        <p:txBody>
          <a:bodyPr anchor="ctr"/>
          <a:lstStyle/>
          <a:p>
            <a:pPr algn="ctr">
              <a:defRPr/>
            </a:pPr>
            <a:endParaRPr lang="en-IN"/>
          </a:p>
        </p:txBody>
      </p:sp>
      <p:sp>
        <p:nvSpPr>
          <p:cNvPr id="6" name="TextBox 5">
            <a:extLst>
              <a:ext uri="{FF2B5EF4-FFF2-40B4-BE49-F238E27FC236}">
                <a16:creationId xmlns:a16="http://schemas.microsoft.com/office/drawing/2014/main" id="{90C022A7-56F9-42E5-B6EB-C3DFBBF71783}"/>
              </a:ext>
            </a:extLst>
          </p:cNvPr>
          <p:cNvSpPr txBox="1"/>
          <p:nvPr/>
        </p:nvSpPr>
        <p:spPr>
          <a:xfrm>
            <a:off x="4895850" y="4256088"/>
            <a:ext cx="4416425" cy="400050"/>
          </a:xfrm>
          <a:prstGeom prst="rect">
            <a:avLst/>
          </a:prstGeom>
        </p:spPr>
        <p:style>
          <a:lnRef idx="2">
            <a:schemeClr val="accent1"/>
          </a:lnRef>
          <a:fillRef idx="1">
            <a:schemeClr val="lt1"/>
          </a:fillRef>
          <a:effectRef idx="0">
            <a:schemeClr val="accent1"/>
          </a:effectRef>
          <a:fontRef idx="minor">
            <a:schemeClr val="dk1"/>
          </a:fontRef>
        </p:style>
        <p:txBody>
          <a:bodyPr wrap="none">
            <a:spAutoFit/>
          </a:bodyPr>
          <a:lstStyle/>
          <a:p>
            <a:pPr>
              <a:defRPr/>
            </a:pPr>
            <a:r>
              <a:rPr lang="en-US" sz="2000" dirty="0">
                <a:latin typeface="Times New Roman" pitchFamily="18" charset="0"/>
                <a:cs typeface="Times New Roman" pitchFamily="18" charset="0"/>
              </a:rPr>
              <a:t>Abstract Method / Method Without Body</a:t>
            </a:r>
            <a:endParaRPr lang="en-IN" sz="2000" dirty="0">
              <a:latin typeface="Times New Roman" pitchFamily="18" charset="0"/>
              <a:cs typeface="Times New Roman" pitchFamily="18" charset="0"/>
            </a:endParaRPr>
          </a:p>
        </p:txBody>
      </p:sp>
      <p:sp>
        <p:nvSpPr>
          <p:cNvPr id="7" name="TextBox 6">
            <a:extLst>
              <a:ext uri="{FF2B5EF4-FFF2-40B4-BE49-F238E27FC236}">
                <a16:creationId xmlns:a16="http://schemas.microsoft.com/office/drawing/2014/main" id="{3BC4DF69-3090-44C2-9831-4211FFBC12F1}"/>
              </a:ext>
            </a:extLst>
          </p:cNvPr>
          <p:cNvSpPr txBox="1"/>
          <p:nvPr/>
        </p:nvSpPr>
        <p:spPr>
          <a:xfrm>
            <a:off x="6682596" y="4893005"/>
            <a:ext cx="4105275" cy="400050"/>
          </a:xfrm>
          <a:prstGeom prst="rect">
            <a:avLst/>
          </a:prstGeom>
        </p:spPr>
        <p:style>
          <a:lnRef idx="2">
            <a:schemeClr val="accent1"/>
          </a:lnRef>
          <a:fillRef idx="1">
            <a:schemeClr val="lt1"/>
          </a:fillRef>
          <a:effectRef idx="0">
            <a:schemeClr val="accent1"/>
          </a:effectRef>
          <a:fontRef idx="minor">
            <a:schemeClr val="dk1"/>
          </a:fontRef>
        </p:style>
        <p:txBody>
          <a:bodyPr wrap="none">
            <a:spAutoFit/>
          </a:bodyPr>
          <a:lstStyle/>
          <a:p>
            <a:pPr>
              <a:defRPr/>
            </a:pPr>
            <a:r>
              <a:rPr lang="en-US" sz="2000" dirty="0">
                <a:latin typeface="Times New Roman" pitchFamily="18" charset="0"/>
                <a:cs typeface="Times New Roman" pitchFamily="18" charset="0"/>
              </a:rPr>
              <a:t>Concrete Method / Method with Body</a:t>
            </a:r>
            <a:endParaRPr lang="en-IN" sz="2000" dirty="0">
              <a:latin typeface="Times New Roman" pitchFamily="18" charset="0"/>
              <a:cs typeface="Times New Roman" pitchFamily="18" charset="0"/>
            </a:endParaRPr>
          </a:p>
        </p:txBody>
      </p:sp>
      <p:sp>
        <p:nvSpPr>
          <p:cNvPr id="8" name="Date Placeholder 7">
            <a:extLst>
              <a:ext uri="{FF2B5EF4-FFF2-40B4-BE49-F238E27FC236}">
                <a16:creationId xmlns:a16="http://schemas.microsoft.com/office/drawing/2014/main" id="{D1552CE6-CBC8-44C3-AEED-CA99AEEB7400}"/>
              </a:ext>
            </a:extLst>
          </p:cNvPr>
          <p:cNvSpPr>
            <a:spLocks noGrp="1"/>
          </p:cNvSpPr>
          <p:nvPr>
            <p:ph type="dt" sz="quarter" idx="10"/>
          </p:nvPr>
        </p:nvSpPr>
        <p:spPr/>
        <p:txBody>
          <a:bodyPr/>
          <a:lstStyle/>
          <a:p>
            <a:pPr>
              <a:defRPr/>
            </a:pPr>
            <a:fld id="{C5E3A016-0C69-44F2-B229-4D5889F368DA}" type="datetime1">
              <a:rPr lang="en-US" smtClean="0"/>
              <a:pPr>
                <a:defRPr/>
              </a:pPr>
              <a:t>5/17/2022</a:t>
            </a:fld>
            <a:endParaRPr lang="en-US"/>
          </a:p>
        </p:txBody>
      </p:sp>
      <p:sp>
        <p:nvSpPr>
          <p:cNvPr id="9" name="Footer Placeholder 8">
            <a:extLst>
              <a:ext uri="{FF2B5EF4-FFF2-40B4-BE49-F238E27FC236}">
                <a16:creationId xmlns:a16="http://schemas.microsoft.com/office/drawing/2014/main" id="{3CA710E6-1CFF-43FE-9E83-1340DBBF53DE}"/>
              </a:ext>
            </a:extLst>
          </p:cNvPr>
          <p:cNvSpPr>
            <a:spLocks noGrp="1"/>
          </p:cNvSpPr>
          <p:nvPr>
            <p:ph type="ftr" sz="quarter" idx="11"/>
          </p:nvPr>
        </p:nvSpPr>
        <p:spPr>
          <a:xfrm>
            <a:off x="3048000" y="6356350"/>
            <a:ext cx="6629400" cy="365125"/>
          </a:xfrm>
        </p:spPr>
        <p:txBody>
          <a:bodyPr/>
          <a:lstStyle/>
          <a:p>
            <a:pPr>
              <a:defRPr/>
            </a:pPr>
            <a:r>
              <a:rPr lang="en-US" dirty="0"/>
              <a:t>(Programming in Advanced Python)                                 Unit No:2</a:t>
            </a:r>
          </a:p>
        </p:txBody>
      </p:sp>
      <p:sp>
        <p:nvSpPr>
          <p:cNvPr id="81929" name="Slide Number Placeholder 9">
            <a:extLst>
              <a:ext uri="{FF2B5EF4-FFF2-40B4-BE49-F238E27FC236}">
                <a16:creationId xmlns:a16="http://schemas.microsoft.com/office/drawing/2014/main" id="{D73BB7A1-1C3F-4F95-8EF8-42D52FBFF457}"/>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13703720-EC52-427E-8CC2-73F90CE89F1C}" type="slidenum">
              <a:rPr lang="en-US" altLang="en-US" sz="1200" dirty="0">
                <a:solidFill>
                  <a:srgbClr val="898989"/>
                </a:solidFill>
              </a:rPr>
              <a:pPr>
                <a:spcBef>
                  <a:spcPct val="0"/>
                </a:spcBef>
                <a:buFontTx/>
                <a:buNone/>
              </a:pPr>
              <a:t>122</a:t>
            </a:fld>
            <a:endParaRPr lang="en-US" altLang="en-US" sz="1200" dirty="0">
              <a:solidFill>
                <a:srgbClr val="898989"/>
              </a:solidFill>
            </a:endParaRPr>
          </a:p>
        </p:txBody>
      </p:sp>
      <p:sp>
        <p:nvSpPr>
          <p:cNvPr id="12" name="Title 1">
            <a:extLst>
              <a:ext uri="{FF2B5EF4-FFF2-40B4-BE49-F238E27FC236}">
                <a16:creationId xmlns:a16="http://schemas.microsoft.com/office/drawing/2014/main" id="{D0FDA739-B10B-4480-BD2B-2549892FEB4C}"/>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US" sz="3200" b="1" dirty="0">
                <a:latin typeface="Times New Roman" panose="02020603050405020304" pitchFamily="18" charset="0"/>
                <a:cs typeface="Times New Roman" pitchFamily="18" charset="0"/>
              </a:rPr>
              <a:t>Concrete Method(CO2)</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4"/>
                                        </p:tgtEl>
                                        <p:attrNameLst>
                                          <p:attrName>style.visibility</p:attrName>
                                        </p:attrNameLst>
                                      </p:cBhvr>
                                      <p:to>
                                        <p:strVal val="visible"/>
                                      </p:to>
                                    </p:set>
                                    <p:animEffect transition="in" filter="fade">
                                      <p:cBhvr>
                                        <p:cTn id="52" dur="500"/>
                                        <p:tgtEl>
                                          <p:spTgt spid="4"/>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6"/>
                                        </p:tgtEl>
                                        <p:attrNameLst>
                                          <p:attrName>style.visibility</p:attrName>
                                        </p:attrNameLst>
                                      </p:cBhvr>
                                      <p:to>
                                        <p:strVal val="visible"/>
                                      </p:to>
                                    </p:set>
                                    <p:animEffect transition="in" filter="fade">
                                      <p:cBhvr>
                                        <p:cTn id="55" dur="500"/>
                                        <p:tgtEl>
                                          <p:spTgt spid="6"/>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5"/>
                                        </p:tgtEl>
                                        <p:attrNameLst>
                                          <p:attrName>style.visibility</p:attrName>
                                        </p:attrNameLst>
                                      </p:cBhvr>
                                      <p:to>
                                        <p:strVal val="visible"/>
                                      </p:to>
                                    </p:set>
                                    <p:animEffect transition="in" filter="fade">
                                      <p:cBhvr>
                                        <p:cTn id="60" dur="500"/>
                                        <p:tgtEl>
                                          <p:spTgt spid="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7"/>
                                        </p:tgtEl>
                                        <p:attrNameLst>
                                          <p:attrName>style.visibility</p:attrName>
                                        </p:attrNameLst>
                                      </p:cBhvr>
                                      <p:to>
                                        <p:strVal val="visible"/>
                                      </p:to>
                                    </p:set>
                                    <p:animEffect transition="in" filter="fade">
                                      <p:cBhvr>
                                        <p:cTn id="6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P spid="5" grpId="0" animBg="1"/>
      <p:bldP spid="6" grpId="0" animBg="1"/>
      <p:bldP spid="7" grpId="0" animBg="1"/>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15A4AE8-B761-451A-B1F5-10421F434068}"/>
              </a:ext>
            </a:extLst>
          </p:cNvPr>
          <p:cNvSpPr>
            <a:spLocks noGrp="1"/>
          </p:cNvSpPr>
          <p:nvPr>
            <p:ph idx="1"/>
          </p:nvPr>
        </p:nvSpPr>
        <p:spPr>
          <a:xfrm>
            <a:off x="1585823" y="989162"/>
            <a:ext cx="10287000" cy="4800600"/>
          </a:xfrm>
        </p:spPr>
        <p:txBody>
          <a:bodyPr/>
          <a:lstStyle/>
          <a:p>
            <a:pPr algn="just"/>
            <a:r>
              <a:rPr lang="en-US" altLang="en-US" sz="2800" dirty="0">
                <a:latin typeface="Times New Roman"/>
                <a:cs typeface="Times New Roman"/>
              </a:rPr>
              <a:t>PVM cannot create objects of an abstract class. </a:t>
            </a:r>
            <a:endParaRPr lang="en-US" altLang="en-US" sz="2800">
              <a:latin typeface="Times New Roman" panose="02020603050405020304" pitchFamily="18" charset="0"/>
              <a:cs typeface="Times New Roman" panose="02020603050405020304" pitchFamily="18" charset="0"/>
            </a:endParaRPr>
          </a:p>
          <a:p>
            <a:pPr algn="just"/>
            <a:r>
              <a:rPr lang="en-US" altLang="en-US" sz="2800" dirty="0">
                <a:latin typeface="Times New Roman"/>
                <a:cs typeface="Times New Roman"/>
              </a:rPr>
              <a:t>It is not necessary to declare all methods abstract in an abstract class.</a:t>
            </a:r>
          </a:p>
          <a:p>
            <a:pPr algn="just"/>
            <a:r>
              <a:rPr lang="en-US" altLang="en-US" sz="2800" dirty="0">
                <a:latin typeface="Times New Roman"/>
                <a:cs typeface="Times New Roman"/>
              </a:rPr>
              <a:t>Abstract Class can have abstract method and concrete methods. </a:t>
            </a:r>
            <a:endParaRPr lang="en-US" altLang="en-US" sz="2800">
              <a:latin typeface="Times New Roman" panose="02020603050405020304" pitchFamily="18" charset="0"/>
              <a:cs typeface="Times New Roman" panose="02020603050405020304" pitchFamily="18" charset="0"/>
            </a:endParaRPr>
          </a:p>
          <a:p>
            <a:pPr algn="just"/>
            <a:r>
              <a:rPr lang="en-US" altLang="en-US" sz="2800" dirty="0">
                <a:latin typeface="Times New Roman"/>
                <a:cs typeface="Times New Roman"/>
              </a:rPr>
              <a:t>If there is any abstract method in a class, that class must be abstract.</a:t>
            </a:r>
          </a:p>
          <a:p>
            <a:pPr algn="just"/>
            <a:r>
              <a:rPr lang="en-US" altLang="en-US" sz="2800" dirty="0">
                <a:latin typeface="Times New Roman"/>
                <a:cs typeface="Times New Roman"/>
              </a:rPr>
              <a:t>The abstract methods of an abstract class must be defined in its child class/subclass.</a:t>
            </a:r>
          </a:p>
          <a:p>
            <a:pPr algn="just"/>
            <a:r>
              <a:rPr lang="en-US" altLang="en-US" sz="2800" dirty="0">
                <a:latin typeface="Times New Roman"/>
                <a:cs typeface="Times New Roman"/>
              </a:rPr>
              <a:t>If you are inheriting any abstract class that have abstract method, you must either provide the implementation of the method or make this class abstract.</a:t>
            </a:r>
          </a:p>
        </p:txBody>
      </p:sp>
      <p:sp>
        <p:nvSpPr>
          <p:cNvPr id="4" name="Date Placeholder 3">
            <a:extLst>
              <a:ext uri="{FF2B5EF4-FFF2-40B4-BE49-F238E27FC236}">
                <a16:creationId xmlns:a16="http://schemas.microsoft.com/office/drawing/2014/main" id="{C3149C8D-FD95-43FB-A09C-E934A81BB5C2}"/>
              </a:ext>
            </a:extLst>
          </p:cNvPr>
          <p:cNvSpPr>
            <a:spLocks noGrp="1"/>
          </p:cNvSpPr>
          <p:nvPr>
            <p:ph type="dt" sz="quarter" idx="10"/>
          </p:nvPr>
        </p:nvSpPr>
        <p:spPr/>
        <p:txBody>
          <a:bodyPr/>
          <a:lstStyle/>
          <a:p>
            <a:pPr>
              <a:defRPr/>
            </a:pPr>
            <a:fld id="{5024B180-F664-429F-814E-5DD4786D396D}" type="datetime1">
              <a:rPr lang="en-US" smtClean="0"/>
              <a:pPr>
                <a:defRPr/>
              </a:pPr>
              <a:t>5/17/2022</a:t>
            </a:fld>
            <a:endParaRPr lang="en-US"/>
          </a:p>
        </p:txBody>
      </p:sp>
      <p:sp>
        <p:nvSpPr>
          <p:cNvPr id="5" name="Footer Placeholder 4">
            <a:extLst>
              <a:ext uri="{FF2B5EF4-FFF2-40B4-BE49-F238E27FC236}">
                <a16:creationId xmlns:a16="http://schemas.microsoft.com/office/drawing/2014/main" id="{EF81511E-2979-4968-AA5E-3EFDE59D5C9B}"/>
              </a:ext>
            </a:extLst>
          </p:cNvPr>
          <p:cNvSpPr>
            <a:spLocks noGrp="1"/>
          </p:cNvSpPr>
          <p:nvPr>
            <p:ph type="ftr" sz="quarter" idx="11"/>
          </p:nvPr>
        </p:nvSpPr>
        <p:spPr>
          <a:xfrm>
            <a:off x="2895600" y="6356350"/>
            <a:ext cx="6934200" cy="365125"/>
          </a:xfrm>
        </p:spPr>
        <p:txBody>
          <a:bodyPr/>
          <a:lstStyle/>
          <a:p>
            <a:pPr>
              <a:defRPr/>
            </a:pPr>
            <a:r>
              <a:rPr lang="en-US" dirty="0"/>
              <a:t>(Programming in Advanced Python)                                 Unit No:2</a:t>
            </a:r>
          </a:p>
        </p:txBody>
      </p:sp>
      <p:sp>
        <p:nvSpPr>
          <p:cNvPr id="82949" name="Slide Number Placeholder 5">
            <a:extLst>
              <a:ext uri="{FF2B5EF4-FFF2-40B4-BE49-F238E27FC236}">
                <a16:creationId xmlns:a16="http://schemas.microsoft.com/office/drawing/2014/main" id="{B04CD6FC-751E-4CED-8A50-6B2928A4A5C4}"/>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5C54274A-802E-42C1-8B76-17474E4F5CC2}" type="slidenum">
              <a:rPr lang="en-US" altLang="en-US" sz="1200" dirty="0">
                <a:solidFill>
                  <a:srgbClr val="898989"/>
                </a:solidFill>
              </a:rPr>
              <a:pPr>
                <a:spcBef>
                  <a:spcPct val="0"/>
                </a:spcBef>
                <a:buFontTx/>
                <a:buNone/>
              </a:pPr>
              <a:t>123</a:t>
            </a:fld>
            <a:endParaRPr lang="en-US" altLang="en-US" sz="1200" dirty="0">
              <a:solidFill>
                <a:srgbClr val="898989"/>
              </a:solidFill>
            </a:endParaRPr>
          </a:p>
        </p:txBody>
      </p:sp>
      <p:sp>
        <p:nvSpPr>
          <p:cNvPr id="8" name="Title 1">
            <a:extLst>
              <a:ext uri="{FF2B5EF4-FFF2-40B4-BE49-F238E27FC236}">
                <a16:creationId xmlns:a16="http://schemas.microsoft.com/office/drawing/2014/main" id="{C32C51DF-BD5D-4E6E-A8DA-28530CB8CC17}"/>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US" sz="3200" b="1" dirty="0">
                <a:latin typeface="Times New Roman" panose="02020603050405020304" pitchFamily="18" charset="0"/>
                <a:cs typeface="Times New Roman" pitchFamily="18" charset="0"/>
              </a:rPr>
              <a:t>Rules of Abstract Class (CO2)</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92A70F7-F318-454F-8598-95709D8F9336}"/>
              </a:ext>
            </a:extLst>
          </p:cNvPr>
          <p:cNvSpPr>
            <a:spLocks noGrp="1"/>
          </p:cNvSpPr>
          <p:nvPr>
            <p:ph idx="1"/>
          </p:nvPr>
        </p:nvSpPr>
        <p:spPr>
          <a:xfrm>
            <a:off x="1600200" y="1143000"/>
            <a:ext cx="10210800" cy="1981200"/>
          </a:xfrm>
        </p:spPr>
        <p:txBody>
          <a:bodyPr/>
          <a:lstStyle/>
          <a:p>
            <a:pPr marL="0" indent="0">
              <a:buFont typeface="Arial" panose="020B0604020202020204" pitchFamily="34" charset="0"/>
              <a:buNone/>
            </a:pPr>
            <a:r>
              <a:rPr lang="en-US" altLang="en-US" sz="2800" dirty="0">
                <a:latin typeface="Times New Roman" panose="02020603050405020304" pitchFamily="18" charset="0"/>
                <a:cs typeface="Times New Roman" panose="02020603050405020304" pitchFamily="18" charset="0"/>
              </a:rPr>
              <a:t>We use abstract class when there are some common feature shared by all the objects as they are.</a:t>
            </a:r>
          </a:p>
          <a:p>
            <a:pPr marL="0" indent="0">
              <a:buFont typeface="Arial" panose="020B0604020202020204" pitchFamily="34" charset="0"/>
              <a:buNone/>
            </a:pPr>
            <a:endParaRPr lang="en-IN" altLang="en-US" sz="200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57602F26-A964-4B1E-B243-96623E220947}"/>
              </a:ext>
            </a:extLst>
          </p:cNvPr>
          <p:cNvSpPr txBox="1"/>
          <p:nvPr/>
        </p:nvSpPr>
        <p:spPr>
          <a:xfrm>
            <a:off x="4975225" y="2286000"/>
            <a:ext cx="1584325" cy="862013"/>
          </a:xfrm>
          <a:prstGeom prst="rect">
            <a:avLst/>
          </a:prstGeom>
        </p:spPr>
        <p:style>
          <a:lnRef idx="1">
            <a:schemeClr val="accent2"/>
          </a:lnRef>
          <a:fillRef idx="2">
            <a:schemeClr val="accent2"/>
          </a:fillRef>
          <a:effectRef idx="1">
            <a:schemeClr val="accent2"/>
          </a:effectRef>
          <a:fontRef idx="minor">
            <a:schemeClr val="dk1"/>
          </a:fontRef>
        </p:style>
        <p:txBody>
          <a:bodyPr wrap="none">
            <a:spAutoFit/>
          </a:bodyPr>
          <a:lstStyle/>
          <a:p>
            <a:pPr algn="ctr">
              <a:defRPr/>
            </a:pPr>
            <a:r>
              <a:rPr lang="en-US" b="1" dirty="0" err="1">
                <a:latin typeface="Times New Roman" pitchFamily="18" charset="0"/>
                <a:cs typeface="Times New Roman" pitchFamily="18" charset="0"/>
              </a:rPr>
              <a:t>Defence</a:t>
            </a:r>
            <a:r>
              <a:rPr lang="en-US" b="1" dirty="0">
                <a:latin typeface="Times New Roman" pitchFamily="18" charset="0"/>
                <a:cs typeface="Times New Roman" pitchFamily="18" charset="0"/>
              </a:rPr>
              <a:t> Force</a:t>
            </a:r>
          </a:p>
          <a:p>
            <a:pPr algn="ctr">
              <a:defRPr/>
            </a:pPr>
            <a:r>
              <a:rPr lang="en-US" sz="1600" dirty="0">
                <a:latin typeface="Times New Roman" pitchFamily="18" charset="0"/>
                <a:cs typeface="Times New Roman" pitchFamily="18" charset="0"/>
              </a:rPr>
              <a:t>Gun = AK 47 </a:t>
            </a:r>
          </a:p>
          <a:p>
            <a:pPr algn="ctr">
              <a:defRPr/>
            </a:pPr>
            <a:r>
              <a:rPr lang="en-US" sz="1600" dirty="0">
                <a:latin typeface="Times New Roman" pitchFamily="18" charset="0"/>
                <a:cs typeface="Times New Roman" pitchFamily="18" charset="0"/>
              </a:rPr>
              <a:t>Area = </a:t>
            </a:r>
            <a:endParaRPr lang="en-IN" sz="1600" dirty="0">
              <a:latin typeface="Times New Roman" pitchFamily="18" charset="0"/>
              <a:cs typeface="Times New Roman" pitchFamily="18" charset="0"/>
            </a:endParaRPr>
          </a:p>
        </p:txBody>
      </p:sp>
      <p:cxnSp>
        <p:nvCxnSpPr>
          <p:cNvPr id="6" name="Straight Connector 5">
            <a:extLst>
              <a:ext uri="{FF2B5EF4-FFF2-40B4-BE49-F238E27FC236}">
                <a16:creationId xmlns:a16="http://schemas.microsoft.com/office/drawing/2014/main" id="{5DDC932C-1EDC-4F61-BDC6-62F9368FE1C0}"/>
              </a:ext>
            </a:extLst>
          </p:cNvPr>
          <p:cNvCxnSpPr>
            <a:stCxn id="4" idx="2"/>
          </p:cNvCxnSpPr>
          <p:nvPr/>
        </p:nvCxnSpPr>
        <p:spPr>
          <a:xfrm>
            <a:off x="5767388" y="3148013"/>
            <a:ext cx="0" cy="442912"/>
          </a:xfrm>
          <a:prstGeom prst="line">
            <a:avLst/>
          </a:prstGeom>
        </p:spPr>
        <p:style>
          <a:lnRef idx="2">
            <a:schemeClr val="accent2"/>
          </a:lnRef>
          <a:fillRef idx="0">
            <a:schemeClr val="accent2"/>
          </a:fillRef>
          <a:effectRef idx="1">
            <a:schemeClr val="accent2"/>
          </a:effectRef>
          <a:fontRef idx="minor">
            <a:schemeClr val="tx1"/>
          </a:fontRef>
        </p:style>
      </p:cxnSp>
      <p:cxnSp>
        <p:nvCxnSpPr>
          <p:cNvPr id="8" name="Straight Connector 7">
            <a:extLst>
              <a:ext uri="{FF2B5EF4-FFF2-40B4-BE49-F238E27FC236}">
                <a16:creationId xmlns:a16="http://schemas.microsoft.com/office/drawing/2014/main" id="{C46B32F9-F03B-4B63-8907-BD2887562356}"/>
              </a:ext>
            </a:extLst>
          </p:cNvPr>
          <p:cNvCxnSpPr/>
          <p:nvPr/>
        </p:nvCxnSpPr>
        <p:spPr>
          <a:xfrm>
            <a:off x="3624263" y="3590925"/>
            <a:ext cx="4267200" cy="0"/>
          </a:xfrm>
          <a:prstGeom prst="line">
            <a:avLst/>
          </a:prstGeom>
        </p:spPr>
        <p:style>
          <a:lnRef idx="2">
            <a:schemeClr val="accent2"/>
          </a:lnRef>
          <a:fillRef idx="0">
            <a:schemeClr val="accent2"/>
          </a:fillRef>
          <a:effectRef idx="1">
            <a:schemeClr val="accent2"/>
          </a:effectRef>
          <a:fontRef idx="minor">
            <a:schemeClr val="tx1"/>
          </a:fontRef>
        </p:style>
      </p:cxnSp>
      <p:sp>
        <p:nvSpPr>
          <p:cNvPr id="10" name="TextBox 9">
            <a:extLst>
              <a:ext uri="{FF2B5EF4-FFF2-40B4-BE49-F238E27FC236}">
                <a16:creationId xmlns:a16="http://schemas.microsoft.com/office/drawing/2014/main" id="{A74E6BAF-D88C-4189-86F9-AA5ED65821DF}"/>
              </a:ext>
            </a:extLst>
          </p:cNvPr>
          <p:cNvSpPr txBox="1"/>
          <p:nvPr/>
        </p:nvSpPr>
        <p:spPr>
          <a:xfrm>
            <a:off x="3009900" y="4048125"/>
            <a:ext cx="1295400" cy="860425"/>
          </a:xfrm>
          <a:prstGeom prst="rect">
            <a:avLst/>
          </a:prstGeom>
        </p:spPr>
        <p:style>
          <a:lnRef idx="1">
            <a:schemeClr val="accent4"/>
          </a:lnRef>
          <a:fillRef idx="2">
            <a:schemeClr val="accent4"/>
          </a:fillRef>
          <a:effectRef idx="1">
            <a:schemeClr val="accent4"/>
          </a:effectRef>
          <a:fontRef idx="minor">
            <a:schemeClr val="dk1"/>
          </a:fontRef>
        </p:style>
        <p:txBody>
          <a:bodyPr wrap="none">
            <a:spAutoFit/>
          </a:bodyPr>
          <a:lstStyle/>
          <a:p>
            <a:pPr algn="ctr">
              <a:defRPr/>
            </a:pPr>
            <a:r>
              <a:rPr lang="en-US" b="1" dirty="0">
                <a:latin typeface="Times New Roman" pitchFamily="18" charset="0"/>
                <a:cs typeface="Times New Roman" pitchFamily="18" charset="0"/>
              </a:rPr>
              <a:t>Army</a:t>
            </a:r>
          </a:p>
          <a:p>
            <a:pPr algn="ctr">
              <a:defRPr/>
            </a:pPr>
            <a:r>
              <a:rPr lang="en-US" sz="1600" dirty="0">
                <a:latin typeface="Times New Roman" pitchFamily="18" charset="0"/>
                <a:cs typeface="Times New Roman" pitchFamily="18" charset="0"/>
              </a:rPr>
              <a:t>Gun = AK 47</a:t>
            </a:r>
          </a:p>
          <a:p>
            <a:pPr algn="ctr">
              <a:defRPr/>
            </a:pPr>
            <a:r>
              <a:rPr lang="en-US" sz="1600" dirty="0">
                <a:latin typeface="Times New Roman" pitchFamily="18" charset="0"/>
                <a:cs typeface="Times New Roman" pitchFamily="18" charset="0"/>
              </a:rPr>
              <a:t>Area = Land</a:t>
            </a:r>
            <a:endParaRPr lang="en-IN" sz="1600" dirty="0">
              <a:latin typeface="Times New Roman" pitchFamily="18" charset="0"/>
              <a:cs typeface="Times New Roman" pitchFamily="18" charset="0"/>
            </a:endParaRPr>
          </a:p>
        </p:txBody>
      </p:sp>
      <p:cxnSp>
        <p:nvCxnSpPr>
          <p:cNvPr id="12" name="Straight Arrow Connector 11">
            <a:extLst>
              <a:ext uri="{FF2B5EF4-FFF2-40B4-BE49-F238E27FC236}">
                <a16:creationId xmlns:a16="http://schemas.microsoft.com/office/drawing/2014/main" id="{FC3B2FFE-9462-4809-85C2-775E03F59BAC}"/>
              </a:ext>
            </a:extLst>
          </p:cNvPr>
          <p:cNvCxnSpPr/>
          <p:nvPr/>
        </p:nvCxnSpPr>
        <p:spPr>
          <a:xfrm>
            <a:off x="3624263" y="3590925"/>
            <a:ext cx="0" cy="457200"/>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sp>
        <p:nvSpPr>
          <p:cNvPr id="13" name="TextBox 12">
            <a:extLst>
              <a:ext uri="{FF2B5EF4-FFF2-40B4-BE49-F238E27FC236}">
                <a16:creationId xmlns:a16="http://schemas.microsoft.com/office/drawing/2014/main" id="{68789535-1C7F-4482-B5E4-2FD90F3BF909}"/>
              </a:ext>
            </a:extLst>
          </p:cNvPr>
          <p:cNvSpPr txBox="1"/>
          <p:nvPr/>
        </p:nvSpPr>
        <p:spPr>
          <a:xfrm>
            <a:off x="5119688" y="4051300"/>
            <a:ext cx="1295400" cy="862013"/>
          </a:xfrm>
          <a:prstGeom prst="rect">
            <a:avLst/>
          </a:prstGeom>
        </p:spPr>
        <p:style>
          <a:lnRef idx="1">
            <a:schemeClr val="accent5"/>
          </a:lnRef>
          <a:fillRef idx="2">
            <a:schemeClr val="accent5"/>
          </a:fillRef>
          <a:effectRef idx="1">
            <a:schemeClr val="accent5"/>
          </a:effectRef>
          <a:fontRef idx="minor">
            <a:schemeClr val="dk1"/>
          </a:fontRef>
        </p:style>
        <p:txBody>
          <a:bodyPr wrap="none">
            <a:spAutoFit/>
          </a:bodyPr>
          <a:lstStyle/>
          <a:p>
            <a:pPr algn="ctr">
              <a:defRPr/>
            </a:pPr>
            <a:r>
              <a:rPr lang="en-US" b="1" dirty="0">
                <a:latin typeface="Times New Roman" pitchFamily="18" charset="0"/>
                <a:cs typeface="Times New Roman" pitchFamily="18" charset="0"/>
              </a:rPr>
              <a:t>Air Force</a:t>
            </a:r>
          </a:p>
          <a:p>
            <a:pPr algn="ctr">
              <a:defRPr/>
            </a:pPr>
            <a:r>
              <a:rPr lang="en-US" sz="1600" dirty="0">
                <a:latin typeface="Times New Roman" pitchFamily="18" charset="0"/>
                <a:cs typeface="Times New Roman" pitchFamily="18" charset="0"/>
              </a:rPr>
              <a:t>Gun = AK 47</a:t>
            </a:r>
          </a:p>
          <a:p>
            <a:pPr algn="ctr">
              <a:defRPr/>
            </a:pPr>
            <a:r>
              <a:rPr lang="en-US" sz="1600" dirty="0">
                <a:latin typeface="Times New Roman" pitchFamily="18" charset="0"/>
                <a:cs typeface="Times New Roman" pitchFamily="18" charset="0"/>
              </a:rPr>
              <a:t>Area = Sky</a:t>
            </a:r>
            <a:endParaRPr lang="en-IN" sz="1600" dirty="0">
              <a:latin typeface="Times New Roman" pitchFamily="18" charset="0"/>
              <a:cs typeface="Times New Roman" pitchFamily="18" charset="0"/>
            </a:endParaRPr>
          </a:p>
        </p:txBody>
      </p:sp>
      <p:cxnSp>
        <p:nvCxnSpPr>
          <p:cNvPr id="14" name="Straight Arrow Connector 13">
            <a:extLst>
              <a:ext uri="{FF2B5EF4-FFF2-40B4-BE49-F238E27FC236}">
                <a16:creationId xmlns:a16="http://schemas.microsoft.com/office/drawing/2014/main" id="{6A9DF9AD-1482-426B-ADB7-DE25DD875BB6}"/>
              </a:ext>
            </a:extLst>
          </p:cNvPr>
          <p:cNvCxnSpPr/>
          <p:nvPr/>
        </p:nvCxnSpPr>
        <p:spPr>
          <a:xfrm>
            <a:off x="5767388" y="3590925"/>
            <a:ext cx="0" cy="457200"/>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sp>
        <p:nvSpPr>
          <p:cNvPr id="15" name="TextBox 14">
            <a:extLst>
              <a:ext uri="{FF2B5EF4-FFF2-40B4-BE49-F238E27FC236}">
                <a16:creationId xmlns:a16="http://schemas.microsoft.com/office/drawing/2014/main" id="{BD94AA65-A14E-4118-B912-3E28597750DB}"/>
              </a:ext>
            </a:extLst>
          </p:cNvPr>
          <p:cNvSpPr txBox="1"/>
          <p:nvPr/>
        </p:nvSpPr>
        <p:spPr>
          <a:xfrm>
            <a:off x="7239000" y="4051300"/>
            <a:ext cx="1295400" cy="862013"/>
          </a:xfrm>
          <a:prstGeom prst="rect">
            <a:avLst/>
          </a:prstGeom>
        </p:spPr>
        <p:style>
          <a:lnRef idx="1">
            <a:schemeClr val="accent6"/>
          </a:lnRef>
          <a:fillRef idx="2">
            <a:schemeClr val="accent6"/>
          </a:fillRef>
          <a:effectRef idx="1">
            <a:schemeClr val="accent6"/>
          </a:effectRef>
          <a:fontRef idx="minor">
            <a:schemeClr val="dk1"/>
          </a:fontRef>
        </p:style>
        <p:txBody>
          <a:bodyPr wrap="none">
            <a:spAutoFit/>
          </a:bodyPr>
          <a:lstStyle/>
          <a:p>
            <a:pPr algn="ctr">
              <a:defRPr/>
            </a:pPr>
            <a:r>
              <a:rPr lang="en-US" b="1" dirty="0">
                <a:latin typeface="Times New Roman" pitchFamily="18" charset="0"/>
                <a:cs typeface="Times New Roman" pitchFamily="18" charset="0"/>
              </a:rPr>
              <a:t>Navy</a:t>
            </a:r>
          </a:p>
          <a:p>
            <a:pPr algn="ctr">
              <a:defRPr/>
            </a:pPr>
            <a:r>
              <a:rPr lang="en-US" sz="1600" dirty="0">
                <a:latin typeface="Times New Roman" pitchFamily="18" charset="0"/>
                <a:cs typeface="Times New Roman" pitchFamily="18" charset="0"/>
              </a:rPr>
              <a:t>Gun = AK 47</a:t>
            </a:r>
          </a:p>
          <a:p>
            <a:pPr algn="ctr">
              <a:defRPr/>
            </a:pPr>
            <a:r>
              <a:rPr lang="en-US" sz="1600" dirty="0">
                <a:latin typeface="Times New Roman" pitchFamily="18" charset="0"/>
                <a:cs typeface="Times New Roman" pitchFamily="18" charset="0"/>
              </a:rPr>
              <a:t>Area = Sea</a:t>
            </a:r>
            <a:endParaRPr lang="en-IN" sz="1600" dirty="0">
              <a:latin typeface="Times New Roman" pitchFamily="18" charset="0"/>
              <a:cs typeface="Times New Roman" pitchFamily="18" charset="0"/>
            </a:endParaRPr>
          </a:p>
        </p:txBody>
      </p:sp>
      <p:cxnSp>
        <p:nvCxnSpPr>
          <p:cNvPr id="16" name="Straight Arrow Connector 15">
            <a:extLst>
              <a:ext uri="{FF2B5EF4-FFF2-40B4-BE49-F238E27FC236}">
                <a16:creationId xmlns:a16="http://schemas.microsoft.com/office/drawing/2014/main" id="{C606E8AC-1ED2-4B79-BC52-80AAF21D1FE2}"/>
              </a:ext>
            </a:extLst>
          </p:cNvPr>
          <p:cNvCxnSpPr/>
          <p:nvPr/>
        </p:nvCxnSpPr>
        <p:spPr>
          <a:xfrm>
            <a:off x="7886700" y="3590925"/>
            <a:ext cx="0" cy="457200"/>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sp>
        <p:nvSpPr>
          <p:cNvPr id="17" name="TextBox 16">
            <a:extLst>
              <a:ext uri="{FF2B5EF4-FFF2-40B4-BE49-F238E27FC236}">
                <a16:creationId xmlns:a16="http://schemas.microsoft.com/office/drawing/2014/main" id="{405BD74E-2804-48A2-96AE-1CE32C06D425}"/>
              </a:ext>
            </a:extLst>
          </p:cNvPr>
          <p:cNvSpPr txBox="1">
            <a:spLocks noChangeArrowheads="1"/>
          </p:cNvSpPr>
          <p:nvPr/>
        </p:nvSpPr>
        <p:spPr bwMode="auto">
          <a:xfrm>
            <a:off x="7391400" y="2352675"/>
            <a:ext cx="441960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2000" dirty="0">
                <a:latin typeface="Arial" panose="020B0604020202020204" pitchFamily="34" charset="0"/>
              </a:rPr>
              <a:t>Gun is the common feature</a:t>
            </a:r>
          </a:p>
          <a:p>
            <a:pPr>
              <a:spcBef>
                <a:spcPct val="0"/>
              </a:spcBef>
              <a:buFontTx/>
              <a:buNone/>
            </a:pPr>
            <a:r>
              <a:rPr lang="en-US" altLang="en-US" sz="2000" dirty="0">
                <a:latin typeface="Arial" panose="020B0604020202020204" pitchFamily="34" charset="0"/>
              </a:rPr>
              <a:t>shared by all Forces but area </a:t>
            </a:r>
          </a:p>
          <a:p>
            <a:pPr>
              <a:spcBef>
                <a:spcPct val="0"/>
              </a:spcBef>
              <a:buFontTx/>
              <a:buNone/>
            </a:pPr>
            <a:r>
              <a:rPr lang="en-US" altLang="en-US" sz="2000" dirty="0">
                <a:latin typeface="Arial" panose="020B0604020202020204" pitchFamily="34" charset="0"/>
              </a:rPr>
              <a:t>is different for them.</a:t>
            </a:r>
            <a:endParaRPr lang="en-IN" altLang="en-US" sz="2000" dirty="0">
              <a:latin typeface="Arial" panose="020B0604020202020204" pitchFamily="34" charset="0"/>
            </a:endParaRPr>
          </a:p>
        </p:txBody>
      </p:sp>
      <p:sp>
        <p:nvSpPr>
          <p:cNvPr id="5" name="Date Placeholder 4">
            <a:extLst>
              <a:ext uri="{FF2B5EF4-FFF2-40B4-BE49-F238E27FC236}">
                <a16:creationId xmlns:a16="http://schemas.microsoft.com/office/drawing/2014/main" id="{F568E1E4-0F39-48EF-88AF-7620F9478503}"/>
              </a:ext>
            </a:extLst>
          </p:cNvPr>
          <p:cNvSpPr>
            <a:spLocks noGrp="1"/>
          </p:cNvSpPr>
          <p:nvPr>
            <p:ph type="dt" sz="quarter" idx="10"/>
          </p:nvPr>
        </p:nvSpPr>
        <p:spPr/>
        <p:txBody>
          <a:bodyPr/>
          <a:lstStyle/>
          <a:p>
            <a:pPr>
              <a:defRPr/>
            </a:pPr>
            <a:fld id="{C4EF01FE-62EF-4052-82DB-A45099219F85}" type="datetime1">
              <a:rPr lang="en-US" smtClean="0"/>
              <a:pPr>
                <a:defRPr/>
              </a:pPr>
              <a:t>5/17/2022</a:t>
            </a:fld>
            <a:endParaRPr lang="en-US"/>
          </a:p>
        </p:txBody>
      </p:sp>
      <p:sp>
        <p:nvSpPr>
          <p:cNvPr id="7" name="Footer Placeholder 6">
            <a:extLst>
              <a:ext uri="{FF2B5EF4-FFF2-40B4-BE49-F238E27FC236}">
                <a16:creationId xmlns:a16="http://schemas.microsoft.com/office/drawing/2014/main" id="{19702B3F-3C3F-42EE-941F-FF3109919F56}"/>
              </a:ext>
            </a:extLst>
          </p:cNvPr>
          <p:cNvSpPr>
            <a:spLocks noGrp="1"/>
          </p:cNvSpPr>
          <p:nvPr>
            <p:ph type="ftr" sz="quarter" idx="11"/>
          </p:nvPr>
        </p:nvSpPr>
        <p:spPr>
          <a:xfrm>
            <a:off x="2819400" y="6356350"/>
            <a:ext cx="7010400" cy="365125"/>
          </a:xfrm>
        </p:spPr>
        <p:txBody>
          <a:bodyPr/>
          <a:lstStyle/>
          <a:p>
            <a:pPr>
              <a:defRPr/>
            </a:pPr>
            <a:r>
              <a:rPr lang="en-US" dirty="0"/>
              <a:t>(Programming in Advanced Python)                                 Unit No:2</a:t>
            </a:r>
          </a:p>
        </p:txBody>
      </p:sp>
      <p:sp>
        <p:nvSpPr>
          <p:cNvPr id="83983" name="Slide Number Placeholder 8">
            <a:extLst>
              <a:ext uri="{FF2B5EF4-FFF2-40B4-BE49-F238E27FC236}">
                <a16:creationId xmlns:a16="http://schemas.microsoft.com/office/drawing/2014/main" id="{A77093FC-71D6-4870-B79C-D3A44813CEF2}"/>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2092A00A-3B28-4595-88AF-35BA842E4A5A}" type="slidenum">
              <a:rPr lang="en-US" altLang="en-US" sz="1200" dirty="0">
                <a:solidFill>
                  <a:srgbClr val="898989"/>
                </a:solidFill>
              </a:rPr>
              <a:pPr>
                <a:spcBef>
                  <a:spcPct val="0"/>
                </a:spcBef>
                <a:buFontTx/>
                <a:buNone/>
              </a:pPr>
              <a:t>124</a:t>
            </a:fld>
            <a:endParaRPr lang="en-US" altLang="en-US" sz="1200" dirty="0">
              <a:solidFill>
                <a:srgbClr val="898989"/>
              </a:solidFill>
            </a:endParaRPr>
          </a:p>
        </p:txBody>
      </p:sp>
      <p:sp>
        <p:nvSpPr>
          <p:cNvPr id="19" name="Title 1">
            <a:extLst>
              <a:ext uri="{FF2B5EF4-FFF2-40B4-BE49-F238E27FC236}">
                <a16:creationId xmlns:a16="http://schemas.microsoft.com/office/drawing/2014/main" id="{86FA2FE5-7955-4AC8-A82C-7B6801990F9B}"/>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US" sz="3200" b="1" dirty="0">
                <a:latin typeface="Times New Roman" panose="02020603050405020304" pitchFamily="18" charset="0"/>
                <a:cs typeface="Times New Roman" pitchFamily="18" charset="0"/>
              </a:rPr>
              <a:t>When use Abstract Class(CO2)</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6" presetClass="entr" presetSubtype="21"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barn(inVertical)">
                                      <p:cBhvr>
                                        <p:cTn id="17" dur="500"/>
                                        <p:tgtEl>
                                          <p:spTgt spid="6"/>
                                        </p:tgtEl>
                                      </p:cBhvr>
                                    </p:animEffect>
                                  </p:childTnLst>
                                </p:cTn>
                              </p:par>
                              <p:par>
                                <p:cTn id="18" presetID="16" presetClass="entr" presetSubtype="21" fill="hold" nodeType="with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barn(inVertical)">
                                      <p:cBhvr>
                                        <p:cTn id="20" dur="500"/>
                                        <p:tgtEl>
                                          <p:spTgt spid="8"/>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4" fill="hold" nodeType="click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down)">
                                      <p:cBhvr>
                                        <p:cTn id="25" dur="500"/>
                                        <p:tgtEl>
                                          <p:spTgt spid="12"/>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4" fill="hold" nodeType="click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wipe(down)">
                                      <p:cBhvr>
                                        <p:cTn id="35" dur="500"/>
                                        <p:tgtEl>
                                          <p:spTgt spid="14"/>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500"/>
                                        <p:tgtEl>
                                          <p:spTgt spid="13"/>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4" fill="hold" nodeType="click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wipe(down)">
                                      <p:cBhvr>
                                        <p:cTn id="45" dur="500"/>
                                        <p:tgtEl>
                                          <p:spTgt spid="16"/>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15"/>
                                        </p:tgtEl>
                                        <p:attrNameLst>
                                          <p:attrName>style.visibility</p:attrName>
                                        </p:attrNameLst>
                                      </p:cBhvr>
                                      <p:to>
                                        <p:strVal val="visible"/>
                                      </p:to>
                                    </p:set>
                                    <p:animEffect transition="in" filter="fade">
                                      <p:cBhvr>
                                        <p:cTn id="50" dur="500"/>
                                        <p:tgtEl>
                                          <p:spTgt spid="15"/>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17"/>
                                        </p:tgtEl>
                                        <p:attrNameLst>
                                          <p:attrName>style.visibility</p:attrName>
                                        </p:attrNameLst>
                                      </p:cBhvr>
                                      <p:to>
                                        <p:strVal val="visible"/>
                                      </p:to>
                                    </p:set>
                                    <p:animEffect transition="in" filter="fade">
                                      <p:cBhvr>
                                        <p:cTn id="55"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P spid="10" grpId="0" animBg="1"/>
      <p:bldP spid="13" grpId="0" animBg="1"/>
      <p:bldP spid="15" grpId="0" animBg="1"/>
      <p:bldP spid="17" grpId="0"/>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92A70F7-F318-454F-8598-95709D8F9336}"/>
              </a:ext>
            </a:extLst>
          </p:cNvPr>
          <p:cNvSpPr>
            <a:spLocks noGrp="1"/>
          </p:cNvSpPr>
          <p:nvPr>
            <p:ph idx="1"/>
          </p:nvPr>
        </p:nvSpPr>
        <p:spPr>
          <a:xfrm>
            <a:off x="1487774" y="805722"/>
            <a:ext cx="10210800" cy="5254051"/>
          </a:xfrm>
        </p:spPr>
        <p:txBody>
          <a:bodyPr/>
          <a:lstStyle/>
          <a:p>
            <a:pPr marL="0" indent="0">
              <a:buNone/>
            </a:pPr>
            <a:r>
              <a:rPr lang="en-US" sz="2000" b="1" dirty="0">
                <a:cs typeface="Calibri"/>
              </a:rPr>
              <a:t>1.  What is an abstract class?</a:t>
            </a:r>
          </a:p>
          <a:p>
            <a:pPr marL="0" indent="0">
              <a:buNone/>
            </a:pPr>
            <a:r>
              <a:rPr lang="en-US" sz="2000" b="1" dirty="0">
                <a:cs typeface="Calibri"/>
              </a:rPr>
              <a:t> A.   </a:t>
            </a:r>
            <a:r>
              <a:rPr lang="en-US" sz="2000" dirty="0">
                <a:cs typeface="Calibri"/>
              </a:rPr>
              <a:t> An abstract class is one without any child classes.</a:t>
            </a:r>
          </a:p>
          <a:p>
            <a:pPr>
              <a:buNone/>
            </a:pPr>
            <a:r>
              <a:rPr lang="en-US" sz="2000" dirty="0">
                <a:cs typeface="Calibri"/>
              </a:rPr>
              <a:t> </a:t>
            </a:r>
            <a:r>
              <a:rPr lang="en-US" sz="2000" b="1" dirty="0">
                <a:cs typeface="Calibri"/>
              </a:rPr>
              <a:t>B.   </a:t>
            </a:r>
            <a:r>
              <a:rPr lang="en-US" sz="2000" dirty="0">
                <a:cs typeface="Calibri"/>
              </a:rPr>
              <a:t> An abstract class is any parent class with more than one child class.</a:t>
            </a:r>
          </a:p>
          <a:p>
            <a:pPr>
              <a:buNone/>
            </a:pPr>
            <a:r>
              <a:rPr lang="en-US" sz="2000" dirty="0">
                <a:cs typeface="Calibri"/>
              </a:rPr>
              <a:t> </a:t>
            </a:r>
            <a:r>
              <a:rPr lang="en-US" sz="2000" b="1" dirty="0">
                <a:cs typeface="Calibri"/>
              </a:rPr>
              <a:t>C.   </a:t>
            </a:r>
            <a:r>
              <a:rPr lang="en-US" sz="2000" dirty="0">
                <a:cs typeface="Calibri"/>
              </a:rPr>
              <a:t> An abstract class is class which cannot be instantiated, but can be a base class.</a:t>
            </a:r>
          </a:p>
          <a:p>
            <a:pPr>
              <a:buNone/>
            </a:pPr>
            <a:r>
              <a:rPr lang="en-US" sz="2000" dirty="0">
                <a:cs typeface="Calibri"/>
              </a:rPr>
              <a:t> </a:t>
            </a:r>
            <a:r>
              <a:rPr lang="en-US" sz="2000" b="1" dirty="0">
                <a:cs typeface="Calibri"/>
              </a:rPr>
              <a:t>D.   </a:t>
            </a:r>
            <a:r>
              <a:rPr lang="en-US" sz="2000" dirty="0">
                <a:cs typeface="Calibri"/>
              </a:rPr>
              <a:t> abstract class is another name for "base class."</a:t>
            </a:r>
          </a:p>
          <a:p>
            <a:pPr marL="0" indent="0">
              <a:buNone/>
            </a:pPr>
            <a:r>
              <a:rPr lang="en-US" sz="2000" dirty="0">
                <a:solidFill>
                  <a:schemeClr val="accent3"/>
                </a:solidFill>
                <a:cs typeface="Calibri"/>
              </a:rPr>
              <a:t>Answer: C</a:t>
            </a:r>
          </a:p>
          <a:p>
            <a:pPr marL="0" indent="0">
              <a:buNone/>
            </a:pPr>
            <a:r>
              <a:rPr lang="en-US" sz="2000" b="1" dirty="0">
                <a:cs typeface="Calibri"/>
              </a:rPr>
              <a:t>2.  Can an abstract parent class have non-abstract children?</a:t>
            </a:r>
          </a:p>
          <a:p>
            <a:pPr>
              <a:buNone/>
            </a:pPr>
            <a:r>
              <a:rPr lang="en-US" sz="2000" b="1" dirty="0">
                <a:cs typeface="Calibri"/>
              </a:rPr>
              <a:t> A.   </a:t>
            </a:r>
            <a:r>
              <a:rPr lang="en-US" sz="2000" dirty="0">
                <a:cs typeface="Calibri"/>
              </a:rPr>
              <a:t> No—an abstract parent must have only abstract children.</a:t>
            </a:r>
          </a:p>
          <a:p>
            <a:pPr>
              <a:buNone/>
            </a:pPr>
            <a:r>
              <a:rPr lang="en-US" sz="2000" dirty="0">
                <a:cs typeface="Calibri"/>
              </a:rPr>
              <a:t> </a:t>
            </a:r>
            <a:r>
              <a:rPr lang="en-US" sz="2000" b="1" dirty="0">
                <a:cs typeface="Calibri"/>
              </a:rPr>
              <a:t>B.   </a:t>
            </a:r>
            <a:r>
              <a:rPr lang="en-US" sz="2000" dirty="0">
                <a:cs typeface="Calibri"/>
              </a:rPr>
              <a:t> No—an abstract parent must have no children at all.</a:t>
            </a:r>
          </a:p>
          <a:p>
            <a:pPr>
              <a:buNone/>
            </a:pPr>
            <a:r>
              <a:rPr lang="en-US" sz="2000" dirty="0">
                <a:cs typeface="Calibri"/>
              </a:rPr>
              <a:t> </a:t>
            </a:r>
            <a:r>
              <a:rPr lang="en-US" sz="2000" b="1" dirty="0">
                <a:cs typeface="Calibri"/>
              </a:rPr>
              <a:t>C.   </a:t>
            </a:r>
            <a:r>
              <a:rPr lang="en-US" sz="2000" dirty="0">
                <a:cs typeface="Calibri"/>
              </a:rPr>
              <a:t> Yes—</a:t>
            </a:r>
            <a:r>
              <a:rPr lang="en-US" sz="2000" u="sng" dirty="0">
                <a:cs typeface="Calibri"/>
              </a:rPr>
              <a:t>all</a:t>
            </a:r>
            <a:r>
              <a:rPr lang="en-US" sz="2000" dirty="0">
                <a:cs typeface="Calibri"/>
              </a:rPr>
              <a:t> children of an abstract parent must be non-abstract.</a:t>
            </a:r>
          </a:p>
          <a:p>
            <a:pPr>
              <a:buNone/>
            </a:pPr>
            <a:r>
              <a:rPr lang="en-US" sz="2000" dirty="0">
                <a:cs typeface="Calibri"/>
              </a:rPr>
              <a:t> </a:t>
            </a:r>
            <a:r>
              <a:rPr lang="en-US" sz="2000" b="1" dirty="0">
                <a:cs typeface="Calibri"/>
              </a:rPr>
              <a:t>D.   </a:t>
            </a:r>
            <a:r>
              <a:rPr lang="en-US" sz="2000" dirty="0">
                <a:cs typeface="Calibri"/>
              </a:rPr>
              <a:t> Yes—an abstract parent can have </a:t>
            </a:r>
            <a:r>
              <a:rPr lang="en-US" sz="2000" u="sng" dirty="0">
                <a:cs typeface="Calibri"/>
              </a:rPr>
              <a:t>both</a:t>
            </a:r>
            <a:r>
              <a:rPr lang="en-US" sz="2000" dirty="0">
                <a:cs typeface="Calibri"/>
              </a:rPr>
              <a:t> abstract and non-abstract children.</a:t>
            </a:r>
          </a:p>
          <a:p>
            <a:pPr marL="0" indent="0">
              <a:buNone/>
            </a:pPr>
            <a:r>
              <a:rPr lang="en-US" sz="2000" dirty="0">
                <a:solidFill>
                  <a:schemeClr val="accent3"/>
                </a:solidFill>
                <a:latin typeface="Calibri"/>
                <a:cs typeface="Calibri"/>
              </a:rPr>
              <a:t>Answer: D</a:t>
            </a:r>
          </a:p>
          <a:p>
            <a:pPr marL="0" indent="0">
              <a:buNone/>
            </a:pPr>
            <a:endParaRPr lang="en-US" sz="2400">
              <a:latin typeface="Calibri"/>
              <a:cs typeface="Calibri"/>
            </a:endParaRPr>
          </a:p>
        </p:txBody>
      </p:sp>
      <p:sp>
        <p:nvSpPr>
          <p:cNvPr id="5" name="Date Placeholder 4">
            <a:extLst>
              <a:ext uri="{FF2B5EF4-FFF2-40B4-BE49-F238E27FC236}">
                <a16:creationId xmlns:a16="http://schemas.microsoft.com/office/drawing/2014/main" id="{F568E1E4-0F39-48EF-88AF-7620F9478503}"/>
              </a:ext>
            </a:extLst>
          </p:cNvPr>
          <p:cNvSpPr>
            <a:spLocks noGrp="1"/>
          </p:cNvSpPr>
          <p:nvPr>
            <p:ph type="dt" sz="quarter" idx="10"/>
          </p:nvPr>
        </p:nvSpPr>
        <p:spPr/>
        <p:txBody>
          <a:bodyPr/>
          <a:lstStyle/>
          <a:p>
            <a:pPr>
              <a:defRPr/>
            </a:pPr>
            <a:fld id="{DE2FEC18-10A7-4BB6-ADAD-D190CE2C10C8}" type="datetime1">
              <a:rPr lang="en-US" smtClean="0"/>
              <a:pPr>
                <a:defRPr/>
              </a:pPr>
              <a:t>5/17/2022</a:t>
            </a:fld>
            <a:endParaRPr lang="en-US"/>
          </a:p>
        </p:txBody>
      </p:sp>
      <p:sp>
        <p:nvSpPr>
          <p:cNvPr id="7" name="Footer Placeholder 6">
            <a:extLst>
              <a:ext uri="{FF2B5EF4-FFF2-40B4-BE49-F238E27FC236}">
                <a16:creationId xmlns:a16="http://schemas.microsoft.com/office/drawing/2014/main" id="{19702B3F-3C3F-42EE-941F-FF3109919F56}"/>
              </a:ext>
            </a:extLst>
          </p:cNvPr>
          <p:cNvSpPr>
            <a:spLocks noGrp="1"/>
          </p:cNvSpPr>
          <p:nvPr>
            <p:ph type="ftr" sz="quarter" idx="11"/>
          </p:nvPr>
        </p:nvSpPr>
        <p:spPr>
          <a:xfrm>
            <a:off x="2819400" y="6356350"/>
            <a:ext cx="7010400" cy="365125"/>
          </a:xfrm>
        </p:spPr>
        <p:txBody>
          <a:bodyPr/>
          <a:lstStyle/>
          <a:p>
            <a:pPr>
              <a:defRPr/>
            </a:pPr>
            <a:r>
              <a:rPr lang="en-US" dirty="0"/>
              <a:t>(Programming in Advanced Python)                                 Unit No:2</a:t>
            </a:r>
          </a:p>
        </p:txBody>
      </p:sp>
      <p:sp>
        <p:nvSpPr>
          <p:cNvPr id="83983" name="Slide Number Placeholder 8">
            <a:extLst>
              <a:ext uri="{FF2B5EF4-FFF2-40B4-BE49-F238E27FC236}">
                <a16:creationId xmlns:a16="http://schemas.microsoft.com/office/drawing/2014/main" id="{A77093FC-71D6-4870-B79C-D3A44813CEF2}"/>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2092A00A-3B28-4595-88AF-35BA842E4A5A}" type="slidenum">
              <a:rPr lang="en-US" altLang="en-US" sz="1200" dirty="0">
                <a:solidFill>
                  <a:srgbClr val="898989"/>
                </a:solidFill>
              </a:rPr>
              <a:pPr>
                <a:spcBef>
                  <a:spcPct val="0"/>
                </a:spcBef>
                <a:buFontTx/>
                <a:buNone/>
              </a:pPr>
              <a:t>125</a:t>
            </a:fld>
            <a:endParaRPr lang="en-US" altLang="en-US" sz="1200" dirty="0">
              <a:solidFill>
                <a:srgbClr val="898989"/>
              </a:solidFill>
            </a:endParaRPr>
          </a:p>
        </p:txBody>
      </p:sp>
      <p:sp>
        <p:nvSpPr>
          <p:cNvPr id="19" name="Title 1">
            <a:extLst>
              <a:ext uri="{FF2B5EF4-FFF2-40B4-BE49-F238E27FC236}">
                <a16:creationId xmlns:a16="http://schemas.microsoft.com/office/drawing/2014/main" id="{86FA2FE5-7955-4AC8-A82C-7B6801990F9B}"/>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lIns="91440" tIns="45720" rIns="91440" bIns="45720" anchor="ctr"/>
          <a:lstStyle/>
          <a:p>
            <a:pPr algn="ctr" eaLnBrk="1" fontAlgn="auto" hangingPunct="1">
              <a:spcAft>
                <a:spcPts val="0"/>
              </a:spcAft>
              <a:defRPr/>
            </a:pPr>
            <a:r>
              <a:rPr lang="en-US" sz="3200" b="1" dirty="0">
                <a:latin typeface="Times New Roman"/>
                <a:cs typeface="Times New Roman"/>
              </a:rPr>
              <a:t>Daily MCQs</a:t>
            </a:r>
            <a:endParaRPr lang="en-US" sz="3200" b="1" dirty="0">
              <a:latin typeface="Times New Roman" panose="02020603050405020304" pitchFamily="18" charset="0"/>
              <a:cs typeface="Times New Roman" pitchFamily="18" charset="0"/>
            </a:endParaRPr>
          </a:p>
        </p:txBody>
      </p:sp>
    </p:spTree>
    <p:extLst>
      <p:ext uri="{BB962C8B-B14F-4D97-AF65-F5344CB8AC3E}">
        <p14:creationId xmlns:p14="http://schemas.microsoft.com/office/powerpoint/2010/main" val="2216161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5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fade">
                                      <p:cBhvr>
                                        <p:cTn id="57" dur="500"/>
                                        <p:tgtEl>
                                          <p:spTgt spid="3">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3">
                                            <p:txEl>
                                              <p:pRg st="11" end="11"/>
                                            </p:txEl>
                                          </p:spTgt>
                                        </p:tgtEl>
                                        <p:attrNameLst>
                                          <p:attrName>style.visibility</p:attrName>
                                        </p:attrNameLst>
                                      </p:cBhvr>
                                      <p:to>
                                        <p:strVal val="visible"/>
                                      </p:to>
                                    </p:set>
                                    <p:animEffect transition="in" filter="fade">
                                      <p:cBhvr>
                                        <p:cTn id="62"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None/>
            </a:pPr>
            <a:r>
              <a:rPr lang="en-US" sz="2400" dirty="0">
                <a:latin typeface="Times New Roman" pitchFamily="18" charset="0"/>
                <a:cs typeface="Times New Roman" pitchFamily="18" charset="0"/>
              </a:rPr>
              <a:t>3. </a:t>
            </a:r>
            <a:r>
              <a:rPr lang="en-US" sz="2400" dirty="0"/>
              <a:t>Choose the option below for which instance of the class cannot be created.</a:t>
            </a:r>
            <a:endParaRPr lang="en-US" sz="2400" dirty="0">
              <a:latin typeface="Times New Roman" pitchFamily="18" charset="0"/>
              <a:cs typeface="Times New Roman" pitchFamily="18" charset="0"/>
            </a:endParaRPr>
          </a:p>
          <a:p>
            <a:pPr marL="457200" indent="-457200">
              <a:buAutoNum type="alphaUcPeriod"/>
            </a:pPr>
            <a:r>
              <a:rPr lang="en-US" sz="2400" dirty="0">
                <a:latin typeface="Times New Roman" pitchFamily="18" charset="0"/>
                <a:cs typeface="Times New Roman" pitchFamily="18" charset="0"/>
              </a:rPr>
              <a:t>Anonymous Class</a:t>
            </a:r>
          </a:p>
          <a:p>
            <a:pPr marL="457200" indent="-457200">
              <a:buAutoNum type="alphaUcPeriod"/>
            </a:pPr>
            <a:r>
              <a:rPr lang="en-US" sz="2400" dirty="0">
                <a:latin typeface="Times New Roman" pitchFamily="18" charset="0"/>
                <a:cs typeface="Times New Roman" pitchFamily="18" charset="0"/>
              </a:rPr>
              <a:t>Abstract Class</a:t>
            </a:r>
          </a:p>
          <a:p>
            <a:pPr marL="457200" indent="-457200">
              <a:buAutoNum type="alphaUcPeriod"/>
            </a:pPr>
            <a:r>
              <a:rPr lang="en-US" sz="2400" dirty="0">
                <a:latin typeface="Times New Roman" pitchFamily="18" charset="0"/>
                <a:cs typeface="Times New Roman" pitchFamily="18" charset="0"/>
              </a:rPr>
              <a:t>Nested Class</a:t>
            </a:r>
          </a:p>
          <a:p>
            <a:pPr marL="457200" indent="-457200">
              <a:buAutoNum type="alphaUcPeriod"/>
            </a:pPr>
            <a:r>
              <a:rPr lang="en-US" sz="2400" dirty="0">
                <a:latin typeface="Times New Roman" pitchFamily="18" charset="0"/>
                <a:cs typeface="Times New Roman" pitchFamily="18" charset="0"/>
              </a:rPr>
              <a:t>Parent Class                      				 </a:t>
            </a:r>
            <a:r>
              <a:rPr lang="en-US" sz="2400" dirty="0">
                <a:solidFill>
                  <a:schemeClr val="accent3">
                    <a:lumMod val="75000"/>
                  </a:schemeClr>
                </a:solidFill>
                <a:latin typeface="Times New Roman" pitchFamily="18" charset="0"/>
                <a:cs typeface="Times New Roman" pitchFamily="18" charset="0"/>
              </a:rPr>
              <a:t>Answer-B</a:t>
            </a:r>
          </a:p>
          <a:p>
            <a:pPr marL="457200" indent="-457200">
              <a:buNone/>
            </a:pPr>
            <a:endParaRPr lang="en-US" sz="2400" dirty="0">
              <a:solidFill>
                <a:schemeClr val="accent3">
                  <a:lumMod val="75000"/>
                </a:schemeClr>
              </a:solidFill>
              <a:latin typeface="Times New Roman" pitchFamily="18" charset="0"/>
              <a:cs typeface="Times New Roman" pitchFamily="18" charset="0"/>
            </a:endParaRPr>
          </a:p>
          <a:p>
            <a:pPr>
              <a:buNone/>
            </a:pPr>
            <a:r>
              <a:rPr lang="en-US" sz="2400" dirty="0">
                <a:solidFill>
                  <a:schemeClr val="tx1">
                    <a:lumMod val="85000"/>
                    <a:lumOff val="15000"/>
                  </a:schemeClr>
                </a:solidFill>
                <a:latin typeface="Times New Roman" pitchFamily="18" charset="0"/>
                <a:cs typeface="Times New Roman" pitchFamily="18" charset="0"/>
              </a:rPr>
              <a:t>4.</a:t>
            </a:r>
            <a:r>
              <a:rPr lang="en-US" sz="2400" dirty="0">
                <a:solidFill>
                  <a:schemeClr val="tx1">
                    <a:lumMod val="85000"/>
                    <a:lumOff val="15000"/>
                  </a:schemeClr>
                </a:solidFill>
              </a:rPr>
              <a:t> </a:t>
            </a:r>
            <a:r>
              <a:rPr lang="en-US" sz="2400" dirty="0"/>
              <a:t>Total instances of an abstract class that can be created?</a:t>
            </a:r>
          </a:p>
          <a:p>
            <a:pPr>
              <a:buNone/>
            </a:pPr>
            <a:r>
              <a:rPr lang="en-US" sz="2400" dirty="0"/>
              <a:t>A. 0                  B. 1                 C. 4                 D. 8</a:t>
            </a:r>
          </a:p>
          <a:p>
            <a:pPr>
              <a:buNone/>
            </a:pPr>
            <a:r>
              <a:rPr lang="en-US" sz="2400" dirty="0">
                <a:solidFill>
                  <a:schemeClr val="accent3">
                    <a:lumMod val="75000"/>
                  </a:schemeClr>
                </a:solidFill>
              </a:rPr>
              <a:t>Answer-A</a:t>
            </a:r>
            <a:br>
              <a:rPr lang="en-US" sz="2400" dirty="0"/>
            </a:br>
            <a:endParaRPr lang="en-US" sz="2400" dirty="0">
              <a:solidFill>
                <a:schemeClr val="accent3">
                  <a:lumMod val="75000"/>
                </a:schemeClr>
              </a:solidFill>
              <a:latin typeface="Times New Roman" pitchFamily="18" charset="0"/>
              <a:cs typeface="Times New Roman" pitchFamily="18" charset="0"/>
            </a:endParaRPr>
          </a:p>
          <a:p>
            <a:pPr marL="457200" indent="-457200">
              <a:buAutoNum type="alphaUcPeriod"/>
            </a:pPr>
            <a:endParaRPr lang="en-US" sz="24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pPr>
              <a:defRPr/>
            </a:pPr>
            <a:fld id="{DDAADE14-7B7F-4773-9C0F-018B4D4CD0EA}" type="datetime1">
              <a:rPr lang="en-US" smtClean="0"/>
              <a:pPr>
                <a:defRPr/>
              </a:pPr>
              <a:t>5/17/2022</a:t>
            </a:fld>
            <a:endParaRPr lang="en-US"/>
          </a:p>
        </p:txBody>
      </p:sp>
      <p:sp>
        <p:nvSpPr>
          <p:cNvPr id="5" name="Footer Placeholder 4"/>
          <p:cNvSpPr>
            <a:spLocks noGrp="1"/>
          </p:cNvSpPr>
          <p:nvPr>
            <p:ph type="ftr" sz="quarter" idx="11"/>
          </p:nvPr>
        </p:nvSpPr>
        <p:spPr/>
        <p:txBody>
          <a:bodyPr/>
          <a:lstStyle/>
          <a:p>
            <a:pPr>
              <a:defRPr/>
            </a:pPr>
            <a:r>
              <a:rPr lang="en-US"/>
              <a:t>(Programming in Advanced Python)                                 Unit No:2</a:t>
            </a:r>
          </a:p>
        </p:txBody>
      </p:sp>
      <p:sp>
        <p:nvSpPr>
          <p:cNvPr id="6" name="Slide Number Placeholder 5"/>
          <p:cNvSpPr>
            <a:spLocks noGrp="1"/>
          </p:cNvSpPr>
          <p:nvPr>
            <p:ph type="sldNum" sz="quarter" idx="12"/>
          </p:nvPr>
        </p:nvSpPr>
        <p:spPr/>
        <p:txBody>
          <a:bodyPr/>
          <a:lstStyle/>
          <a:p>
            <a:fld id="{C77C10F3-51E8-47AA-8570-6B63F9EF7985}" type="slidenum">
              <a:rPr lang="en-US" altLang="en-US" smtClean="0"/>
              <a:pPr/>
              <a:t>126</a:t>
            </a:fld>
            <a:endParaRPr lang="en-US" altLang="en-US"/>
          </a:p>
        </p:txBody>
      </p:sp>
      <p:sp>
        <p:nvSpPr>
          <p:cNvPr id="7" name="Title 1">
            <a:extLst>
              <a:ext uri="{FF2B5EF4-FFF2-40B4-BE49-F238E27FC236}">
                <a16:creationId xmlns:a16="http://schemas.microsoft.com/office/drawing/2014/main" id="{86FA2FE5-7955-4AC8-A82C-7B6801990F9B}"/>
              </a:ext>
            </a:extLst>
          </p:cNvPr>
          <p:cNvSpPr txBox="1">
            <a:spLocks noGrp="1"/>
          </p:cNvSpPr>
          <p:nvPr>
            <p:ph type="title"/>
          </p:nvPr>
        </p:nvSpPr>
        <p:spPr>
          <a:prstGeom prst="rect">
            <a:avLst/>
          </a:prstGeom>
        </p:spPr>
        <p:style>
          <a:lnRef idx="1">
            <a:schemeClr val="accent5"/>
          </a:lnRef>
          <a:fillRef idx="2">
            <a:schemeClr val="accent5"/>
          </a:fillRef>
          <a:effectRef idx="1">
            <a:schemeClr val="accent5"/>
          </a:effectRef>
          <a:fontRef idx="minor">
            <a:schemeClr val="dk1"/>
          </a:fontRef>
        </p:style>
        <p:txBody>
          <a:bodyPr lIns="91440" tIns="45720" rIns="91440" bIns="45720" anchor="ctr"/>
          <a:lstStyle/>
          <a:p>
            <a:pPr algn="ctr" eaLnBrk="1" fontAlgn="auto" hangingPunct="1">
              <a:spcAft>
                <a:spcPts val="0"/>
              </a:spcAft>
              <a:defRPr/>
            </a:pPr>
            <a:r>
              <a:rPr lang="en-US" sz="3200" b="1" dirty="0">
                <a:latin typeface="Times New Roman"/>
                <a:cs typeface="Times New Roman"/>
              </a:rPr>
              <a:t>Daily MCQs</a:t>
            </a:r>
            <a:endParaRPr lang="en-US" sz="3200" b="1" dirty="0">
              <a:latin typeface="Times New Roman" panose="02020603050405020304" pitchFamily="18" charset="0"/>
              <a:cs typeface="Times New Roman" pitchFamily="18" charset="0"/>
            </a:endParaRP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CAF428F-028F-417D-A8F9-BF424310A7CC}"/>
              </a:ext>
            </a:extLst>
          </p:cNvPr>
          <p:cNvSpPr/>
          <p:nvPr/>
        </p:nvSpPr>
        <p:spPr>
          <a:xfrm>
            <a:off x="8061625" y="3366818"/>
            <a:ext cx="949325" cy="476250"/>
          </a:xfrm>
          <a:prstGeom prst="rect">
            <a:avLst/>
          </a:prstGeom>
        </p:spPr>
        <p:style>
          <a:lnRef idx="1">
            <a:schemeClr val="accent3"/>
          </a:lnRef>
          <a:fillRef idx="2">
            <a:schemeClr val="accent3"/>
          </a:fillRef>
          <a:effectRef idx="1">
            <a:schemeClr val="accent3"/>
          </a:effectRef>
          <a:fontRef idx="minor">
            <a:schemeClr val="dk1"/>
          </a:fontRef>
        </p:style>
        <p:txBody>
          <a:bodyPr anchor="ctr"/>
          <a:lstStyle/>
          <a:p>
            <a:pPr algn="ctr">
              <a:defRPr/>
            </a:pPr>
            <a:r>
              <a:rPr lang="en-US" sz="1600" b="1" dirty="0">
                <a:latin typeface="Times New Roman" pitchFamily="18" charset="0"/>
                <a:cs typeface="Times New Roman" pitchFamily="18" charset="0"/>
              </a:rPr>
              <a:t>Father</a:t>
            </a:r>
            <a:endParaRPr lang="en-US" sz="1400" b="1" dirty="0">
              <a:latin typeface="Times New Roman" pitchFamily="18" charset="0"/>
              <a:cs typeface="Times New Roman" pitchFamily="18" charset="0"/>
            </a:endParaRPr>
          </a:p>
        </p:txBody>
      </p:sp>
      <p:sp>
        <p:nvSpPr>
          <p:cNvPr id="5" name="Rectangle 4">
            <a:extLst>
              <a:ext uri="{FF2B5EF4-FFF2-40B4-BE49-F238E27FC236}">
                <a16:creationId xmlns:a16="http://schemas.microsoft.com/office/drawing/2014/main" id="{F393B52C-82F2-4736-9165-34D8D717A9E1}"/>
              </a:ext>
            </a:extLst>
          </p:cNvPr>
          <p:cNvSpPr/>
          <p:nvPr/>
        </p:nvSpPr>
        <p:spPr>
          <a:xfrm>
            <a:off x="9596707" y="3341418"/>
            <a:ext cx="962025" cy="501650"/>
          </a:xfrm>
          <a:prstGeom prst="rect">
            <a:avLst/>
          </a:prstGeom>
        </p:spPr>
        <p:style>
          <a:lnRef idx="1">
            <a:schemeClr val="accent3"/>
          </a:lnRef>
          <a:fillRef idx="2">
            <a:schemeClr val="accent3"/>
          </a:fillRef>
          <a:effectRef idx="1">
            <a:schemeClr val="accent3"/>
          </a:effectRef>
          <a:fontRef idx="minor">
            <a:schemeClr val="dk1"/>
          </a:fontRef>
        </p:style>
        <p:txBody>
          <a:bodyPr anchor="ctr"/>
          <a:lstStyle/>
          <a:p>
            <a:pPr algn="ctr">
              <a:defRPr/>
            </a:pPr>
            <a:r>
              <a:rPr lang="en-US" sz="1600" b="1" dirty="0">
                <a:latin typeface="Times New Roman" pitchFamily="18" charset="0"/>
                <a:cs typeface="Times New Roman" pitchFamily="18" charset="0"/>
              </a:rPr>
              <a:t>Mother</a:t>
            </a:r>
            <a:endParaRPr lang="en-US" sz="1050" b="1" dirty="0">
              <a:latin typeface="Times New Roman" pitchFamily="18" charset="0"/>
              <a:cs typeface="Times New Roman" pitchFamily="18" charset="0"/>
            </a:endParaRPr>
          </a:p>
        </p:txBody>
      </p:sp>
      <p:sp>
        <p:nvSpPr>
          <p:cNvPr id="6" name="Rectangle 5">
            <a:extLst>
              <a:ext uri="{FF2B5EF4-FFF2-40B4-BE49-F238E27FC236}">
                <a16:creationId xmlns:a16="http://schemas.microsoft.com/office/drawing/2014/main" id="{947063D4-F359-4E85-8E4D-33B70E35D7BE}"/>
              </a:ext>
            </a:extLst>
          </p:cNvPr>
          <p:cNvSpPr/>
          <p:nvPr/>
        </p:nvSpPr>
        <p:spPr>
          <a:xfrm>
            <a:off x="8905336" y="4571581"/>
            <a:ext cx="1066800" cy="492125"/>
          </a:xfrm>
          <a:prstGeom prst="rect">
            <a:avLst/>
          </a:prstGeom>
        </p:spPr>
        <p:style>
          <a:lnRef idx="1">
            <a:schemeClr val="accent4"/>
          </a:lnRef>
          <a:fillRef idx="2">
            <a:schemeClr val="accent4"/>
          </a:fillRef>
          <a:effectRef idx="1">
            <a:schemeClr val="accent4"/>
          </a:effectRef>
          <a:fontRef idx="minor">
            <a:schemeClr val="dk1"/>
          </a:fontRef>
        </p:style>
        <p:txBody>
          <a:bodyPr anchor="ctr"/>
          <a:lstStyle/>
          <a:p>
            <a:pPr algn="ctr">
              <a:defRPr/>
            </a:pPr>
            <a:r>
              <a:rPr lang="en-US" b="1" dirty="0">
                <a:latin typeface="Times New Roman" pitchFamily="18" charset="0"/>
                <a:cs typeface="Times New Roman" pitchFamily="18" charset="0"/>
              </a:rPr>
              <a:t>Son</a:t>
            </a:r>
            <a:endParaRPr lang="en-US" sz="1100" b="1" dirty="0">
              <a:latin typeface="Times New Roman" pitchFamily="18" charset="0"/>
              <a:cs typeface="Times New Roman" pitchFamily="18" charset="0"/>
            </a:endParaRPr>
          </a:p>
        </p:txBody>
      </p:sp>
      <p:cxnSp>
        <p:nvCxnSpPr>
          <p:cNvPr id="7" name="Straight Arrow Connector 6">
            <a:extLst>
              <a:ext uri="{FF2B5EF4-FFF2-40B4-BE49-F238E27FC236}">
                <a16:creationId xmlns:a16="http://schemas.microsoft.com/office/drawing/2014/main" id="{06CF1B8B-50FB-42A9-81EB-C8BA73737377}"/>
              </a:ext>
            </a:extLst>
          </p:cNvPr>
          <p:cNvCxnSpPr>
            <a:cxnSpLocks/>
          </p:cNvCxnSpPr>
          <p:nvPr/>
        </p:nvCxnSpPr>
        <p:spPr>
          <a:xfrm>
            <a:off x="8880894" y="4015597"/>
            <a:ext cx="457200" cy="498475"/>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8" name="Straight Arrow Connector 7">
            <a:extLst>
              <a:ext uri="{FF2B5EF4-FFF2-40B4-BE49-F238E27FC236}">
                <a16:creationId xmlns:a16="http://schemas.microsoft.com/office/drawing/2014/main" id="{75FC3A60-BFFE-4488-8947-B52DC6B8C18B}"/>
              </a:ext>
            </a:extLst>
          </p:cNvPr>
          <p:cNvCxnSpPr>
            <a:cxnSpLocks/>
          </p:cNvCxnSpPr>
          <p:nvPr/>
        </p:nvCxnSpPr>
        <p:spPr>
          <a:xfrm flipH="1">
            <a:off x="9510623" y="4015597"/>
            <a:ext cx="506413" cy="498475"/>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sp>
        <p:nvSpPr>
          <p:cNvPr id="9" name="Rectangle 8">
            <a:extLst>
              <a:ext uri="{FF2B5EF4-FFF2-40B4-BE49-F238E27FC236}">
                <a16:creationId xmlns:a16="http://schemas.microsoft.com/office/drawing/2014/main" id="{7C3103E0-2328-482A-8EAF-BD1B5FA9E292}"/>
              </a:ext>
            </a:extLst>
          </p:cNvPr>
          <p:cNvSpPr/>
          <p:nvPr/>
        </p:nvSpPr>
        <p:spPr>
          <a:xfrm>
            <a:off x="8542248" y="2102629"/>
            <a:ext cx="1828800" cy="438150"/>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r>
              <a:rPr lang="en-US" sz="2000" b="1" dirty="0">
                <a:latin typeface="Times New Roman" pitchFamily="18" charset="0"/>
                <a:cs typeface="Times New Roman" pitchFamily="18" charset="0"/>
              </a:rPr>
              <a:t>object</a:t>
            </a:r>
            <a:endParaRPr lang="en-US" sz="900" b="1" dirty="0">
              <a:latin typeface="Times New Roman" pitchFamily="18" charset="0"/>
              <a:cs typeface="Times New Roman" pitchFamily="18" charset="0"/>
            </a:endParaRPr>
          </a:p>
        </p:txBody>
      </p:sp>
      <p:cxnSp>
        <p:nvCxnSpPr>
          <p:cNvPr id="10" name="Straight Arrow Connector 9">
            <a:extLst>
              <a:ext uri="{FF2B5EF4-FFF2-40B4-BE49-F238E27FC236}">
                <a16:creationId xmlns:a16="http://schemas.microsoft.com/office/drawing/2014/main" id="{35E60CCD-7A7B-4C23-8332-20F5C258D901}"/>
              </a:ext>
            </a:extLst>
          </p:cNvPr>
          <p:cNvCxnSpPr>
            <a:cxnSpLocks/>
          </p:cNvCxnSpPr>
          <p:nvPr/>
        </p:nvCxnSpPr>
        <p:spPr>
          <a:xfrm flipH="1">
            <a:off x="8378136" y="2540779"/>
            <a:ext cx="1121644" cy="768530"/>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cxnSp>
        <p:nvCxnSpPr>
          <p:cNvPr id="11" name="Straight Arrow Connector 10">
            <a:extLst>
              <a:ext uri="{FF2B5EF4-FFF2-40B4-BE49-F238E27FC236}">
                <a16:creationId xmlns:a16="http://schemas.microsoft.com/office/drawing/2014/main" id="{08678361-0997-4773-A581-DBB31F2D275B}"/>
              </a:ext>
            </a:extLst>
          </p:cNvPr>
          <p:cNvCxnSpPr>
            <a:cxnSpLocks/>
          </p:cNvCxnSpPr>
          <p:nvPr/>
        </p:nvCxnSpPr>
        <p:spPr>
          <a:xfrm>
            <a:off x="9655085" y="2612666"/>
            <a:ext cx="506053" cy="599356"/>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sp>
        <p:nvSpPr>
          <p:cNvPr id="13" name="Content Placeholder 12">
            <a:extLst>
              <a:ext uri="{FF2B5EF4-FFF2-40B4-BE49-F238E27FC236}">
                <a16:creationId xmlns:a16="http://schemas.microsoft.com/office/drawing/2014/main" id="{9D65D742-F051-4D2D-93E9-CC0704711532}"/>
              </a:ext>
            </a:extLst>
          </p:cNvPr>
          <p:cNvSpPr>
            <a:spLocks noGrp="1"/>
          </p:cNvSpPr>
          <p:nvPr>
            <p:ph idx="1"/>
          </p:nvPr>
        </p:nvSpPr>
        <p:spPr>
          <a:xfrm>
            <a:off x="1676400" y="817563"/>
            <a:ext cx="5334000" cy="5538787"/>
          </a:xfrm>
        </p:spPr>
        <p:txBody>
          <a:bodyPr>
            <a:noAutofit/>
          </a:bodyPr>
          <a:lstStyle/>
          <a:p>
            <a:pPr marL="0" indent="0" algn="just">
              <a:buNone/>
              <a:defRPr/>
            </a:pPr>
            <a:r>
              <a:rPr lang="en-US" sz="2000" b="1" dirty="0">
                <a:latin typeface="Times New Roman"/>
                <a:cs typeface="Times New Roman"/>
              </a:rPr>
              <a:t>      </a:t>
            </a:r>
            <a:r>
              <a:rPr lang="en-US" sz="2400" b="1" dirty="0">
                <a:latin typeface="Times New Roman"/>
                <a:cs typeface="Times New Roman"/>
              </a:rPr>
              <a:t>  s = Son()</a:t>
            </a:r>
            <a:endParaRPr lang="en-US" sz="2400">
              <a:latin typeface="Times New Roman"/>
              <a:cs typeface="Times New Roman"/>
            </a:endParaRPr>
          </a:p>
          <a:p>
            <a:pPr algn="just">
              <a:defRPr/>
            </a:pPr>
            <a:r>
              <a:rPr lang="en-US" sz="2000" dirty="0">
                <a:latin typeface="Times New Roman"/>
                <a:cs typeface="Times New Roman"/>
              </a:rPr>
              <a:t>The search will start from Son. As the object of Son is created, the constructor of Son is called.</a:t>
            </a:r>
          </a:p>
          <a:p>
            <a:pPr algn="just">
              <a:defRPr/>
            </a:pPr>
            <a:r>
              <a:rPr lang="en-US" sz="2000" dirty="0">
                <a:latin typeface="Times New Roman"/>
                <a:cs typeface="Times New Roman"/>
              </a:rPr>
              <a:t>Son has super().__</a:t>
            </a:r>
            <a:r>
              <a:rPr lang="en-US" sz="2000" dirty="0" err="1">
                <a:latin typeface="Times New Roman"/>
                <a:cs typeface="Times New Roman"/>
              </a:rPr>
              <a:t>init</a:t>
            </a:r>
            <a:r>
              <a:rPr lang="en-US" sz="2000" dirty="0">
                <a:latin typeface="Times New Roman"/>
                <a:cs typeface="Times New Roman"/>
              </a:rPr>
              <a:t>__() inside his constructor so its parent class, the one in the left side ‘Father’ class’s constructor is called.</a:t>
            </a:r>
          </a:p>
          <a:p>
            <a:pPr algn="just">
              <a:defRPr/>
            </a:pPr>
            <a:r>
              <a:rPr lang="en-US" sz="2000" dirty="0">
                <a:latin typeface="Times New Roman"/>
                <a:cs typeface="Times New Roman"/>
              </a:rPr>
              <a:t>Father class also has super().__</a:t>
            </a:r>
            <a:r>
              <a:rPr lang="en-US" sz="2000" dirty="0" err="1">
                <a:latin typeface="Times New Roman"/>
                <a:cs typeface="Times New Roman"/>
              </a:rPr>
              <a:t>init</a:t>
            </a:r>
            <a:r>
              <a:rPr lang="en-US" sz="2000" dirty="0">
                <a:latin typeface="Times New Roman"/>
                <a:cs typeface="Times New Roman"/>
              </a:rPr>
              <a:t>__() inside his constructor so its parent ‘object’ class’s constructor is called.</a:t>
            </a:r>
          </a:p>
          <a:p>
            <a:pPr algn="just">
              <a:defRPr/>
            </a:pPr>
            <a:r>
              <a:rPr lang="en-US" sz="2000" dirty="0">
                <a:latin typeface="Times New Roman"/>
                <a:cs typeface="Times New Roman"/>
              </a:rPr>
              <a:t>Object does not have any constructor so the search will continue down to right hand side class (Mother) of object class so Mother class’s constructor is called.</a:t>
            </a:r>
          </a:p>
          <a:p>
            <a:pPr algn="just">
              <a:defRPr/>
            </a:pPr>
            <a:r>
              <a:rPr lang="en-US" sz="2000" dirty="0">
                <a:latin typeface="Times New Roman"/>
                <a:cs typeface="Times New Roman"/>
              </a:rPr>
              <a:t>As Mother class also has super().__inti__() so its parent class ‘object’ constructor is called but as object class already visited, the search will stop here.</a:t>
            </a:r>
          </a:p>
        </p:txBody>
      </p:sp>
      <p:sp>
        <p:nvSpPr>
          <p:cNvPr id="2" name="Right Arrow 1">
            <a:extLst>
              <a:ext uri="{FF2B5EF4-FFF2-40B4-BE49-F238E27FC236}">
                <a16:creationId xmlns:a16="http://schemas.microsoft.com/office/drawing/2014/main" id="{45C6121F-46A3-4913-A51F-BF5D1027DA5E}"/>
              </a:ext>
            </a:extLst>
          </p:cNvPr>
          <p:cNvSpPr/>
          <p:nvPr/>
        </p:nvSpPr>
        <p:spPr>
          <a:xfrm>
            <a:off x="8072887" y="4679531"/>
            <a:ext cx="762000" cy="247650"/>
          </a:xfrm>
          <a:prstGeom prst="rightArrow">
            <a:avLst/>
          </a:prstGeom>
        </p:spPr>
        <p:style>
          <a:lnRef idx="1">
            <a:schemeClr val="dk1"/>
          </a:lnRef>
          <a:fillRef idx="3">
            <a:schemeClr val="dk1"/>
          </a:fillRef>
          <a:effectRef idx="2">
            <a:schemeClr val="dk1"/>
          </a:effectRef>
          <a:fontRef idx="minor">
            <a:schemeClr val="lt1"/>
          </a:fontRef>
        </p:style>
        <p:txBody>
          <a:bodyPr anchor="ctr"/>
          <a:lstStyle/>
          <a:p>
            <a:pPr algn="ctr">
              <a:defRPr/>
            </a:pPr>
            <a:endParaRPr lang="en-IN"/>
          </a:p>
        </p:txBody>
      </p:sp>
      <p:sp>
        <p:nvSpPr>
          <p:cNvPr id="14" name="Right Arrow 13">
            <a:extLst>
              <a:ext uri="{FF2B5EF4-FFF2-40B4-BE49-F238E27FC236}">
                <a16:creationId xmlns:a16="http://schemas.microsoft.com/office/drawing/2014/main" id="{745A4EC3-8A15-4175-9710-DE912864E24E}"/>
              </a:ext>
            </a:extLst>
          </p:cNvPr>
          <p:cNvSpPr/>
          <p:nvPr/>
        </p:nvSpPr>
        <p:spPr>
          <a:xfrm>
            <a:off x="7221747" y="3523891"/>
            <a:ext cx="762000" cy="246063"/>
          </a:xfrm>
          <a:prstGeom prst="rightArrow">
            <a:avLst/>
          </a:prstGeom>
        </p:spPr>
        <p:style>
          <a:lnRef idx="1">
            <a:schemeClr val="dk1"/>
          </a:lnRef>
          <a:fillRef idx="3">
            <a:schemeClr val="dk1"/>
          </a:fillRef>
          <a:effectRef idx="2">
            <a:schemeClr val="dk1"/>
          </a:effectRef>
          <a:fontRef idx="minor">
            <a:schemeClr val="lt1"/>
          </a:fontRef>
        </p:style>
        <p:txBody>
          <a:bodyPr anchor="ctr"/>
          <a:lstStyle/>
          <a:p>
            <a:pPr algn="ctr">
              <a:defRPr/>
            </a:pPr>
            <a:endParaRPr lang="en-IN"/>
          </a:p>
        </p:txBody>
      </p:sp>
      <p:sp>
        <p:nvSpPr>
          <p:cNvPr id="15" name="Right Arrow 14">
            <a:extLst>
              <a:ext uri="{FF2B5EF4-FFF2-40B4-BE49-F238E27FC236}">
                <a16:creationId xmlns:a16="http://schemas.microsoft.com/office/drawing/2014/main" id="{213E20E3-37DF-479B-8BBB-55EEAB941AB9}"/>
              </a:ext>
            </a:extLst>
          </p:cNvPr>
          <p:cNvSpPr/>
          <p:nvPr/>
        </p:nvSpPr>
        <p:spPr>
          <a:xfrm>
            <a:off x="7724955" y="2241011"/>
            <a:ext cx="762000" cy="246063"/>
          </a:xfrm>
          <a:prstGeom prst="rightArrow">
            <a:avLst/>
          </a:prstGeom>
        </p:spPr>
        <p:style>
          <a:lnRef idx="1">
            <a:schemeClr val="dk1"/>
          </a:lnRef>
          <a:fillRef idx="3">
            <a:schemeClr val="dk1"/>
          </a:fillRef>
          <a:effectRef idx="2">
            <a:schemeClr val="dk1"/>
          </a:effectRef>
          <a:fontRef idx="minor">
            <a:schemeClr val="lt1"/>
          </a:fontRef>
        </p:style>
        <p:txBody>
          <a:bodyPr anchor="ctr"/>
          <a:lstStyle/>
          <a:p>
            <a:pPr algn="ctr">
              <a:defRPr/>
            </a:pPr>
            <a:endParaRPr lang="en-IN"/>
          </a:p>
        </p:txBody>
      </p:sp>
      <p:sp>
        <p:nvSpPr>
          <p:cNvPr id="16" name="Right Arrow 15">
            <a:extLst>
              <a:ext uri="{FF2B5EF4-FFF2-40B4-BE49-F238E27FC236}">
                <a16:creationId xmlns:a16="http://schemas.microsoft.com/office/drawing/2014/main" id="{8C367178-AE2A-40F9-BED9-DF50E2CA0311}"/>
              </a:ext>
            </a:extLst>
          </p:cNvPr>
          <p:cNvSpPr/>
          <p:nvPr/>
        </p:nvSpPr>
        <p:spPr>
          <a:xfrm rot="10800000">
            <a:off x="10634932" y="3525927"/>
            <a:ext cx="762000" cy="246063"/>
          </a:xfrm>
          <a:prstGeom prst="rightArrow">
            <a:avLst/>
          </a:prstGeom>
        </p:spPr>
        <p:style>
          <a:lnRef idx="1">
            <a:schemeClr val="dk1"/>
          </a:lnRef>
          <a:fillRef idx="3">
            <a:schemeClr val="dk1"/>
          </a:fillRef>
          <a:effectRef idx="2">
            <a:schemeClr val="dk1"/>
          </a:effectRef>
          <a:fontRef idx="minor">
            <a:schemeClr val="lt1"/>
          </a:fontRef>
        </p:style>
        <p:txBody>
          <a:bodyPr anchor="ctr"/>
          <a:lstStyle/>
          <a:p>
            <a:pPr algn="ctr">
              <a:defRPr/>
            </a:pPr>
            <a:endParaRPr lang="en-IN"/>
          </a:p>
        </p:txBody>
      </p:sp>
      <p:sp>
        <p:nvSpPr>
          <p:cNvPr id="17" name="Title 1">
            <a:extLst>
              <a:ext uri="{FF2B5EF4-FFF2-40B4-BE49-F238E27FC236}">
                <a16:creationId xmlns:a16="http://schemas.microsoft.com/office/drawing/2014/main" id="{AFB4FFF3-6202-4D72-AFAF-9773BC3E28CE}"/>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US" sz="3200" b="1" dirty="0">
                <a:latin typeface="Times New Roman" panose="02020603050405020304" pitchFamily="18" charset="0"/>
                <a:cs typeface="Times New Roman" pitchFamily="18" charset="0"/>
              </a:rPr>
              <a:t>Method Resolution Order (MRO)(CO2)</a:t>
            </a:r>
          </a:p>
        </p:txBody>
      </p:sp>
      <p:sp>
        <p:nvSpPr>
          <p:cNvPr id="3" name="Date Placeholder 2">
            <a:extLst>
              <a:ext uri="{FF2B5EF4-FFF2-40B4-BE49-F238E27FC236}">
                <a16:creationId xmlns:a16="http://schemas.microsoft.com/office/drawing/2014/main" id="{C1439859-D02E-4A60-A0DD-81B8AD1E6076}"/>
              </a:ext>
            </a:extLst>
          </p:cNvPr>
          <p:cNvSpPr>
            <a:spLocks noGrp="1"/>
          </p:cNvSpPr>
          <p:nvPr>
            <p:ph type="dt" sz="quarter" idx="10"/>
          </p:nvPr>
        </p:nvSpPr>
        <p:spPr/>
        <p:txBody>
          <a:bodyPr/>
          <a:lstStyle/>
          <a:p>
            <a:pPr>
              <a:defRPr/>
            </a:pPr>
            <a:fld id="{5803A0E9-A1BD-4C8D-A027-B36A63351A9E}" type="datetime1">
              <a:rPr lang="en-US" smtClean="0"/>
              <a:pPr>
                <a:defRPr/>
              </a:pPr>
              <a:t>5/17/2022</a:t>
            </a:fld>
            <a:endParaRPr lang="en-US"/>
          </a:p>
        </p:txBody>
      </p:sp>
      <p:sp>
        <p:nvSpPr>
          <p:cNvPr id="19" name="Footer Placeholder 18">
            <a:extLst>
              <a:ext uri="{FF2B5EF4-FFF2-40B4-BE49-F238E27FC236}">
                <a16:creationId xmlns:a16="http://schemas.microsoft.com/office/drawing/2014/main" id="{CDDA4E66-34AD-476C-81CA-99198C7E6F6B}"/>
              </a:ext>
            </a:extLst>
          </p:cNvPr>
          <p:cNvSpPr>
            <a:spLocks noGrp="1"/>
          </p:cNvSpPr>
          <p:nvPr>
            <p:ph type="ftr" sz="quarter" idx="11"/>
          </p:nvPr>
        </p:nvSpPr>
        <p:spPr>
          <a:xfrm>
            <a:off x="2895600" y="6356350"/>
            <a:ext cx="6553200" cy="365125"/>
          </a:xfrm>
        </p:spPr>
        <p:txBody>
          <a:bodyPr/>
          <a:lstStyle/>
          <a:p>
            <a:pPr>
              <a:defRPr/>
            </a:pPr>
            <a:r>
              <a:rPr lang="en-US" dirty="0"/>
              <a:t>(Programming in Advanced Python)                                 Unit No:2</a:t>
            </a:r>
          </a:p>
        </p:txBody>
      </p:sp>
      <p:sp>
        <p:nvSpPr>
          <p:cNvPr id="86035" name="Slide Number Placeholder 19">
            <a:extLst>
              <a:ext uri="{FF2B5EF4-FFF2-40B4-BE49-F238E27FC236}">
                <a16:creationId xmlns:a16="http://schemas.microsoft.com/office/drawing/2014/main" id="{EB99257E-8A86-437F-9B9C-0A836F130925}"/>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21479185-4791-46BD-BCD6-44C174DA86F6}" type="slidenum">
              <a:rPr lang="en-US" altLang="en-US" sz="1200" dirty="0">
                <a:solidFill>
                  <a:srgbClr val="898989"/>
                </a:solidFill>
              </a:rPr>
              <a:pPr>
                <a:spcBef>
                  <a:spcPct val="0"/>
                </a:spcBef>
                <a:buFontTx/>
                <a:buNone/>
              </a:pPr>
              <a:t>127</a:t>
            </a:fld>
            <a:endParaRPr lang="en-US" altLang="en-US" sz="1200" dirty="0">
              <a:solidFill>
                <a:srgbClr val="898989"/>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10"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par>
                                <p:cTn id="16" presetID="10" presetClass="entr" presetSubtype="0" fill="hold"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500"/>
                                        <p:tgtEl>
                                          <p:spTgt spid="6"/>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500"/>
                                        <p:tgtEl>
                                          <p:spTgt spid="10"/>
                                        </p:tgtEl>
                                      </p:cBhvr>
                                    </p:animEffect>
                                  </p:childTnLst>
                                </p:cTn>
                              </p:par>
                              <p:par>
                                <p:cTn id="30" presetID="10" presetClass="entr" presetSubtype="0" fill="hold"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0" presetClass="entr" presetSubtype="0" fill="hold" nodeType="clickEffect">
                                  <p:stCondLst>
                                    <p:cond delay="0"/>
                                  </p:stCondLst>
                                  <p:childTnLst>
                                    <p:set>
                                      <p:cBhvr>
                                        <p:cTn id="36" dur="1" fill="hold">
                                          <p:stCondLst>
                                            <p:cond delay="0"/>
                                          </p:stCondLst>
                                        </p:cTn>
                                        <p:tgtEl>
                                          <p:spTgt spid="13">
                                            <p:txEl>
                                              <p:pRg st="0" end="0"/>
                                            </p:txEl>
                                          </p:spTgt>
                                        </p:tgtEl>
                                        <p:attrNameLst>
                                          <p:attrName>style.visibility</p:attrName>
                                        </p:attrNameLst>
                                      </p:cBhvr>
                                      <p:to>
                                        <p:strVal val="visible"/>
                                      </p:to>
                                    </p:set>
                                    <p:animEffect transition="in" filter="fade">
                                      <p:cBhvr>
                                        <p:cTn id="37" dur="500"/>
                                        <p:tgtEl>
                                          <p:spTgt spid="13">
                                            <p:txEl>
                                              <p:pRg st="0" end="0"/>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0" presetClass="entr" presetSubtype="0" fill="hold" nodeType="clickEffect">
                                  <p:stCondLst>
                                    <p:cond delay="0"/>
                                  </p:stCondLst>
                                  <p:childTnLst>
                                    <p:set>
                                      <p:cBhvr>
                                        <p:cTn id="41" dur="1" fill="hold">
                                          <p:stCondLst>
                                            <p:cond delay="0"/>
                                          </p:stCondLst>
                                        </p:cTn>
                                        <p:tgtEl>
                                          <p:spTgt spid="13">
                                            <p:txEl>
                                              <p:pRg st="1" end="1"/>
                                            </p:txEl>
                                          </p:spTgt>
                                        </p:tgtEl>
                                        <p:attrNameLst>
                                          <p:attrName>style.visibility</p:attrName>
                                        </p:attrNameLst>
                                      </p:cBhvr>
                                      <p:to>
                                        <p:strVal val="visible"/>
                                      </p:to>
                                    </p:set>
                                    <p:animEffect transition="in" filter="fade">
                                      <p:cBhvr>
                                        <p:cTn id="42" dur="500"/>
                                        <p:tgtEl>
                                          <p:spTgt spid="13">
                                            <p:txEl>
                                              <p:pRg st="1" end="1"/>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6" presetClass="entr" presetSubtype="21" fill="hold" grpId="0" nodeType="clickEffect">
                                  <p:stCondLst>
                                    <p:cond delay="0"/>
                                  </p:stCondLst>
                                  <p:childTnLst>
                                    <p:set>
                                      <p:cBhvr>
                                        <p:cTn id="46" dur="1" fill="hold">
                                          <p:stCondLst>
                                            <p:cond delay="0"/>
                                          </p:stCondLst>
                                        </p:cTn>
                                        <p:tgtEl>
                                          <p:spTgt spid="2"/>
                                        </p:tgtEl>
                                        <p:attrNameLst>
                                          <p:attrName>style.visibility</p:attrName>
                                        </p:attrNameLst>
                                      </p:cBhvr>
                                      <p:to>
                                        <p:strVal val="visible"/>
                                      </p:to>
                                    </p:set>
                                    <p:animEffect transition="in" filter="barn(inVertical)">
                                      <p:cBhvr>
                                        <p:cTn id="47" dur="500"/>
                                        <p:tgtEl>
                                          <p:spTgt spid="2"/>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0" presetClass="entr" presetSubtype="0" fill="hold" nodeType="clickEffect">
                                  <p:stCondLst>
                                    <p:cond delay="0"/>
                                  </p:stCondLst>
                                  <p:childTnLst>
                                    <p:set>
                                      <p:cBhvr>
                                        <p:cTn id="51" dur="1" fill="hold">
                                          <p:stCondLst>
                                            <p:cond delay="0"/>
                                          </p:stCondLst>
                                        </p:cTn>
                                        <p:tgtEl>
                                          <p:spTgt spid="13">
                                            <p:txEl>
                                              <p:pRg st="2" end="2"/>
                                            </p:txEl>
                                          </p:spTgt>
                                        </p:tgtEl>
                                        <p:attrNameLst>
                                          <p:attrName>style.visibility</p:attrName>
                                        </p:attrNameLst>
                                      </p:cBhvr>
                                      <p:to>
                                        <p:strVal val="visible"/>
                                      </p:to>
                                    </p:set>
                                    <p:animEffect transition="in" filter="fade">
                                      <p:cBhvr>
                                        <p:cTn id="52" dur="500"/>
                                        <p:tgtEl>
                                          <p:spTgt spid="13">
                                            <p:txEl>
                                              <p:pRg st="2" end="2"/>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16" presetClass="entr" presetSubtype="21" fill="hold" grpId="0" nodeType="clickEffect">
                                  <p:stCondLst>
                                    <p:cond delay="0"/>
                                  </p:stCondLst>
                                  <p:childTnLst>
                                    <p:set>
                                      <p:cBhvr>
                                        <p:cTn id="56" dur="1" fill="hold">
                                          <p:stCondLst>
                                            <p:cond delay="0"/>
                                          </p:stCondLst>
                                        </p:cTn>
                                        <p:tgtEl>
                                          <p:spTgt spid="14"/>
                                        </p:tgtEl>
                                        <p:attrNameLst>
                                          <p:attrName>style.visibility</p:attrName>
                                        </p:attrNameLst>
                                      </p:cBhvr>
                                      <p:to>
                                        <p:strVal val="visible"/>
                                      </p:to>
                                    </p:set>
                                    <p:animEffect transition="in" filter="barn(inVertical)">
                                      <p:cBhvr>
                                        <p:cTn id="57" dur="500"/>
                                        <p:tgtEl>
                                          <p:spTgt spid="14"/>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10" presetClass="entr" presetSubtype="0" fill="hold" nodeType="clickEffect">
                                  <p:stCondLst>
                                    <p:cond delay="0"/>
                                  </p:stCondLst>
                                  <p:childTnLst>
                                    <p:set>
                                      <p:cBhvr>
                                        <p:cTn id="61" dur="1" fill="hold">
                                          <p:stCondLst>
                                            <p:cond delay="0"/>
                                          </p:stCondLst>
                                        </p:cTn>
                                        <p:tgtEl>
                                          <p:spTgt spid="13">
                                            <p:txEl>
                                              <p:pRg st="3" end="3"/>
                                            </p:txEl>
                                          </p:spTgt>
                                        </p:tgtEl>
                                        <p:attrNameLst>
                                          <p:attrName>style.visibility</p:attrName>
                                        </p:attrNameLst>
                                      </p:cBhvr>
                                      <p:to>
                                        <p:strVal val="visible"/>
                                      </p:to>
                                    </p:set>
                                    <p:animEffect transition="in" filter="fade">
                                      <p:cBhvr>
                                        <p:cTn id="62" dur="500"/>
                                        <p:tgtEl>
                                          <p:spTgt spid="13">
                                            <p:txEl>
                                              <p:pRg st="3" end="3"/>
                                            </p:txEl>
                                          </p:spTgt>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16" presetClass="entr" presetSubtype="21" fill="hold" grpId="0" nodeType="clickEffect">
                                  <p:stCondLst>
                                    <p:cond delay="0"/>
                                  </p:stCondLst>
                                  <p:childTnLst>
                                    <p:set>
                                      <p:cBhvr>
                                        <p:cTn id="66" dur="1" fill="hold">
                                          <p:stCondLst>
                                            <p:cond delay="0"/>
                                          </p:stCondLst>
                                        </p:cTn>
                                        <p:tgtEl>
                                          <p:spTgt spid="15"/>
                                        </p:tgtEl>
                                        <p:attrNameLst>
                                          <p:attrName>style.visibility</p:attrName>
                                        </p:attrNameLst>
                                      </p:cBhvr>
                                      <p:to>
                                        <p:strVal val="visible"/>
                                      </p:to>
                                    </p:set>
                                    <p:animEffect transition="in" filter="barn(inVertical)">
                                      <p:cBhvr>
                                        <p:cTn id="67" dur="500"/>
                                        <p:tgtEl>
                                          <p:spTgt spid="15"/>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10" presetClass="entr" presetSubtype="0" fill="hold" nodeType="clickEffect">
                                  <p:stCondLst>
                                    <p:cond delay="0"/>
                                  </p:stCondLst>
                                  <p:childTnLst>
                                    <p:set>
                                      <p:cBhvr>
                                        <p:cTn id="71" dur="1" fill="hold">
                                          <p:stCondLst>
                                            <p:cond delay="0"/>
                                          </p:stCondLst>
                                        </p:cTn>
                                        <p:tgtEl>
                                          <p:spTgt spid="13">
                                            <p:txEl>
                                              <p:pRg st="4" end="4"/>
                                            </p:txEl>
                                          </p:spTgt>
                                        </p:tgtEl>
                                        <p:attrNameLst>
                                          <p:attrName>style.visibility</p:attrName>
                                        </p:attrNameLst>
                                      </p:cBhvr>
                                      <p:to>
                                        <p:strVal val="visible"/>
                                      </p:to>
                                    </p:set>
                                    <p:animEffect transition="in" filter="fade">
                                      <p:cBhvr>
                                        <p:cTn id="72" dur="500"/>
                                        <p:tgtEl>
                                          <p:spTgt spid="13">
                                            <p:txEl>
                                              <p:pRg st="4" end="4"/>
                                            </p:txEl>
                                          </p:spTgt>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10" presetClass="exit" presetSubtype="0" fill="hold" grpId="1" nodeType="clickEffect">
                                  <p:stCondLst>
                                    <p:cond delay="0"/>
                                  </p:stCondLst>
                                  <p:childTnLst>
                                    <p:animEffect transition="out" filter="fade">
                                      <p:cBhvr>
                                        <p:cTn id="76" dur="500"/>
                                        <p:tgtEl>
                                          <p:spTgt spid="15"/>
                                        </p:tgtEl>
                                      </p:cBhvr>
                                    </p:animEffect>
                                    <p:set>
                                      <p:cBhvr>
                                        <p:cTn id="77" dur="1" fill="hold">
                                          <p:stCondLst>
                                            <p:cond delay="499"/>
                                          </p:stCondLst>
                                        </p:cTn>
                                        <p:tgtEl>
                                          <p:spTgt spid="15"/>
                                        </p:tgtEl>
                                        <p:attrNameLst>
                                          <p:attrName>style.visibility</p:attrName>
                                        </p:attrNameLst>
                                      </p:cBhvr>
                                      <p:to>
                                        <p:strVal val="hidden"/>
                                      </p:to>
                                    </p:set>
                                  </p:childTnLst>
                                </p:cTn>
                              </p:par>
                            </p:childTnLst>
                          </p:cTn>
                        </p:par>
                      </p:childTnLst>
                    </p:cTn>
                  </p:par>
                  <p:par>
                    <p:cTn id="78" fill="hold" nodeType="clickPar">
                      <p:stCondLst>
                        <p:cond delay="indefinite"/>
                      </p:stCondLst>
                      <p:childTnLst>
                        <p:par>
                          <p:cTn id="79" fill="hold" nodeType="withGroup">
                            <p:stCondLst>
                              <p:cond delay="0"/>
                            </p:stCondLst>
                            <p:childTnLst>
                              <p:par>
                                <p:cTn id="80" presetID="16" presetClass="entr" presetSubtype="21" fill="hold" grpId="0" nodeType="clickEffect">
                                  <p:stCondLst>
                                    <p:cond delay="0"/>
                                  </p:stCondLst>
                                  <p:childTnLst>
                                    <p:set>
                                      <p:cBhvr>
                                        <p:cTn id="81" dur="1" fill="hold">
                                          <p:stCondLst>
                                            <p:cond delay="0"/>
                                          </p:stCondLst>
                                        </p:cTn>
                                        <p:tgtEl>
                                          <p:spTgt spid="16"/>
                                        </p:tgtEl>
                                        <p:attrNameLst>
                                          <p:attrName>style.visibility</p:attrName>
                                        </p:attrNameLst>
                                      </p:cBhvr>
                                      <p:to>
                                        <p:strVal val="visible"/>
                                      </p:to>
                                    </p:set>
                                    <p:animEffect transition="in" filter="barn(inVertical)">
                                      <p:cBhvr>
                                        <p:cTn id="82" dur="500"/>
                                        <p:tgtEl>
                                          <p:spTgt spid="16"/>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10" presetClass="entr" presetSubtype="0" fill="hold" nodeType="clickEffect">
                                  <p:stCondLst>
                                    <p:cond delay="0"/>
                                  </p:stCondLst>
                                  <p:childTnLst>
                                    <p:set>
                                      <p:cBhvr>
                                        <p:cTn id="86" dur="1" fill="hold">
                                          <p:stCondLst>
                                            <p:cond delay="0"/>
                                          </p:stCondLst>
                                        </p:cTn>
                                        <p:tgtEl>
                                          <p:spTgt spid="13">
                                            <p:txEl>
                                              <p:pRg st="5" end="5"/>
                                            </p:txEl>
                                          </p:spTgt>
                                        </p:tgtEl>
                                        <p:attrNameLst>
                                          <p:attrName>style.visibility</p:attrName>
                                        </p:attrNameLst>
                                      </p:cBhvr>
                                      <p:to>
                                        <p:strVal val="visible"/>
                                      </p:to>
                                    </p:set>
                                    <p:animEffect transition="in" filter="fade">
                                      <p:cBhvr>
                                        <p:cTn id="87" dur="500"/>
                                        <p:tgtEl>
                                          <p:spTgt spid="1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9" grpId="0" animBg="1"/>
      <p:bldP spid="2" grpId="0" animBg="1"/>
      <p:bldP spid="14" grpId="0" animBg="1"/>
      <p:bldP spid="15" grpId="0" animBg="1"/>
      <p:bldP spid="15" grpId="1" animBg="1"/>
      <p:bldP spid="16" grpId="0" animBg="1"/>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Content Placeholder 2">
            <a:extLst>
              <a:ext uri="{FF2B5EF4-FFF2-40B4-BE49-F238E27FC236}">
                <a16:creationId xmlns:a16="http://schemas.microsoft.com/office/drawing/2014/main" id="{09FEB1D6-E41F-499E-A5F4-6D13B6CA81EE}"/>
              </a:ext>
            </a:extLst>
          </p:cNvPr>
          <p:cNvSpPr>
            <a:spLocks noGrp="1"/>
          </p:cNvSpPr>
          <p:nvPr>
            <p:ph idx="1"/>
          </p:nvPr>
        </p:nvSpPr>
        <p:spPr>
          <a:xfrm>
            <a:off x="1887746" y="1718094"/>
            <a:ext cx="10075654" cy="2590801"/>
          </a:xfrm>
        </p:spPr>
        <p:txBody>
          <a:bodyPr/>
          <a:lstStyle/>
          <a:p>
            <a:pPr marL="0" indent="0" algn="just">
              <a:buNone/>
            </a:pPr>
            <a:endParaRPr lang="en-US" altLang="en-US" sz="2800">
              <a:latin typeface="Times New Roman" panose="02020603050405020304" pitchFamily="18" charset="0"/>
              <a:cs typeface="Times New Roman" panose="02020603050405020304" pitchFamily="18" charset="0"/>
            </a:endParaRPr>
          </a:p>
          <a:p>
            <a:pPr marL="0" indent="0" algn="just">
              <a:buNone/>
            </a:pPr>
            <a:r>
              <a:rPr lang="en-US" altLang="en-US" sz="2800" dirty="0">
                <a:latin typeface="Times New Roman"/>
                <a:cs typeface="Times New Roman"/>
              </a:rPr>
              <a:t>Example</a:t>
            </a:r>
          </a:p>
          <a:p>
            <a:pPr>
              <a:buNone/>
            </a:pPr>
            <a:r>
              <a:rPr lang="en-US" altLang="en-US" sz="2800" dirty="0">
                <a:latin typeface="Times New Roman"/>
                <a:cs typeface="Times New Roman"/>
              </a:rPr>
              <a:t>          </a:t>
            </a:r>
            <a:r>
              <a:rPr lang="en-US" altLang="en-US" sz="2800" b="1" dirty="0">
                <a:solidFill>
                  <a:srgbClr val="0070C0"/>
                </a:solidFill>
                <a:latin typeface="Times New Roman"/>
                <a:cs typeface="Times New Roman"/>
              </a:rPr>
              <a:t>class Student(Person):</a:t>
            </a:r>
            <a:br>
              <a:rPr lang="en-US" altLang="en-US" sz="2800" b="1">
                <a:latin typeface="Times New Roman" panose="02020603050405020304" pitchFamily="18" charset="0"/>
                <a:cs typeface="Times New Roman" panose="02020603050405020304" pitchFamily="18" charset="0"/>
              </a:rPr>
            </a:br>
            <a:r>
              <a:rPr lang="en-US" altLang="en-US" sz="2800" b="1" dirty="0">
                <a:solidFill>
                  <a:srgbClr val="0070C0"/>
                </a:solidFill>
                <a:latin typeface="Times New Roman"/>
                <a:cs typeface="Times New Roman"/>
              </a:rPr>
              <a:t>               def __</a:t>
            </a:r>
            <a:r>
              <a:rPr lang="en-US" altLang="en-US" sz="2800" b="1" dirty="0" err="1">
                <a:solidFill>
                  <a:srgbClr val="0070C0"/>
                </a:solidFill>
                <a:latin typeface="Times New Roman"/>
                <a:cs typeface="Times New Roman"/>
              </a:rPr>
              <a:t>init</a:t>
            </a:r>
            <a:r>
              <a:rPr lang="en-US" altLang="en-US" sz="2800" b="1" dirty="0">
                <a:solidFill>
                  <a:srgbClr val="0070C0"/>
                </a:solidFill>
                <a:latin typeface="Times New Roman"/>
                <a:cs typeface="Times New Roman"/>
              </a:rPr>
              <a:t>__(self, </a:t>
            </a:r>
            <a:r>
              <a:rPr lang="en-US" altLang="en-US" sz="2800" b="1" dirty="0" err="1">
                <a:solidFill>
                  <a:srgbClr val="0070C0"/>
                </a:solidFill>
                <a:latin typeface="Times New Roman"/>
                <a:cs typeface="Times New Roman"/>
              </a:rPr>
              <a:t>fname</a:t>
            </a:r>
            <a:r>
              <a:rPr lang="en-US" altLang="en-US" sz="2800" b="1" dirty="0">
                <a:solidFill>
                  <a:srgbClr val="0070C0"/>
                </a:solidFill>
                <a:latin typeface="Times New Roman"/>
                <a:cs typeface="Times New Roman"/>
              </a:rPr>
              <a:t>, </a:t>
            </a:r>
            <a:r>
              <a:rPr lang="en-US" altLang="en-US" sz="2800" b="1" dirty="0" err="1">
                <a:solidFill>
                  <a:srgbClr val="0070C0"/>
                </a:solidFill>
                <a:latin typeface="Times New Roman"/>
                <a:cs typeface="Times New Roman"/>
              </a:rPr>
              <a:t>lname</a:t>
            </a:r>
            <a:r>
              <a:rPr lang="en-US" altLang="en-US" sz="2800" b="1" dirty="0">
                <a:solidFill>
                  <a:srgbClr val="0070C0"/>
                </a:solidFill>
                <a:latin typeface="Times New Roman"/>
                <a:cs typeface="Times New Roman"/>
              </a:rPr>
              <a:t>):</a:t>
            </a:r>
            <a:br>
              <a:rPr lang="en-US" altLang="en-US" sz="2800" b="1">
                <a:latin typeface="Times New Roman" panose="02020603050405020304" pitchFamily="18" charset="0"/>
                <a:cs typeface="Times New Roman" panose="02020603050405020304" pitchFamily="18" charset="0"/>
              </a:rPr>
            </a:br>
            <a:r>
              <a:rPr lang="en-US" altLang="en-US" sz="2800" b="1" dirty="0">
                <a:solidFill>
                  <a:srgbClr val="0070C0"/>
                </a:solidFill>
                <a:latin typeface="Times New Roman"/>
                <a:cs typeface="Times New Roman"/>
              </a:rPr>
              <a:t>                        super().__</a:t>
            </a:r>
            <a:r>
              <a:rPr lang="en-US" altLang="en-US" sz="2800" b="1" dirty="0" err="1">
                <a:solidFill>
                  <a:srgbClr val="0070C0"/>
                </a:solidFill>
                <a:latin typeface="Times New Roman"/>
                <a:cs typeface="Times New Roman"/>
              </a:rPr>
              <a:t>init</a:t>
            </a:r>
            <a:r>
              <a:rPr lang="en-US" altLang="en-US" sz="2800" b="1" dirty="0">
                <a:solidFill>
                  <a:srgbClr val="0070C0"/>
                </a:solidFill>
                <a:latin typeface="Times New Roman"/>
                <a:cs typeface="Times New Roman"/>
              </a:rPr>
              <a:t>__(</a:t>
            </a:r>
            <a:r>
              <a:rPr lang="en-US" altLang="en-US" sz="2800" b="1" dirty="0" err="1">
                <a:solidFill>
                  <a:srgbClr val="0070C0"/>
                </a:solidFill>
                <a:latin typeface="Times New Roman"/>
                <a:cs typeface="Times New Roman"/>
              </a:rPr>
              <a:t>fname</a:t>
            </a:r>
            <a:r>
              <a:rPr lang="en-US" altLang="en-US" sz="2800" b="1" dirty="0">
                <a:solidFill>
                  <a:srgbClr val="0070C0"/>
                </a:solidFill>
                <a:latin typeface="Times New Roman"/>
                <a:cs typeface="Times New Roman"/>
              </a:rPr>
              <a:t>, </a:t>
            </a:r>
            <a:r>
              <a:rPr lang="en-US" altLang="en-US" sz="2800" b="1" dirty="0" err="1">
                <a:solidFill>
                  <a:srgbClr val="0070C0"/>
                </a:solidFill>
                <a:latin typeface="Times New Roman"/>
                <a:cs typeface="Times New Roman"/>
              </a:rPr>
              <a:t>lname</a:t>
            </a:r>
            <a:r>
              <a:rPr lang="en-US" altLang="en-US" sz="2800" b="1" dirty="0">
                <a:solidFill>
                  <a:srgbClr val="0070C0"/>
                </a:solidFill>
                <a:latin typeface="Times New Roman"/>
                <a:cs typeface="Times New Roman"/>
              </a:rPr>
              <a:t>)</a:t>
            </a:r>
            <a:endParaRPr lang="en-US" altLang="en-US" sz="28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B93C7D65-0567-4323-8DFB-A9710DDD5A66}"/>
              </a:ext>
            </a:extLst>
          </p:cNvPr>
          <p:cNvSpPr>
            <a:spLocks noGrp="1"/>
          </p:cNvSpPr>
          <p:nvPr>
            <p:ph type="dt" sz="quarter" idx="10"/>
          </p:nvPr>
        </p:nvSpPr>
        <p:spPr/>
        <p:txBody>
          <a:bodyPr/>
          <a:lstStyle/>
          <a:p>
            <a:pPr>
              <a:defRPr/>
            </a:pPr>
            <a:fld id="{6B49EF86-CF77-4466-83EC-55D64A6BE17B}" type="datetime1">
              <a:rPr lang="en-US" smtClean="0"/>
              <a:pPr>
                <a:defRPr/>
              </a:pPr>
              <a:t>5/17/2022</a:t>
            </a:fld>
            <a:endParaRPr lang="en-US"/>
          </a:p>
        </p:txBody>
      </p:sp>
      <p:sp>
        <p:nvSpPr>
          <p:cNvPr id="5" name="Footer Placeholder 4">
            <a:extLst>
              <a:ext uri="{FF2B5EF4-FFF2-40B4-BE49-F238E27FC236}">
                <a16:creationId xmlns:a16="http://schemas.microsoft.com/office/drawing/2014/main" id="{26EBAB3F-C590-4047-8425-A586477E3F40}"/>
              </a:ext>
            </a:extLst>
          </p:cNvPr>
          <p:cNvSpPr>
            <a:spLocks noGrp="1"/>
          </p:cNvSpPr>
          <p:nvPr>
            <p:ph type="ftr" sz="quarter" idx="11"/>
          </p:nvPr>
        </p:nvSpPr>
        <p:spPr>
          <a:xfrm>
            <a:off x="4038600" y="6356350"/>
            <a:ext cx="5029200" cy="365125"/>
          </a:xfrm>
        </p:spPr>
        <p:txBody>
          <a:bodyPr/>
          <a:lstStyle/>
          <a:p>
            <a:pPr>
              <a:defRPr/>
            </a:pPr>
            <a:r>
              <a:rPr lang="en-US" dirty="0"/>
              <a:t>(Programming in Advanced Python)                                 Unit No:2</a:t>
            </a:r>
          </a:p>
        </p:txBody>
      </p:sp>
      <p:sp>
        <p:nvSpPr>
          <p:cNvPr id="87045" name="Slide Number Placeholder 5">
            <a:extLst>
              <a:ext uri="{FF2B5EF4-FFF2-40B4-BE49-F238E27FC236}">
                <a16:creationId xmlns:a16="http://schemas.microsoft.com/office/drawing/2014/main" id="{2BBD4C80-B7C8-4B58-A6C9-2C9BDF71C910}"/>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9274CE1F-C780-4EA7-BB87-EEA04B95FBF8}" type="slidenum">
              <a:rPr lang="en-US" altLang="en-US" sz="1200" dirty="0">
                <a:solidFill>
                  <a:srgbClr val="898989"/>
                </a:solidFill>
              </a:rPr>
              <a:pPr>
                <a:spcBef>
                  <a:spcPct val="0"/>
                </a:spcBef>
                <a:buFontTx/>
                <a:buNone/>
              </a:pPr>
              <a:t>128</a:t>
            </a:fld>
            <a:endParaRPr lang="en-US" altLang="en-US" sz="1200" dirty="0">
              <a:solidFill>
                <a:srgbClr val="898989"/>
              </a:solidFill>
            </a:endParaRPr>
          </a:p>
        </p:txBody>
      </p:sp>
      <p:sp>
        <p:nvSpPr>
          <p:cNvPr id="7" name="Title 1">
            <a:extLst>
              <a:ext uri="{FF2B5EF4-FFF2-40B4-BE49-F238E27FC236}">
                <a16:creationId xmlns:a16="http://schemas.microsoft.com/office/drawing/2014/main" id="{BB8283BC-B6F4-4578-A299-6A9FE2D8D1C3}"/>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a:defRPr/>
            </a:pPr>
            <a:r>
              <a:rPr lang="en-US" sz="3200" b="1" dirty="0">
                <a:latin typeface="Times New Roman" pitchFamily="18" charset="0"/>
                <a:cs typeface="Times New Roman" pitchFamily="18" charset="0"/>
              </a:rPr>
              <a:t>Use the super() Function(CO2)</a:t>
            </a:r>
          </a:p>
        </p:txBody>
      </p:sp>
      <p:sp>
        <p:nvSpPr>
          <p:cNvPr id="2" name="TextBox 1">
            <a:extLst>
              <a:ext uri="{FF2B5EF4-FFF2-40B4-BE49-F238E27FC236}">
                <a16:creationId xmlns:a16="http://schemas.microsoft.com/office/drawing/2014/main" id="{A16E84CD-9E58-4CBA-8A45-A4513578ACBB}"/>
              </a:ext>
            </a:extLst>
          </p:cNvPr>
          <p:cNvSpPr txBox="1"/>
          <p:nvPr/>
        </p:nvSpPr>
        <p:spPr>
          <a:xfrm>
            <a:off x="1892060" y="1058174"/>
            <a:ext cx="9701841"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dirty="0">
                <a:latin typeface="Times New Roman"/>
                <a:cs typeface="Times New Roman"/>
              </a:rPr>
              <a:t>Python also has a super() function that will make the child class inherit all the methods and properties from its parent.</a:t>
            </a:r>
            <a:endParaRPr lang="en-US" sz="2000" dirty="0"/>
          </a:p>
        </p:txBody>
      </p:sp>
      <p:sp>
        <p:nvSpPr>
          <p:cNvPr id="3" name="TextBox 2">
            <a:extLst>
              <a:ext uri="{FF2B5EF4-FFF2-40B4-BE49-F238E27FC236}">
                <a16:creationId xmlns:a16="http://schemas.microsoft.com/office/drawing/2014/main" id="{CD56BE04-9CA0-4857-A674-A72E4EAE69B1}"/>
              </a:ext>
            </a:extLst>
          </p:cNvPr>
          <p:cNvSpPr txBox="1"/>
          <p:nvPr/>
        </p:nvSpPr>
        <p:spPr>
          <a:xfrm>
            <a:off x="1963948" y="4638136"/>
            <a:ext cx="9888745" cy="166199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2800" dirty="0">
                <a:latin typeface="Times New Roman"/>
                <a:cs typeface="Times New Roman"/>
              </a:rPr>
              <a:t>By using the super() function, you do not have to use the name of the parent element, it will automatically inherit the methods and properties from its parent.</a:t>
            </a:r>
            <a:endParaRPr lang="en-US" sz="2800" dirty="0">
              <a:latin typeface="Arial"/>
              <a:cs typeface="Arial"/>
            </a:endParaRPr>
          </a:p>
          <a:p>
            <a:pPr algn="l"/>
            <a:endParaRPr lang="en-US"/>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7042"/>
                                        </p:tgtEl>
                                        <p:attrNameLst>
                                          <p:attrName>style.visibility</p:attrName>
                                        </p:attrNameLst>
                                      </p:cBhvr>
                                      <p:to>
                                        <p:strVal val="visible"/>
                                      </p:to>
                                    </p:set>
                                    <p:anim calcmode="lin" valueType="num">
                                      <p:cBhvr additive="base">
                                        <p:cTn id="13" dur="500" fill="hold"/>
                                        <p:tgtEl>
                                          <p:spTgt spid="87042"/>
                                        </p:tgtEl>
                                        <p:attrNameLst>
                                          <p:attrName>ppt_x</p:attrName>
                                        </p:attrNameLst>
                                      </p:cBhvr>
                                      <p:tavLst>
                                        <p:tav tm="0">
                                          <p:val>
                                            <p:strVal val="#ppt_x"/>
                                          </p:val>
                                        </p:tav>
                                        <p:tav tm="100000">
                                          <p:val>
                                            <p:strVal val="#ppt_x"/>
                                          </p:val>
                                        </p:tav>
                                      </p:tavLst>
                                    </p:anim>
                                    <p:anim calcmode="lin" valueType="num">
                                      <p:cBhvr additive="base">
                                        <p:cTn id="14" dur="500" fill="hold"/>
                                        <p:tgtEl>
                                          <p:spTgt spid="8704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fade">
                                      <p:cBhvr>
                                        <p:cTn id="1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042" grpId="0"/>
      <p:bldP spid="2" grpId="0"/>
      <p:bldP spid="3" grpId="0"/>
    </p:bld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B93C7D65-0567-4323-8DFB-A9710DDD5A66}"/>
              </a:ext>
            </a:extLst>
          </p:cNvPr>
          <p:cNvSpPr>
            <a:spLocks noGrp="1"/>
          </p:cNvSpPr>
          <p:nvPr>
            <p:ph type="dt" sz="quarter" idx="10"/>
          </p:nvPr>
        </p:nvSpPr>
        <p:spPr/>
        <p:txBody>
          <a:bodyPr/>
          <a:lstStyle/>
          <a:p>
            <a:pPr>
              <a:defRPr/>
            </a:pPr>
            <a:fld id="{62CFDA02-B412-426F-9E82-743E19EFC44E}" type="datetime1">
              <a:rPr lang="en-US" smtClean="0"/>
              <a:pPr>
                <a:defRPr/>
              </a:pPr>
              <a:t>5/17/2022</a:t>
            </a:fld>
            <a:endParaRPr lang="en-US"/>
          </a:p>
        </p:txBody>
      </p:sp>
      <p:sp>
        <p:nvSpPr>
          <p:cNvPr id="5" name="Footer Placeholder 4">
            <a:extLst>
              <a:ext uri="{FF2B5EF4-FFF2-40B4-BE49-F238E27FC236}">
                <a16:creationId xmlns:a16="http://schemas.microsoft.com/office/drawing/2014/main" id="{26EBAB3F-C590-4047-8425-A586477E3F40}"/>
              </a:ext>
            </a:extLst>
          </p:cNvPr>
          <p:cNvSpPr>
            <a:spLocks noGrp="1"/>
          </p:cNvSpPr>
          <p:nvPr>
            <p:ph type="ftr" sz="quarter" idx="11"/>
          </p:nvPr>
        </p:nvSpPr>
        <p:spPr>
          <a:xfrm>
            <a:off x="4038600" y="6356350"/>
            <a:ext cx="5029200" cy="365125"/>
          </a:xfrm>
        </p:spPr>
        <p:txBody>
          <a:bodyPr/>
          <a:lstStyle/>
          <a:p>
            <a:pPr>
              <a:defRPr/>
            </a:pPr>
            <a:r>
              <a:rPr lang="en-US" dirty="0"/>
              <a:t>(Programming in Advanced Python)                                 Unit No:2</a:t>
            </a:r>
          </a:p>
        </p:txBody>
      </p:sp>
      <p:sp>
        <p:nvSpPr>
          <p:cNvPr id="87045" name="Slide Number Placeholder 5">
            <a:extLst>
              <a:ext uri="{FF2B5EF4-FFF2-40B4-BE49-F238E27FC236}">
                <a16:creationId xmlns:a16="http://schemas.microsoft.com/office/drawing/2014/main" id="{2BBD4C80-B7C8-4B58-A6C9-2C9BDF71C910}"/>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9274CE1F-C780-4EA7-BB87-EEA04B95FBF8}" type="slidenum">
              <a:rPr lang="en-US" altLang="en-US" sz="1200" dirty="0">
                <a:solidFill>
                  <a:srgbClr val="898989"/>
                </a:solidFill>
              </a:rPr>
              <a:pPr>
                <a:spcBef>
                  <a:spcPct val="0"/>
                </a:spcBef>
                <a:buFontTx/>
                <a:buNone/>
              </a:pPr>
              <a:t>129</a:t>
            </a:fld>
            <a:endParaRPr lang="en-US" altLang="en-US" sz="1200" dirty="0">
              <a:solidFill>
                <a:srgbClr val="898989"/>
              </a:solidFill>
            </a:endParaRPr>
          </a:p>
        </p:txBody>
      </p:sp>
      <p:sp>
        <p:nvSpPr>
          <p:cNvPr id="7" name="Title 1">
            <a:extLst>
              <a:ext uri="{FF2B5EF4-FFF2-40B4-BE49-F238E27FC236}">
                <a16:creationId xmlns:a16="http://schemas.microsoft.com/office/drawing/2014/main" id="{BB8283BC-B6F4-4578-A299-6A9FE2D8D1C3}"/>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a:defRPr/>
            </a:pPr>
            <a:r>
              <a:rPr lang="en-US" sz="3200" b="1" dirty="0">
                <a:latin typeface="Times New Roman" pitchFamily="18" charset="0"/>
                <a:cs typeface="Times New Roman" pitchFamily="18" charset="0"/>
              </a:rPr>
              <a:t>Use the super() Function(CO2)</a:t>
            </a:r>
          </a:p>
        </p:txBody>
      </p:sp>
      <p:sp>
        <p:nvSpPr>
          <p:cNvPr id="2" name="TextBox 1">
            <a:extLst>
              <a:ext uri="{FF2B5EF4-FFF2-40B4-BE49-F238E27FC236}">
                <a16:creationId xmlns:a16="http://schemas.microsoft.com/office/drawing/2014/main" id="{A16E84CD-9E58-4CBA-8A45-A4513578ACBB}"/>
              </a:ext>
            </a:extLst>
          </p:cNvPr>
          <p:cNvSpPr txBox="1"/>
          <p:nvPr/>
        </p:nvSpPr>
        <p:spPr>
          <a:xfrm>
            <a:off x="1554782" y="808338"/>
            <a:ext cx="10026628" cy="563231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500" b="1" dirty="0">
                <a:latin typeface="Arial"/>
                <a:cs typeface="Arial"/>
              </a:rPr>
              <a:t>1. __________function that will make the child class inherit all the methods and properties from its parent.</a:t>
            </a:r>
          </a:p>
          <a:p>
            <a:r>
              <a:rPr lang="en-US" sz="1500" dirty="0">
                <a:latin typeface="Arial"/>
                <a:cs typeface="Arial"/>
              </a:rPr>
              <a:t>A. self</a:t>
            </a:r>
            <a:br>
              <a:rPr lang="en-US" sz="1500"/>
            </a:br>
            <a:r>
              <a:rPr lang="en-US" sz="1500" dirty="0">
                <a:latin typeface="Arial"/>
                <a:cs typeface="Arial"/>
              </a:rPr>
              <a:t>B. __</a:t>
            </a:r>
            <a:r>
              <a:rPr lang="en-US" sz="1500" dirty="0" err="1">
                <a:latin typeface="Arial"/>
                <a:cs typeface="Arial"/>
              </a:rPr>
              <a:t>init</a:t>
            </a:r>
            <a:r>
              <a:rPr lang="en-US" sz="1500" dirty="0">
                <a:latin typeface="Arial"/>
                <a:cs typeface="Arial"/>
              </a:rPr>
              <a:t>__()</a:t>
            </a:r>
            <a:br>
              <a:rPr lang="en-US" sz="1500"/>
            </a:br>
            <a:r>
              <a:rPr lang="en-US" sz="1500" dirty="0">
                <a:latin typeface="Arial"/>
                <a:cs typeface="Arial"/>
              </a:rPr>
              <a:t>C. super</a:t>
            </a:r>
            <a:br>
              <a:rPr lang="en-US" sz="1500"/>
            </a:br>
            <a:r>
              <a:rPr lang="en-US" sz="1500" dirty="0">
                <a:latin typeface="Arial"/>
                <a:cs typeface="Arial"/>
              </a:rPr>
              <a:t>D. pass </a:t>
            </a:r>
          </a:p>
          <a:p>
            <a:r>
              <a:rPr lang="en-US" sz="1500" dirty="0">
                <a:solidFill>
                  <a:schemeClr val="accent3"/>
                </a:solidFill>
                <a:latin typeface="Arial"/>
                <a:cs typeface="Arial"/>
              </a:rPr>
              <a:t>Answer: C</a:t>
            </a:r>
            <a:endParaRPr lang="en-US" sz="1500">
              <a:solidFill>
                <a:schemeClr val="accent3"/>
              </a:solidFill>
            </a:endParaRPr>
          </a:p>
          <a:p>
            <a:endParaRPr lang="en-US" sz="1500">
              <a:solidFill>
                <a:schemeClr val="accent3"/>
              </a:solidFill>
              <a:latin typeface="Arial"/>
              <a:cs typeface="Arial"/>
            </a:endParaRPr>
          </a:p>
          <a:p>
            <a:r>
              <a:rPr lang="en-US" sz="1500" b="1" dirty="0">
                <a:latin typeface="Arial"/>
                <a:cs typeface="Arial"/>
              </a:rPr>
              <a:t>2. What will be output for the </a:t>
            </a:r>
            <a:r>
              <a:rPr lang="en-US" sz="1500" b="1" dirty="0" err="1">
                <a:latin typeface="Arial"/>
                <a:cs typeface="Arial"/>
              </a:rPr>
              <a:t>folllowing</a:t>
            </a:r>
            <a:r>
              <a:rPr lang="en-US" sz="1500" b="1" dirty="0">
                <a:latin typeface="Arial"/>
                <a:cs typeface="Arial"/>
              </a:rPr>
              <a:t> code?</a:t>
            </a:r>
          </a:p>
          <a:p>
            <a:r>
              <a:rPr lang="en-US" sz="1500" dirty="0">
                <a:latin typeface="Arial"/>
                <a:cs typeface="Arial"/>
              </a:rPr>
              <a:t>class A:
    def __</a:t>
            </a:r>
            <a:r>
              <a:rPr lang="en-US" sz="1500" dirty="0" err="1">
                <a:latin typeface="Arial"/>
                <a:cs typeface="Arial"/>
              </a:rPr>
              <a:t>init</a:t>
            </a:r>
            <a:r>
              <a:rPr lang="en-US" sz="1500" dirty="0">
                <a:latin typeface="Arial"/>
                <a:cs typeface="Arial"/>
              </a:rPr>
              <a:t>__(self, x= 1):
        </a:t>
            </a:r>
            <a:r>
              <a:rPr lang="en-US" sz="1500" dirty="0" err="1">
                <a:latin typeface="Arial"/>
                <a:cs typeface="Arial"/>
              </a:rPr>
              <a:t>self.x</a:t>
            </a:r>
            <a:r>
              <a:rPr lang="en-US" sz="1500" dirty="0">
                <a:latin typeface="Arial"/>
                <a:cs typeface="Arial"/>
              </a:rPr>
              <a:t> = x
class der(A):
    def __</a:t>
            </a:r>
            <a:r>
              <a:rPr lang="en-US" sz="1500" dirty="0" err="1">
                <a:latin typeface="Arial"/>
                <a:cs typeface="Arial"/>
              </a:rPr>
              <a:t>init</a:t>
            </a:r>
            <a:r>
              <a:rPr lang="en-US" sz="1500" dirty="0">
                <a:latin typeface="Arial"/>
                <a:cs typeface="Arial"/>
              </a:rPr>
              <a:t>__(</a:t>
            </a:r>
            <a:r>
              <a:rPr lang="en-US" sz="1500" dirty="0" err="1">
                <a:latin typeface="Arial"/>
                <a:cs typeface="Arial"/>
              </a:rPr>
              <a:t>self,y</a:t>
            </a:r>
            <a:r>
              <a:rPr lang="en-US" sz="1500" dirty="0">
                <a:latin typeface="Arial"/>
                <a:cs typeface="Arial"/>
              </a:rPr>
              <a:t> = 2):
        super().__</a:t>
            </a:r>
            <a:r>
              <a:rPr lang="en-US" sz="1500" dirty="0" err="1">
                <a:latin typeface="Arial"/>
                <a:cs typeface="Arial"/>
              </a:rPr>
              <a:t>init</a:t>
            </a:r>
            <a:r>
              <a:rPr lang="en-US" sz="1500" dirty="0">
                <a:latin typeface="Arial"/>
                <a:cs typeface="Arial"/>
              </a:rPr>
              <a:t>__()
        </a:t>
            </a:r>
            <a:r>
              <a:rPr lang="en-US" sz="1500" dirty="0" err="1">
                <a:latin typeface="Arial"/>
                <a:cs typeface="Arial"/>
              </a:rPr>
              <a:t>self.y</a:t>
            </a:r>
            <a:r>
              <a:rPr lang="en-US" sz="1500" dirty="0">
                <a:latin typeface="Arial"/>
                <a:cs typeface="Arial"/>
              </a:rPr>
              <a:t> = y
def main():
    obj = der()
    print(</a:t>
            </a:r>
            <a:r>
              <a:rPr lang="en-US" sz="1500" dirty="0" err="1">
                <a:latin typeface="Arial"/>
                <a:cs typeface="Arial"/>
              </a:rPr>
              <a:t>obj.x</a:t>
            </a:r>
            <a:r>
              <a:rPr lang="en-US" sz="1500" dirty="0">
                <a:latin typeface="Arial"/>
                <a:cs typeface="Arial"/>
              </a:rPr>
              <a:t>, </a:t>
            </a:r>
            <a:r>
              <a:rPr lang="en-US" sz="1500" dirty="0" err="1">
                <a:latin typeface="Arial"/>
                <a:cs typeface="Arial"/>
              </a:rPr>
              <a:t>obj.y</a:t>
            </a:r>
            <a:r>
              <a:rPr lang="en-US" sz="1500" dirty="0">
                <a:latin typeface="Arial"/>
                <a:cs typeface="Arial"/>
              </a:rPr>
              <a:t>)
main()</a:t>
            </a:r>
            <a:endParaRPr lang="en-US"/>
          </a:p>
          <a:p>
            <a:r>
              <a:rPr lang="en-US" sz="1500" dirty="0">
                <a:latin typeface="Arial"/>
                <a:cs typeface="Arial"/>
              </a:rPr>
              <a:t>A. Error, the syntax of the invoking method is wrong</a:t>
            </a:r>
            <a:br>
              <a:rPr lang="en-US" sz="1500">
                <a:latin typeface="Arial"/>
                <a:cs typeface="Arial"/>
              </a:rPr>
            </a:br>
            <a:r>
              <a:rPr lang="en-US" sz="1500" dirty="0">
                <a:latin typeface="Arial"/>
                <a:cs typeface="Arial"/>
              </a:rPr>
              <a:t>B. The program runs fine but nothing is printed</a:t>
            </a:r>
            <a:br>
              <a:rPr lang="en-US" sz="1500">
                <a:latin typeface="Arial"/>
                <a:cs typeface="Arial"/>
              </a:rPr>
            </a:br>
            <a:r>
              <a:rPr lang="en-US" sz="1500" dirty="0">
                <a:latin typeface="Arial"/>
                <a:cs typeface="Arial"/>
              </a:rPr>
              <a:t>C. 1 0</a:t>
            </a:r>
            <a:br>
              <a:rPr lang="en-US" sz="1500">
                <a:latin typeface="Arial"/>
                <a:cs typeface="Arial"/>
              </a:rPr>
            </a:br>
            <a:r>
              <a:rPr lang="en-US" sz="1500" dirty="0">
                <a:latin typeface="Arial"/>
                <a:cs typeface="Arial"/>
              </a:rPr>
              <a:t>D. 1 2</a:t>
            </a:r>
            <a:endParaRPr lang="en-US"/>
          </a:p>
          <a:p>
            <a:r>
              <a:rPr lang="en-US" sz="1500" dirty="0">
                <a:solidFill>
                  <a:schemeClr val="accent3"/>
                </a:solidFill>
                <a:latin typeface="Arial"/>
                <a:cs typeface="Arial"/>
              </a:rPr>
              <a:t>Answer: D</a:t>
            </a:r>
          </a:p>
        </p:txBody>
      </p:sp>
    </p:spTree>
    <p:extLst>
      <p:ext uri="{BB962C8B-B14F-4D97-AF65-F5344CB8AC3E}">
        <p14:creationId xmlns:p14="http://schemas.microsoft.com/office/powerpoint/2010/main" val="769611709"/>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a:defRPr/>
            </a:pPr>
            <a:fld id="{DDAADE14-7B7F-4773-9C0F-018B4D4CD0EA}" type="datetime1">
              <a:rPr lang="en-US" smtClean="0"/>
              <a:pPr>
                <a:defRPr/>
              </a:pPr>
              <a:t>5/17/2022</a:t>
            </a:fld>
            <a:endParaRPr lang="en-US"/>
          </a:p>
        </p:txBody>
      </p:sp>
      <p:sp>
        <p:nvSpPr>
          <p:cNvPr id="5" name="Footer Placeholder 4"/>
          <p:cNvSpPr>
            <a:spLocks noGrp="1"/>
          </p:cNvSpPr>
          <p:nvPr>
            <p:ph type="ftr" sz="quarter" idx="11"/>
          </p:nvPr>
        </p:nvSpPr>
        <p:spPr/>
        <p:txBody>
          <a:bodyPr/>
          <a:lstStyle/>
          <a:p>
            <a:pPr>
              <a:defRPr/>
            </a:pPr>
            <a:r>
              <a:rPr lang="en-US"/>
              <a:t>(Programming in Advanced Python)                                 Unit No:2</a:t>
            </a:r>
          </a:p>
        </p:txBody>
      </p:sp>
      <p:sp>
        <p:nvSpPr>
          <p:cNvPr id="6" name="Slide Number Placeholder 5"/>
          <p:cNvSpPr>
            <a:spLocks noGrp="1"/>
          </p:cNvSpPr>
          <p:nvPr>
            <p:ph type="sldNum" sz="quarter" idx="12"/>
          </p:nvPr>
        </p:nvSpPr>
        <p:spPr/>
        <p:txBody>
          <a:bodyPr/>
          <a:lstStyle/>
          <a:p>
            <a:fld id="{C77C10F3-51E8-47AA-8570-6B63F9EF7985}" type="slidenum">
              <a:rPr lang="en-US" altLang="en-US" smtClean="0"/>
              <a:pPr/>
              <a:t>130</a:t>
            </a:fld>
            <a:endParaRPr lang="en-US" altLang="en-US"/>
          </a:p>
        </p:txBody>
      </p:sp>
      <p:sp>
        <p:nvSpPr>
          <p:cNvPr id="7" name="Title 1">
            <a:extLst>
              <a:ext uri="{FF2B5EF4-FFF2-40B4-BE49-F238E27FC236}">
                <a16:creationId xmlns:a16="http://schemas.microsoft.com/office/drawing/2014/main" id="{2D5FF94D-0693-4C25-88EE-FB251C3303D9}"/>
              </a:ext>
            </a:extLst>
          </p:cNvPr>
          <p:cNvSpPr txBox="1">
            <a:spLocks noGrp="1"/>
          </p:cNvSpPr>
          <p:nvPr>
            <p:ph type="title"/>
          </p:nvPr>
        </p:nvSpPr>
        <p:spPr>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a:defRPr/>
            </a:pPr>
            <a:r>
              <a:rPr lang="en-US" sz="3200" b="1" dirty="0">
                <a:latin typeface="Times New Roman" pitchFamily="18" charset="0"/>
                <a:cs typeface="Times New Roman" pitchFamily="18" charset="0"/>
              </a:rPr>
              <a:t>Method Overriding with arguments(CO2)</a:t>
            </a:r>
          </a:p>
        </p:txBody>
      </p:sp>
      <p:pic>
        <p:nvPicPr>
          <p:cNvPr id="8" name="method overridding.mp4">
            <a:hlinkClick r:id="" action="ppaction://media"/>
          </p:cNvPr>
          <p:cNvPicPr>
            <a:picLocks noGrp="1" noRot="1" noChangeAspect="1"/>
          </p:cNvPicPr>
          <p:nvPr>
            <p:ph idx="1"/>
            <a:videoFile r:link="rId1"/>
          </p:nvPr>
        </p:nvPicPr>
        <p:blipFill>
          <a:blip r:embed="rId3"/>
          <a:stretch>
            <a:fillRect/>
          </a:stretch>
        </p:blipFill>
        <p:spPr>
          <a:xfrm>
            <a:off x="1562100" y="1562100"/>
            <a:ext cx="9220200" cy="4495800"/>
          </a:xfrm>
          <a:prstGeom prst="rect">
            <a:avLst/>
          </a:prstGeom>
        </p:spPr>
      </p:pic>
    </p:spTree>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8"/>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8"/>
                                        </p:tgtEl>
                                      </p:cBhvr>
                                    </p:cmd>
                                  </p:childTnLst>
                                </p:cTn>
                              </p:par>
                            </p:childTnLst>
                          </p:cTn>
                        </p:par>
                      </p:childTnLst>
                    </p:cTn>
                  </p:par>
                </p:childTnLst>
              </p:cTn>
              <p:nextCondLst>
                <p:cond evt="onClick" delay="0">
                  <p:tgtEl>
                    <p:spTgt spid="8"/>
                  </p:tgtEl>
                </p:cond>
              </p:nextCondLst>
            </p:seq>
            <p:video>
              <p:cMediaNode>
                <p:cTn id="7" fill="hold" display="0">
                  <p:stCondLst>
                    <p:cond delay="indefinite"/>
                  </p:stCondLst>
                  <p:endCondLst>
                    <p:cond evt="onNext" delay="0">
                      <p:tgtEl>
                        <p:sldTgt/>
                      </p:tgtEl>
                    </p:cond>
                    <p:cond evt="onPrev" delay="0">
                      <p:tgtEl>
                        <p:sldTgt/>
                      </p:tgtEl>
                    </p:cond>
                  </p:endCondLst>
                </p:cTn>
                <p:tgtEl>
                  <p:spTgt spid="8"/>
                </p:tgtEl>
              </p:cMediaNode>
            </p:video>
          </p:childTnLst>
        </p:cTn>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Content Placeholder 2">
            <a:extLst>
              <a:ext uri="{FF2B5EF4-FFF2-40B4-BE49-F238E27FC236}">
                <a16:creationId xmlns:a16="http://schemas.microsoft.com/office/drawing/2014/main" id="{97FFC00A-05DC-45CE-B02A-6D643880ADFF}"/>
              </a:ext>
            </a:extLst>
          </p:cNvPr>
          <p:cNvSpPr>
            <a:spLocks noGrp="1"/>
          </p:cNvSpPr>
          <p:nvPr>
            <p:ph idx="1"/>
          </p:nvPr>
        </p:nvSpPr>
        <p:spPr>
          <a:xfrm>
            <a:off x="1600200" y="685800"/>
            <a:ext cx="10591800" cy="5562600"/>
          </a:xfrm>
        </p:spPr>
        <p:txBody>
          <a:bodyPr/>
          <a:lstStyle/>
          <a:p>
            <a:pPr>
              <a:buFont typeface="Arial" panose="020B0604020202020204" pitchFamily="34" charset="0"/>
              <a:buNone/>
            </a:pPr>
            <a:r>
              <a:rPr lang="en-US" altLang="en-US" sz="2800" dirty="0">
                <a:latin typeface="Times New Roman" panose="02020603050405020304" pitchFamily="18" charset="0"/>
                <a:cs typeface="Times New Roman" panose="02020603050405020304" pitchFamily="18" charset="0"/>
              </a:rPr>
              <a:t>class Employee:          </a:t>
            </a:r>
          </a:p>
          <a:p>
            <a:pPr>
              <a:buFont typeface="Arial" panose="020B0604020202020204" pitchFamily="34" charset="0"/>
              <a:buNone/>
            </a:pPr>
            <a:r>
              <a:rPr lang="en-US" altLang="en-US" sz="2800" dirty="0">
                <a:latin typeface="Times New Roman" panose="02020603050405020304" pitchFamily="18" charset="0"/>
                <a:cs typeface="Times New Roman" panose="02020603050405020304" pitchFamily="18" charset="0"/>
              </a:rPr>
              <a:t>      def add(self, a, b):        </a:t>
            </a:r>
          </a:p>
          <a:p>
            <a:pPr>
              <a:buFont typeface="Arial" panose="020B0604020202020204" pitchFamily="34" charset="0"/>
              <a:buNone/>
            </a:pPr>
            <a:r>
              <a:rPr lang="en-US" altLang="en-US" sz="2800" dirty="0">
                <a:latin typeface="Times New Roman" panose="02020603050405020304" pitchFamily="18" charset="0"/>
                <a:cs typeface="Times New Roman" panose="02020603050405020304" pitchFamily="18" charset="0"/>
              </a:rPr>
              <a:t>             print('The Sum of Two = ', a + b)  </a:t>
            </a:r>
          </a:p>
          <a:p>
            <a:pPr>
              <a:buFont typeface="Arial" panose="020B0604020202020204" pitchFamily="34" charset="0"/>
              <a:buNone/>
            </a:pPr>
            <a:r>
              <a:rPr lang="en-US" altLang="en-US" sz="2800" dirty="0">
                <a:latin typeface="Times New Roman" panose="02020603050405020304" pitchFamily="18" charset="0"/>
                <a:cs typeface="Times New Roman" panose="02020603050405020304" pitchFamily="18" charset="0"/>
              </a:rPr>
              <a:t>class Department(Employee):    </a:t>
            </a:r>
          </a:p>
          <a:p>
            <a:pPr>
              <a:buFont typeface="Arial" panose="020B0604020202020204" pitchFamily="34" charset="0"/>
              <a:buNone/>
            </a:pPr>
            <a:r>
              <a:rPr lang="en-US" altLang="en-US" sz="2800" dirty="0">
                <a:latin typeface="Times New Roman" panose="02020603050405020304" pitchFamily="18" charset="0"/>
                <a:cs typeface="Times New Roman" panose="02020603050405020304" pitchFamily="18" charset="0"/>
              </a:rPr>
              <a:t>     def add(self, a, b, c):     </a:t>
            </a:r>
          </a:p>
          <a:p>
            <a:pPr>
              <a:buFont typeface="Arial" panose="020B0604020202020204" pitchFamily="34" charset="0"/>
              <a:buNone/>
            </a:pPr>
            <a:r>
              <a:rPr lang="en-US" altLang="en-US" sz="2800" dirty="0">
                <a:latin typeface="Times New Roman" panose="02020603050405020304" pitchFamily="18" charset="0"/>
                <a:cs typeface="Times New Roman" panose="02020603050405020304" pitchFamily="18" charset="0"/>
              </a:rPr>
              <a:t>            print('The Sum of Three = ', a + b + c)         </a:t>
            </a:r>
          </a:p>
          <a:p>
            <a:pPr>
              <a:buFont typeface="Arial" panose="020B0604020202020204" pitchFamily="34" charset="0"/>
              <a:buNone/>
            </a:pPr>
            <a:r>
              <a:rPr lang="en-US" altLang="en-US" sz="2800" dirty="0">
                <a:latin typeface="Times New Roman" panose="02020603050405020304" pitchFamily="18" charset="0"/>
                <a:cs typeface="Times New Roman" panose="02020603050405020304" pitchFamily="18" charset="0"/>
              </a:rPr>
              <a:t>emp = Employee() </a:t>
            </a:r>
          </a:p>
          <a:p>
            <a:pPr>
              <a:buFont typeface="Arial" panose="020B0604020202020204" pitchFamily="34" charset="0"/>
              <a:buNone/>
            </a:pPr>
            <a:r>
              <a:rPr lang="en-US" altLang="en-US" sz="2800" dirty="0" err="1">
                <a:latin typeface="Times New Roman" panose="02020603050405020304" pitchFamily="18" charset="0"/>
                <a:cs typeface="Times New Roman" panose="02020603050405020304" pitchFamily="18" charset="0"/>
              </a:rPr>
              <a:t>emp.add</a:t>
            </a:r>
            <a:r>
              <a:rPr lang="en-US" altLang="en-US" sz="2800" dirty="0">
                <a:latin typeface="Times New Roman" panose="02020603050405020304" pitchFamily="18" charset="0"/>
                <a:cs typeface="Times New Roman" panose="02020603050405020304" pitchFamily="18" charset="0"/>
              </a:rPr>
              <a:t>(10, 20)   </a:t>
            </a:r>
          </a:p>
          <a:p>
            <a:pPr>
              <a:buFont typeface="Arial" panose="020B0604020202020204" pitchFamily="34" charset="0"/>
              <a:buNone/>
            </a:pPr>
            <a:r>
              <a:rPr lang="en-US" altLang="en-US" sz="2800" dirty="0">
                <a:latin typeface="Times New Roman" panose="02020603050405020304" pitchFamily="18" charset="0"/>
                <a:cs typeface="Times New Roman" panose="02020603050405020304" pitchFamily="18" charset="0"/>
              </a:rPr>
              <a:t>print('------------') </a:t>
            </a:r>
          </a:p>
          <a:p>
            <a:pPr>
              <a:buFont typeface="Arial" panose="020B0604020202020204" pitchFamily="34" charset="0"/>
              <a:buNone/>
            </a:pPr>
            <a:r>
              <a:rPr lang="en-US" altLang="en-US" sz="2800" dirty="0">
                <a:latin typeface="Times New Roman" panose="02020603050405020304" pitchFamily="18" charset="0"/>
                <a:cs typeface="Times New Roman" panose="02020603050405020304" pitchFamily="18" charset="0"/>
              </a:rPr>
              <a:t>dept = Department() </a:t>
            </a:r>
          </a:p>
          <a:p>
            <a:pPr>
              <a:buFont typeface="Arial" panose="020B0604020202020204" pitchFamily="34" charset="0"/>
              <a:buNone/>
            </a:pPr>
            <a:r>
              <a:rPr lang="en-US" altLang="en-US" sz="2800" dirty="0" err="1">
                <a:latin typeface="Times New Roman" panose="02020603050405020304" pitchFamily="18" charset="0"/>
                <a:cs typeface="Times New Roman" panose="02020603050405020304" pitchFamily="18" charset="0"/>
              </a:rPr>
              <a:t>dept.add</a:t>
            </a:r>
            <a:r>
              <a:rPr lang="en-US" altLang="en-US" sz="2800" dirty="0">
                <a:latin typeface="Times New Roman" panose="02020603050405020304" pitchFamily="18" charset="0"/>
                <a:cs typeface="Times New Roman" panose="02020603050405020304" pitchFamily="18" charset="0"/>
              </a:rPr>
              <a:t>(50, 130, 90)</a:t>
            </a:r>
          </a:p>
        </p:txBody>
      </p:sp>
      <p:sp>
        <p:nvSpPr>
          <p:cNvPr id="4" name="Date Placeholder 3">
            <a:extLst>
              <a:ext uri="{FF2B5EF4-FFF2-40B4-BE49-F238E27FC236}">
                <a16:creationId xmlns:a16="http://schemas.microsoft.com/office/drawing/2014/main" id="{FBD05DC8-E596-439B-9B26-6980F20EB802}"/>
              </a:ext>
            </a:extLst>
          </p:cNvPr>
          <p:cNvSpPr>
            <a:spLocks noGrp="1"/>
          </p:cNvSpPr>
          <p:nvPr>
            <p:ph type="dt" sz="quarter" idx="10"/>
          </p:nvPr>
        </p:nvSpPr>
        <p:spPr/>
        <p:txBody>
          <a:bodyPr/>
          <a:lstStyle/>
          <a:p>
            <a:pPr>
              <a:defRPr/>
            </a:pPr>
            <a:fld id="{FE8395D6-B1A3-4C16-8A14-96E29FE17F1F}" type="datetime1">
              <a:rPr lang="en-US" smtClean="0"/>
              <a:pPr>
                <a:defRPr/>
              </a:pPr>
              <a:t>5/17/2022</a:t>
            </a:fld>
            <a:endParaRPr lang="en-US"/>
          </a:p>
        </p:txBody>
      </p:sp>
      <p:sp>
        <p:nvSpPr>
          <p:cNvPr id="5" name="Footer Placeholder 4">
            <a:extLst>
              <a:ext uri="{FF2B5EF4-FFF2-40B4-BE49-F238E27FC236}">
                <a16:creationId xmlns:a16="http://schemas.microsoft.com/office/drawing/2014/main" id="{4A4E17E1-EC43-47B6-A1F8-71F05B3FACC4}"/>
              </a:ext>
            </a:extLst>
          </p:cNvPr>
          <p:cNvSpPr>
            <a:spLocks noGrp="1"/>
          </p:cNvSpPr>
          <p:nvPr>
            <p:ph type="ftr" sz="quarter" idx="11"/>
          </p:nvPr>
        </p:nvSpPr>
        <p:spPr>
          <a:xfrm>
            <a:off x="4038600" y="6356350"/>
            <a:ext cx="5029200" cy="365125"/>
          </a:xfrm>
        </p:spPr>
        <p:txBody>
          <a:bodyPr/>
          <a:lstStyle/>
          <a:p>
            <a:pPr>
              <a:defRPr/>
            </a:pPr>
            <a:r>
              <a:rPr lang="en-US" dirty="0"/>
              <a:t>(Programming in Advanced Python)                                 Unit No:2</a:t>
            </a:r>
          </a:p>
        </p:txBody>
      </p:sp>
      <p:sp>
        <p:nvSpPr>
          <p:cNvPr id="93189" name="Slide Number Placeholder 5">
            <a:extLst>
              <a:ext uri="{FF2B5EF4-FFF2-40B4-BE49-F238E27FC236}">
                <a16:creationId xmlns:a16="http://schemas.microsoft.com/office/drawing/2014/main" id="{5E6F39C8-4318-4B3C-A95A-A8F30AD1C24C}"/>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0628AC52-C4AC-43FE-8964-3ACAB6790025}" type="slidenum">
              <a:rPr lang="en-US" altLang="en-US" sz="1200" dirty="0">
                <a:solidFill>
                  <a:srgbClr val="898989"/>
                </a:solidFill>
              </a:rPr>
              <a:pPr>
                <a:spcBef>
                  <a:spcPct val="0"/>
                </a:spcBef>
                <a:buFontTx/>
                <a:buNone/>
              </a:pPr>
              <a:t>131</a:t>
            </a:fld>
            <a:endParaRPr lang="en-US" altLang="en-US" sz="1200" dirty="0">
              <a:solidFill>
                <a:srgbClr val="898989"/>
              </a:solidFill>
            </a:endParaRPr>
          </a:p>
        </p:txBody>
      </p:sp>
      <p:sp>
        <p:nvSpPr>
          <p:cNvPr id="7" name="Title 1">
            <a:extLst>
              <a:ext uri="{FF2B5EF4-FFF2-40B4-BE49-F238E27FC236}">
                <a16:creationId xmlns:a16="http://schemas.microsoft.com/office/drawing/2014/main" id="{2D5FF94D-0693-4C25-88EE-FB251C3303D9}"/>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a:defRPr/>
            </a:pPr>
            <a:r>
              <a:rPr lang="en-US" sz="3200" b="1" dirty="0">
                <a:latin typeface="Times New Roman" pitchFamily="18" charset="0"/>
                <a:cs typeface="Times New Roman" pitchFamily="18" charset="0"/>
              </a:rPr>
              <a:t>Method Overriding with arguments(CO2)</a:t>
            </a:r>
          </a:p>
        </p:txBody>
      </p:sp>
    </p:spTree>
  </p:cSld>
  <p:clrMapOvr>
    <a:masterClrMapping/>
  </p:clrMapOvr>
  <p:transition spd="slow"/>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Content Placeholder 2">
            <a:extLst>
              <a:ext uri="{FF2B5EF4-FFF2-40B4-BE49-F238E27FC236}">
                <a16:creationId xmlns:a16="http://schemas.microsoft.com/office/drawing/2014/main" id="{0B879F4A-2BEE-40A8-96BC-CE4791B56F93}"/>
              </a:ext>
            </a:extLst>
          </p:cNvPr>
          <p:cNvSpPr>
            <a:spLocks noGrp="1"/>
          </p:cNvSpPr>
          <p:nvPr>
            <p:ph idx="1"/>
          </p:nvPr>
        </p:nvSpPr>
        <p:spPr>
          <a:xfrm>
            <a:off x="4037162" y="2796395"/>
            <a:ext cx="6249838" cy="2872568"/>
          </a:xfrm>
        </p:spPr>
        <p:txBody>
          <a:bodyPr/>
          <a:lstStyle/>
          <a:p>
            <a:pPr>
              <a:buFont typeface="Arial" panose="020B0604020202020204" pitchFamily="34" charset="0"/>
              <a:buNone/>
            </a:pPr>
            <a:endParaRPr lang="en-US" altLang="en-US" sz="2800" b="1">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en-US" sz="2800" dirty="0">
                <a:latin typeface="Times New Roman" panose="02020603050405020304" pitchFamily="18" charset="0"/>
                <a:cs typeface="Times New Roman" panose="02020603050405020304" pitchFamily="18" charset="0"/>
              </a:rPr>
              <a:t>The Sum of Two = 30</a:t>
            </a:r>
          </a:p>
          <a:p>
            <a:pPr>
              <a:buFont typeface="Arial" panose="020B0604020202020204" pitchFamily="34" charset="0"/>
              <a:buNone/>
            </a:pPr>
            <a:r>
              <a:rPr lang="en-US" altLang="en-US" sz="2800" dirty="0">
                <a:latin typeface="Times New Roman" panose="02020603050405020304" pitchFamily="18" charset="0"/>
                <a:cs typeface="Times New Roman" panose="02020603050405020304" pitchFamily="18" charset="0"/>
              </a:rPr>
              <a:t> ------------</a:t>
            </a:r>
          </a:p>
          <a:p>
            <a:pPr>
              <a:buFont typeface="Arial" panose="020B0604020202020204" pitchFamily="34" charset="0"/>
              <a:buNone/>
            </a:pPr>
            <a:r>
              <a:rPr lang="en-US" altLang="en-US" sz="2800" dirty="0">
                <a:latin typeface="Times New Roman" panose="02020603050405020304" pitchFamily="18" charset="0"/>
                <a:cs typeface="Times New Roman" panose="02020603050405020304" pitchFamily="18" charset="0"/>
              </a:rPr>
              <a:t>'The Sum of Three = 270</a:t>
            </a:r>
          </a:p>
        </p:txBody>
      </p:sp>
      <p:sp>
        <p:nvSpPr>
          <p:cNvPr id="4" name="Date Placeholder 3">
            <a:extLst>
              <a:ext uri="{FF2B5EF4-FFF2-40B4-BE49-F238E27FC236}">
                <a16:creationId xmlns:a16="http://schemas.microsoft.com/office/drawing/2014/main" id="{D773D3A8-F8C0-4534-8AC6-22768CEE94A9}"/>
              </a:ext>
            </a:extLst>
          </p:cNvPr>
          <p:cNvSpPr>
            <a:spLocks noGrp="1"/>
          </p:cNvSpPr>
          <p:nvPr>
            <p:ph type="dt" sz="quarter" idx="10"/>
          </p:nvPr>
        </p:nvSpPr>
        <p:spPr/>
        <p:txBody>
          <a:bodyPr/>
          <a:lstStyle/>
          <a:p>
            <a:pPr>
              <a:defRPr/>
            </a:pPr>
            <a:fld id="{F8F6E240-4A72-4E03-8EEA-6F058E0194D5}" type="datetime1">
              <a:rPr lang="en-US" smtClean="0"/>
              <a:pPr>
                <a:defRPr/>
              </a:pPr>
              <a:t>5/17/2022</a:t>
            </a:fld>
            <a:endParaRPr lang="en-US"/>
          </a:p>
        </p:txBody>
      </p:sp>
      <p:sp>
        <p:nvSpPr>
          <p:cNvPr id="5" name="Footer Placeholder 4">
            <a:extLst>
              <a:ext uri="{FF2B5EF4-FFF2-40B4-BE49-F238E27FC236}">
                <a16:creationId xmlns:a16="http://schemas.microsoft.com/office/drawing/2014/main" id="{B8759182-8AF2-4753-9313-62AF5F04156E}"/>
              </a:ext>
            </a:extLst>
          </p:cNvPr>
          <p:cNvSpPr>
            <a:spLocks noGrp="1"/>
          </p:cNvSpPr>
          <p:nvPr>
            <p:ph type="ftr" sz="quarter" idx="11"/>
          </p:nvPr>
        </p:nvSpPr>
        <p:spPr>
          <a:xfrm>
            <a:off x="4038600" y="6356350"/>
            <a:ext cx="5029200" cy="365125"/>
          </a:xfrm>
        </p:spPr>
        <p:txBody>
          <a:bodyPr/>
          <a:lstStyle/>
          <a:p>
            <a:pPr>
              <a:defRPr/>
            </a:pPr>
            <a:r>
              <a:rPr lang="en-US" dirty="0"/>
              <a:t>(Programming in Advanced Python)                                 Unit No:2</a:t>
            </a:r>
          </a:p>
        </p:txBody>
      </p:sp>
      <p:sp>
        <p:nvSpPr>
          <p:cNvPr id="94213" name="Slide Number Placeholder 5">
            <a:extLst>
              <a:ext uri="{FF2B5EF4-FFF2-40B4-BE49-F238E27FC236}">
                <a16:creationId xmlns:a16="http://schemas.microsoft.com/office/drawing/2014/main" id="{33045627-A13B-4BE8-81E6-111393D0A950}"/>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A965C9D6-8AD7-46AD-97E3-C9168C0CACB2}" type="slidenum">
              <a:rPr lang="en-US" altLang="en-US" sz="1200" dirty="0">
                <a:solidFill>
                  <a:srgbClr val="898989"/>
                </a:solidFill>
              </a:rPr>
              <a:pPr>
                <a:spcBef>
                  <a:spcPct val="0"/>
                </a:spcBef>
                <a:buFontTx/>
                <a:buNone/>
              </a:pPr>
              <a:t>132</a:t>
            </a:fld>
            <a:endParaRPr lang="en-US" altLang="en-US" sz="1200" dirty="0">
              <a:solidFill>
                <a:srgbClr val="898989"/>
              </a:solidFill>
            </a:endParaRPr>
          </a:p>
        </p:txBody>
      </p:sp>
      <p:sp>
        <p:nvSpPr>
          <p:cNvPr id="7" name="Title 1">
            <a:extLst>
              <a:ext uri="{FF2B5EF4-FFF2-40B4-BE49-F238E27FC236}">
                <a16:creationId xmlns:a16="http://schemas.microsoft.com/office/drawing/2014/main" id="{05E7DFCE-0BC1-4BED-9D2A-FC705E71E58D}"/>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a:defRPr/>
            </a:pPr>
            <a:r>
              <a:rPr lang="en-US" sz="3200" b="1" dirty="0">
                <a:latin typeface="Times New Roman" pitchFamily="18" charset="0"/>
                <a:cs typeface="Times New Roman" pitchFamily="18" charset="0"/>
              </a:rPr>
              <a:t>Method Overriding with arguments(CO2)</a:t>
            </a:r>
          </a:p>
        </p:txBody>
      </p:sp>
      <p:sp>
        <p:nvSpPr>
          <p:cNvPr id="2" name="TextBox 1">
            <a:extLst>
              <a:ext uri="{FF2B5EF4-FFF2-40B4-BE49-F238E27FC236}">
                <a16:creationId xmlns:a16="http://schemas.microsoft.com/office/drawing/2014/main" id="{6F28E22C-BDA6-42C6-98FB-EF7AA27B171A}"/>
              </a:ext>
            </a:extLst>
          </p:cNvPr>
          <p:cNvSpPr txBox="1"/>
          <p:nvPr/>
        </p:nvSpPr>
        <p:spPr>
          <a:xfrm>
            <a:off x="4724400" y="1935192"/>
            <a:ext cx="2743200"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latin typeface="Times New Roman"/>
                <a:cs typeface="Times New Roman"/>
              </a:rPr>
              <a:t>Output: </a:t>
            </a:r>
            <a:endParaRPr lang="en-US" sz="2800"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4210"/>
                                        </p:tgtEl>
                                        <p:attrNameLst>
                                          <p:attrName>style.visibility</p:attrName>
                                        </p:attrNameLst>
                                      </p:cBhvr>
                                      <p:to>
                                        <p:strVal val="visible"/>
                                      </p:to>
                                    </p:set>
                                    <p:anim calcmode="lin" valueType="num">
                                      <p:cBhvr additive="base">
                                        <p:cTn id="13" dur="500" fill="hold"/>
                                        <p:tgtEl>
                                          <p:spTgt spid="94210"/>
                                        </p:tgtEl>
                                        <p:attrNameLst>
                                          <p:attrName>ppt_x</p:attrName>
                                        </p:attrNameLst>
                                      </p:cBhvr>
                                      <p:tavLst>
                                        <p:tav tm="0">
                                          <p:val>
                                            <p:strVal val="#ppt_x"/>
                                          </p:val>
                                        </p:tav>
                                        <p:tav tm="100000">
                                          <p:val>
                                            <p:strVal val="#ppt_x"/>
                                          </p:val>
                                        </p:tav>
                                      </p:tavLst>
                                    </p:anim>
                                    <p:anim calcmode="lin" valueType="num">
                                      <p:cBhvr additive="base">
                                        <p:cTn id="14" dur="500" fill="hold"/>
                                        <p:tgtEl>
                                          <p:spTgt spid="942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210" grpId="0"/>
      <p:bldP spid="2" grpId="0"/>
    </p:bld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98DE730-88ED-47BC-8187-5F8C1918FD8D}"/>
              </a:ext>
            </a:extLst>
          </p:cNvPr>
          <p:cNvSpPr>
            <a:spLocks noGrp="1"/>
          </p:cNvSpPr>
          <p:nvPr>
            <p:ph idx="1"/>
          </p:nvPr>
        </p:nvSpPr>
        <p:spPr>
          <a:xfrm>
            <a:off x="1600200" y="990600"/>
            <a:ext cx="9982200" cy="5233988"/>
          </a:xfrm>
        </p:spPr>
        <p:txBody>
          <a:bodyPr/>
          <a:lstStyle/>
          <a:p>
            <a:pPr marL="0" indent="0">
              <a:buFont typeface="Arial" panose="020B0604020202020204" pitchFamily="34" charset="0"/>
              <a:buNone/>
            </a:pPr>
            <a:r>
              <a:rPr lang="en-US" altLang="en-US" sz="2800" dirty="0">
                <a:latin typeface="Times New Roman" panose="02020603050405020304" pitchFamily="18" charset="0"/>
                <a:cs typeface="Times New Roman" panose="02020603050405020304" pitchFamily="18" charset="0"/>
              </a:rPr>
              <a:t>class Add:</a:t>
            </a:r>
          </a:p>
          <a:p>
            <a:pPr marL="0" indent="0">
              <a:buFont typeface="Arial" panose="020B0604020202020204" pitchFamily="34" charset="0"/>
              <a:buNone/>
            </a:pPr>
            <a:r>
              <a:rPr lang="en-US" altLang="en-US" sz="2800" dirty="0">
                <a:latin typeface="Times New Roman" panose="02020603050405020304" pitchFamily="18" charset="0"/>
                <a:cs typeface="Times New Roman" panose="02020603050405020304" pitchFamily="18" charset="0"/>
              </a:rPr>
              <a:t>       def result(self, a, b):</a:t>
            </a:r>
          </a:p>
          <a:p>
            <a:pPr marL="0" indent="0">
              <a:buFont typeface="Arial" panose="020B0604020202020204" pitchFamily="34" charset="0"/>
              <a:buNone/>
            </a:pPr>
            <a:r>
              <a:rPr lang="en-US" altLang="en-US" sz="2800" dirty="0">
                <a:latin typeface="Times New Roman" panose="02020603050405020304" pitchFamily="18" charset="0"/>
                <a:cs typeface="Times New Roman" panose="02020603050405020304" pitchFamily="18" charset="0"/>
              </a:rPr>
              <a:t>	print(“Addition:”, </a:t>
            </a:r>
            <a:r>
              <a:rPr lang="en-US" altLang="en-US" sz="2800" dirty="0" err="1">
                <a:latin typeface="Times New Roman" panose="02020603050405020304" pitchFamily="18" charset="0"/>
                <a:cs typeface="Times New Roman" panose="02020603050405020304" pitchFamily="18" charset="0"/>
              </a:rPr>
              <a:t>a+b</a:t>
            </a:r>
            <a:r>
              <a:rPr lang="en-US" altLang="en-US" sz="2800" dirty="0">
                <a:latin typeface="Times New Roman" panose="02020603050405020304" pitchFamily="18" charset="0"/>
                <a:cs typeface="Times New Roman" panose="02020603050405020304" pitchFamily="18" charset="0"/>
              </a:rPr>
              <a:t>)</a:t>
            </a:r>
          </a:p>
          <a:p>
            <a:pPr marL="0" indent="0">
              <a:buFont typeface="Arial" panose="020B0604020202020204" pitchFamily="34" charset="0"/>
              <a:buNone/>
            </a:pPr>
            <a:r>
              <a:rPr lang="en-US" altLang="en-US" sz="2800">
                <a:latin typeface="Times New Roman" panose="02020603050405020304" pitchFamily="18" charset="0"/>
                <a:cs typeface="Times New Roman" panose="02020603050405020304" pitchFamily="18" charset="0"/>
              </a:rPr>
              <a:t>		</a:t>
            </a:r>
          </a:p>
          <a:p>
            <a:pPr marL="0" indent="0">
              <a:buFont typeface="Arial" panose="020B0604020202020204" pitchFamily="34" charset="0"/>
              <a:buNone/>
            </a:pPr>
            <a:r>
              <a:rPr lang="en-US" altLang="en-US" sz="2800" dirty="0">
                <a:latin typeface="Times New Roman" panose="02020603050405020304" pitchFamily="18" charset="0"/>
                <a:cs typeface="Times New Roman" panose="02020603050405020304" pitchFamily="18" charset="0"/>
              </a:rPr>
              <a:t>class Multi(Add):</a:t>
            </a:r>
          </a:p>
          <a:p>
            <a:pPr marL="0" indent="0">
              <a:buFont typeface="Arial" panose="020B0604020202020204" pitchFamily="34" charset="0"/>
              <a:buNone/>
            </a:pPr>
            <a:r>
              <a:rPr lang="en-US" altLang="en-US" sz="2800" dirty="0">
                <a:latin typeface="Times New Roman" panose="02020603050405020304" pitchFamily="18" charset="0"/>
                <a:cs typeface="Times New Roman" panose="02020603050405020304" pitchFamily="18" charset="0"/>
              </a:rPr>
              <a:t>     def result(self, a, b):</a:t>
            </a:r>
          </a:p>
          <a:p>
            <a:pPr marL="0" indent="0">
              <a:buFont typeface="Arial" panose="020B0604020202020204" pitchFamily="34" charset="0"/>
              <a:buNone/>
            </a:pPr>
            <a:r>
              <a:rPr lang="en-US" altLang="en-US" sz="2800" dirty="0">
                <a:latin typeface="Times New Roman" panose="02020603050405020304" pitchFamily="18" charset="0"/>
                <a:cs typeface="Times New Roman" panose="02020603050405020304" pitchFamily="18" charset="0"/>
              </a:rPr>
              <a:t>	print(“Multiplication:”, a*b)</a:t>
            </a:r>
          </a:p>
          <a:p>
            <a:pPr marL="0" indent="0">
              <a:buFont typeface="Arial" panose="020B0604020202020204" pitchFamily="34" charset="0"/>
              <a:buNone/>
            </a:pPr>
            <a:r>
              <a:rPr lang="en-US" altLang="en-US" sz="2800">
                <a:latin typeface="Times New Roman" panose="02020603050405020304" pitchFamily="18" charset="0"/>
                <a:cs typeface="Times New Roman" panose="02020603050405020304" pitchFamily="18" charset="0"/>
              </a:rPr>
              <a:t>		</a:t>
            </a:r>
          </a:p>
          <a:p>
            <a:pPr marL="0" indent="0">
              <a:buFont typeface="Arial" panose="020B0604020202020204" pitchFamily="34" charset="0"/>
              <a:buNone/>
            </a:pPr>
            <a:r>
              <a:rPr lang="en-US" altLang="en-US" sz="2800" dirty="0">
                <a:latin typeface="Times New Roman" panose="02020603050405020304" pitchFamily="18" charset="0"/>
                <a:cs typeface="Times New Roman" panose="02020603050405020304" pitchFamily="18" charset="0"/>
              </a:rPr>
              <a:t>m = Multi()</a:t>
            </a:r>
          </a:p>
          <a:p>
            <a:pPr marL="0" indent="0">
              <a:buFont typeface="Arial" panose="020B0604020202020204" pitchFamily="34" charset="0"/>
              <a:buNone/>
            </a:pPr>
            <a:r>
              <a:rPr lang="en-US" altLang="en-US" sz="2800" dirty="0" err="1">
                <a:latin typeface="Times New Roman" panose="02020603050405020304" pitchFamily="18" charset="0"/>
                <a:cs typeface="Times New Roman" panose="02020603050405020304" pitchFamily="18" charset="0"/>
              </a:rPr>
              <a:t>m.result</a:t>
            </a:r>
            <a:r>
              <a:rPr lang="en-US" altLang="en-US" sz="2800" dirty="0">
                <a:latin typeface="Times New Roman" panose="02020603050405020304" pitchFamily="18" charset="0"/>
                <a:cs typeface="Times New Roman" panose="02020603050405020304" pitchFamily="18" charset="0"/>
              </a:rPr>
              <a:t>(10, 20)</a:t>
            </a:r>
          </a:p>
        </p:txBody>
      </p:sp>
      <p:sp>
        <p:nvSpPr>
          <p:cNvPr id="4" name="Date Placeholder 3">
            <a:extLst>
              <a:ext uri="{FF2B5EF4-FFF2-40B4-BE49-F238E27FC236}">
                <a16:creationId xmlns:a16="http://schemas.microsoft.com/office/drawing/2014/main" id="{144BDFB7-35DA-42A1-B3D1-43F65A51E106}"/>
              </a:ext>
            </a:extLst>
          </p:cNvPr>
          <p:cNvSpPr>
            <a:spLocks noGrp="1"/>
          </p:cNvSpPr>
          <p:nvPr>
            <p:ph type="dt" sz="quarter" idx="10"/>
          </p:nvPr>
        </p:nvSpPr>
        <p:spPr/>
        <p:txBody>
          <a:bodyPr/>
          <a:lstStyle/>
          <a:p>
            <a:pPr>
              <a:defRPr/>
            </a:pPr>
            <a:fld id="{A0259B58-D946-4187-8758-8531E6524D73}" type="datetime1">
              <a:rPr lang="en-US" smtClean="0"/>
              <a:pPr>
                <a:defRPr/>
              </a:pPr>
              <a:t>5/17/2022</a:t>
            </a:fld>
            <a:endParaRPr lang="en-US"/>
          </a:p>
        </p:txBody>
      </p:sp>
      <p:sp>
        <p:nvSpPr>
          <p:cNvPr id="5" name="Footer Placeholder 4">
            <a:extLst>
              <a:ext uri="{FF2B5EF4-FFF2-40B4-BE49-F238E27FC236}">
                <a16:creationId xmlns:a16="http://schemas.microsoft.com/office/drawing/2014/main" id="{B116B276-499D-4EC4-ACFC-B0D920456221}"/>
              </a:ext>
            </a:extLst>
          </p:cNvPr>
          <p:cNvSpPr>
            <a:spLocks noGrp="1"/>
          </p:cNvSpPr>
          <p:nvPr>
            <p:ph type="ftr" sz="quarter" idx="11"/>
          </p:nvPr>
        </p:nvSpPr>
        <p:spPr>
          <a:xfrm>
            <a:off x="2819400" y="6356350"/>
            <a:ext cx="7086600" cy="365125"/>
          </a:xfrm>
        </p:spPr>
        <p:txBody>
          <a:bodyPr/>
          <a:lstStyle/>
          <a:p>
            <a:pPr>
              <a:defRPr/>
            </a:pPr>
            <a:r>
              <a:rPr lang="en-US" dirty="0"/>
              <a:t>(Programming in Advanced Python)                                 Unit No:2</a:t>
            </a:r>
          </a:p>
        </p:txBody>
      </p:sp>
      <p:sp>
        <p:nvSpPr>
          <p:cNvPr id="95237" name="Slide Number Placeholder 5">
            <a:extLst>
              <a:ext uri="{FF2B5EF4-FFF2-40B4-BE49-F238E27FC236}">
                <a16:creationId xmlns:a16="http://schemas.microsoft.com/office/drawing/2014/main" id="{9938A3A2-18AE-472A-94C6-70C5F1783A09}"/>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FB09B071-4428-43AD-B581-1907FBFAE7F4}" type="slidenum">
              <a:rPr lang="en-US" altLang="en-US" sz="1200" dirty="0">
                <a:solidFill>
                  <a:srgbClr val="898989"/>
                </a:solidFill>
              </a:rPr>
              <a:pPr>
                <a:spcBef>
                  <a:spcPct val="0"/>
                </a:spcBef>
                <a:buFontTx/>
                <a:buNone/>
              </a:pPr>
              <a:t>133</a:t>
            </a:fld>
            <a:endParaRPr lang="en-US" altLang="en-US" sz="1200" dirty="0">
              <a:solidFill>
                <a:srgbClr val="898989"/>
              </a:solidFill>
            </a:endParaRPr>
          </a:p>
        </p:txBody>
      </p:sp>
      <p:sp>
        <p:nvSpPr>
          <p:cNvPr id="8" name="Title 1">
            <a:extLst>
              <a:ext uri="{FF2B5EF4-FFF2-40B4-BE49-F238E27FC236}">
                <a16:creationId xmlns:a16="http://schemas.microsoft.com/office/drawing/2014/main" id="{FE35C15E-02CC-4E71-9A7D-27664AF6C630}"/>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US" sz="3200" b="1" dirty="0">
                <a:latin typeface="Times New Roman" panose="02020603050405020304" pitchFamily="18" charset="0"/>
                <a:cs typeface="Times New Roman" pitchFamily="18" charset="0"/>
              </a:rPr>
              <a:t>Method Overriding(CO2)</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E9958A2-2ACD-4DA8-9827-7645FA56D395}"/>
              </a:ext>
            </a:extLst>
          </p:cNvPr>
          <p:cNvSpPr>
            <a:spLocks noGrp="1"/>
          </p:cNvSpPr>
          <p:nvPr>
            <p:ph idx="1"/>
          </p:nvPr>
        </p:nvSpPr>
        <p:spPr>
          <a:xfrm>
            <a:off x="1600200" y="990600"/>
            <a:ext cx="10363200" cy="4648200"/>
          </a:xfrm>
        </p:spPr>
        <p:txBody>
          <a:bodyPr/>
          <a:lstStyle/>
          <a:p>
            <a:pPr algn="just">
              <a:defRPr/>
            </a:pPr>
            <a:r>
              <a:rPr lang="en-US" altLang="en-US" sz="2800" dirty="0">
                <a:latin typeface="Times New Roman" panose="02020603050405020304" pitchFamily="18" charset="0"/>
                <a:cs typeface="Times New Roman" panose="02020603050405020304" pitchFamily="18" charset="0"/>
              </a:rPr>
              <a:t>If we write method in the both classes, parent class and child class then the parent class’s method is not available to the child class. </a:t>
            </a:r>
          </a:p>
          <a:p>
            <a:pPr algn="just">
              <a:defRPr/>
            </a:pPr>
            <a:r>
              <a:rPr lang="en-US" altLang="en-US" sz="2800" dirty="0">
                <a:latin typeface="Times New Roman" panose="02020603050405020304" pitchFamily="18" charset="0"/>
                <a:cs typeface="Times New Roman" panose="02020603050405020304" pitchFamily="18" charset="0"/>
              </a:rPr>
              <a:t>In this case only child class’s method is accessible which means child class’s method is replacing parent class’s method.</a:t>
            </a:r>
          </a:p>
          <a:p>
            <a:pPr algn="just">
              <a:defRPr/>
            </a:pPr>
            <a:endParaRPr lang="en-US" altLang="en-US" sz="2800" b="1">
              <a:latin typeface="Times New Roman" panose="02020603050405020304" pitchFamily="18" charset="0"/>
              <a:cs typeface="Times New Roman" panose="02020603050405020304" pitchFamily="18" charset="0"/>
            </a:endParaRPr>
          </a:p>
          <a:p>
            <a:pPr algn="just">
              <a:defRPr/>
            </a:pPr>
            <a:r>
              <a:rPr lang="en-US" altLang="en-US" sz="2800" b="1" dirty="0">
                <a:latin typeface="Times New Roman" panose="02020603050405020304" pitchFamily="18" charset="0"/>
                <a:cs typeface="Times New Roman" panose="02020603050405020304" pitchFamily="18" charset="0"/>
              </a:rPr>
              <a:t>super ( ) </a:t>
            </a:r>
            <a:r>
              <a:rPr lang="en-US" altLang="en-US" sz="2800" dirty="0">
                <a:latin typeface="Times New Roman" panose="02020603050405020304" pitchFamily="18" charset="0"/>
                <a:cs typeface="Times New Roman" panose="02020603050405020304" pitchFamily="18" charset="0"/>
              </a:rPr>
              <a:t>method is used to call parent class’s constructor or methods from the child class. </a:t>
            </a:r>
          </a:p>
          <a:p>
            <a:pPr marL="0" indent="0" algn="just">
              <a:buNone/>
              <a:defRPr/>
            </a:pPr>
            <a:r>
              <a:rPr lang="en-US" altLang="en-US" sz="2800" dirty="0">
                <a:latin typeface="Times New Roman"/>
                <a:cs typeface="Times New Roman"/>
              </a:rPr>
              <a:t>    Syntax:- super().</a:t>
            </a:r>
            <a:r>
              <a:rPr lang="en-US" altLang="en-US" sz="2800" dirty="0" err="1">
                <a:latin typeface="Times New Roman"/>
                <a:cs typeface="Times New Roman"/>
              </a:rPr>
              <a:t>methodName</a:t>
            </a:r>
            <a:r>
              <a:rPr lang="en-US" altLang="en-US" sz="2800" dirty="0">
                <a:latin typeface="Times New Roman"/>
                <a:cs typeface="Times New Roman"/>
              </a:rPr>
              <a:t>()</a:t>
            </a:r>
          </a:p>
        </p:txBody>
      </p:sp>
      <p:sp>
        <p:nvSpPr>
          <p:cNvPr id="4" name="Date Placeholder 3">
            <a:extLst>
              <a:ext uri="{FF2B5EF4-FFF2-40B4-BE49-F238E27FC236}">
                <a16:creationId xmlns:a16="http://schemas.microsoft.com/office/drawing/2014/main" id="{322B8373-0DEB-49B0-A41C-452C6454E99E}"/>
              </a:ext>
            </a:extLst>
          </p:cNvPr>
          <p:cNvSpPr>
            <a:spLocks noGrp="1"/>
          </p:cNvSpPr>
          <p:nvPr>
            <p:ph type="dt" sz="quarter" idx="10"/>
          </p:nvPr>
        </p:nvSpPr>
        <p:spPr/>
        <p:txBody>
          <a:bodyPr/>
          <a:lstStyle/>
          <a:p>
            <a:pPr>
              <a:defRPr/>
            </a:pPr>
            <a:fld id="{D332B3E4-4FA1-4D50-BADE-66788911ED9D}" type="datetime1">
              <a:rPr lang="en-US" smtClean="0"/>
              <a:pPr>
                <a:defRPr/>
              </a:pPr>
              <a:t>5/17/2022</a:t>
            </a:fld>
            <a:endParaRPr lang="en-US"/>
          </a:p>
        </p:txBody>
      </p:sp>
      <p:sp>
        <p:nvSpPr>
          <p:cNvPr id="5" name="Footer Placeholder 4">
            <a:extLst>
              <a:ext uri="{FF2B5EF4-FFF2-40B4-BE49-F238E27FC236}">
                <a16:creationId xmlns:a16="http://schemas.microsoft.com/office/drawing/2014/main" id="{BBDA2378-F005-41A3-9817-0BD27B0C9512}"/>
              </a:ext>
            </a:extLst>
          </p:cNvPr>
          <p:cNvSpPr>
            <a:spLocks noGrp="1"/>
          </p:cNvSpPr>
          <p:nvPr>
            <p:ph type="ftr" sz="quarter" idx="11"/>
          </p:nvPr>
        </p:nvSpPr>
        <p:spPr>
          <a:xfrm>
            <a:off x="2819400" y="6356350"/>
            <a:ext cx="7010400" cy="365125"/>
          </a:xfrm>
        </p:spPr>
        <p:txBody>
          <a:bodyPr/>
          <a:lstStyle/>
          <a:p>
            <a:pPr>
              <a:defRPr/>
            </a:pPr>
            <a:r>
              <a:rPr lang="en-US" dirty="0"/>
              <a:t>(Programming in Advanced Python)                                 Unit No:2</a:t>
            </a:r>
          </a:p>
        </p:txBody>
      </p:sp>
      <p:sp>
        <p:nvSpPr>
          <p:cNvPr id="96261" name="Slide Number Placeholder 5">
            <a:extLst>
              <a:ext uri="{FF2B5EF4-FFF2-40B4-BE49-F238E27FC236}">
                <a16:creationId xmlns:a16="http://schemas.microsoft.com/office/drawing/2014/main" id="{E15AB56D-CE7F-470A-BFBA-9A1DA2DE21EE}"/>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7FAFBE0B-D79F-4CB2-B43E-4F921F52D7DF}" type="slidenum">
              <a:rPr lang="en-US" altLang="en-US" sz="1200" dirty="0">
                <a:solidFill>
                  <a:srgbClr val="898989"/>
                </a:solidFill>
              </a:rPr>
              <a:pPr>
                <a:spcBef>
                  <a:spcPct val="0"/>
                </a:spcBef>
                <a:buFontTx/>
                <a:buNone/>
              </a:pPr>
              <a:t>134</a:t>
            </a:fld>
            <a:endParaRPr lang="en-US" altLang="en-US" sz="1200" dirty="0">
              <a:solidFill>
                <a:srgbClr val="898989"/>
              </a:solidFill>
            </a:endParaRPr>
          </a:p>
        </p:txBody>
      </p:sp>
      <p:sp>
        <p:nvSpPr>
          <p:cNvPr id="8" name="Title 1">
            <a:extLst>
              <a:ext uri="{FF2B5EF4-FFF2-40B4-BE49-F238E27FC236}">
                <a16:creationId xmlns:a16="http://schemas.microsoft.com/office/drawing/2014/main" id="{A309DD98-7C85-416D-A316-780618D89516}"/>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US" sz="3200" b="1" dirty="0">
                <a:latin typeface="Times New Roman" panose="02020603050405020304" pitchFamily="18" charset="0"/>
                <a:cs typeface="Times New Roman" pitchFamily="18" charset="0"/>
              </a:rPr>
              <a:t>Method with super( ) Method(CO2)</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Content Placeholder 2">
            <a:extLst>
              <a:ext uri="{FF2B5EF4-FFF2-40B4-BE49-F238E27FC236}">
                <a16:creationId xmlns:a16="http://schemas.microsoft.com/office/drawing/2014/main" id="{A7AD7C40-C54D-4312-91DC-47D6FD13355C}"/>
              </a:ext>
            </a:extLst>
          </p:cNvPr>
          <p:cNvSpPr>
            <a:spLocks noGrp="1"/>
          </p:cNvSpPr>
          <p:nvPr>
            <p:ph idx="1"/>
          </p:nvPr>
        </p:nvSpPr>
        <p:spPr>
          <a:xfrm>
            <a:off x="1585823" y="740434"/>
            <a:ext cx="10363200" cy="5413075"/>
          </a:xfrm>
        </p:spPr>
        <p:txBody>
          <a:bodyPr/>
          <a:lstStyle/>
          <a:p>
            <a:pPr marL="0" indent="0" algn="just" eaLnBrk="1" hangingPunct="1">
              <a:buNone/>
              <a:defRPr/>
            </a:pPr>
            <a:endParaRPr lang="en-US" sz="2400">
              <a:latin typeface="Times New Roman"/>
              <a:cs typeface="Times New Roman"/>
            </a:endParaRPr>
          </a:p>
          <a:p>
            <a:pPr marL="0" indent="0" algn="just">
              <a:buNone/>
              <a:defRPr/>
            </a:pPr>
            <a:r>
              <a:rPr lang="en-US" sz="2400" dirty="0">
                <a:latin typeface="Times New Roman"/>
                <a:cs typeface="Times New Roman"/>
              </a:rPr>
              <a:t>Q1.Write short notes on:</a:t>
            </a:r>
            <a:endParaRPr lang="en-US">
              <a:cs typeface="Calibri"/>
            </a:endParaRPr>
          </a:p>
          <a:p>
            <a:pPr marL="0" indent="0" algn="just">
              <a:buNone/>
              <a:defRPr/>
            </a:pPr>
            <a:r>
              <a:rPr lang="en-US" sz="2400" dirty="0">
                <a:latin typeface="Times New Roman"/>
                <a:cs typeface="Times New Roman"/>
              </a:rPr>
              <a:t> 1) MRO</a:t>
            </a:r>
            <a:endParaRPr lang="en-US"/>
          </a:p>
          <a:p>
            <a:pPr marL="0" indent="0" algn="just" eaLnBrk="1" hangingPunct="1">
              <a:buNone/>
              <a:defRPr/>
            </a:pPr>
            <a:r>
              <a:rPr lang="en-US" sz="2400" dirty="0">
                <a:latin typeface="Times New Roman"/>
                <a:cs typeface="Times New Roman"/>
              </a:rPr>
              <a:t> 2) Super()</a:t>
            </a:r>
          </a:p>
          <a:p>
            <a:pPr marL="0" indent="0" algn="just" eaLnBrk="1" hangingPunct="1">
              <a:buNone/>
              <a:defRPr/>
            </a:pPr>
            <a:r>
              <a:rPr lang="en-US" sz="2400" dirty="0">
                <a:latin typeface="Times New Roman"/>
                <a:cs typeface="Times New Roman"/>
              </a:rPr>
              <a:t> 3) Abstract Class</a:t>
            </a:r>
          </a:p>
          <a:p>
            <a:pPr marL="0" indent="0" algn="just">
              <a:buNone/>
              <a:defRPr/>
            </a:pPr>
            <a:r>
              <a:rPr lang="en-US" sz="2400" dirty="0">
                <a:latin typeface="Times New Roman"/>
                <a:cs typeface="Times New Roman"/>
              </a:rPr>
              <a:t>Q2.</a:t>
            </a:r>
            <a:r>
              <a:rPr lang="en-US" sz="2400" dirty="0">
                <a:latin typeface="Times New Roman"/>
                <a:ea typeface="+mn-lt"/>
                <a:cs typeface="+mn-lt"/>
              </a:rPr>
              <a:t>What are the different ways of overriding function call in derived class of python? Illustrate with example.</a:t>
            </a:r>
            <a:endParaRPr lang="en-US" sz="2400">
              <a:latin typeface="Times New Roman"/>
              <a:cs typeface="Times New Roman"/>
            </a:endParaRPr>
          </a:p>
          <a:p>
            <a:pPr marL="0" indent="0" algn="just">
              <a:buNone/>
              <a:defRPr/>
            </a:pPr>
            <a:endParaRPr lang="en-US" sz="2400">
              <a:latin typeface="Times New Roman"/>
              <a:cs typeface="Calibri"/>
            </a:endParaRPr>
          </a:p>
          <a:p>
            <a:pPr marL="0" indent="0" algn="just">
              <a:buNone/>
              <a:defRPr/>
            </a:pPr>
            <a:r>
              <a:rPr lang="en-US" sz="2400" dirty="0">
                <a:latin typeface="Times New Roman"/>
                <a:cs typeface="Calibri"/>
              </a:rPr>
              <a:t>Q3.</a:t>
            </a:r>
            <a:r>
              <a:rPr lang="en-US" sz="2400" dirty="0">
                <a:latin typeface="Times New Roman"/>
                <a:ea typeface="+mn-lt"/>
                <a:cs typeface="+mn-lt"/>
              </a:rPr>
              <a:t>Why use Abstract Base Classes?</a:t>
            </a:r>
            <a:endParaRPr lang="en-US" sz="2400">
              <a:latin typeface="Times New Roman"/>
              <a:cs typeface="Calibri"/>
            </a:endParaRPr>
          </a:p>
          <a:p>
            <a:pPr marL="0" indent="0" algn="just">
              <a:buNone/>
              <a:defRPr/>
            </a:pPr>
            <a:endParaRPr lang="en-US" sz="2400">
              <a:latin typeface="Times New Roman"/>
              <a:cs typeface="Calibri"/>
            </a:endParaRPr>
          </a:p>
          <a:p>
            <a:pPr marL="0" indent="0" algn="just">
              <a:buNone/>
              <a:defRPr/>
            </a:pPr>
            <a:r>
              <a:rPr lang="en-US" sz="2400" dirty="0">
                <a:latin typeface="Times New Roman"/>
                <a:cs typeface="Calibri"/>
              </a:rPr>
              <a:t>Q4.</a:t>
            </a:r>
            <a:r>
              <a:rPr lang="en-US" sz="2400" dirty="0">
                <a:latin typeface="Times New Roman"/>
                <a:ea typeface="+mn-lt"/>
                <a:cs typeface="+mn-lt"/>
              </a:rPr>
              <a:t>How Abstract Base classes work?</a:t>
            </a:r>
            <a:endParaRPr lang="en-US" sz="2400" dirty="0">
              <a:latin typeface="Times New Roman"/>
              <a:cs typeface="Times New Roman"/>
            </a:endParaRPr>
          </a:p>
        </p:txBody>
      </p:sp>
      <p:sp>
        <p:nvSpPr>
          <p:cNvPr id="4" name="Date Placeholder 3">
            <a:extLst>
              <a:ext uri="{FF2B5EF4-FFF2-40B4-BE49-F238E27FC236}">
                <a16:creationId xmlns:a16="http://schemas.microsoft.com/office/drawing/2014/main" id="{1A100009-E5C6-40FD-8F12-8079A42B9F16}"/>
              </a:ext>
            </a:extLst>
          </p:cNvPr>
          <p:cNvSpPr>
            <a:spLocks noGrp="1"/>
          </p:cNvSpPr>
          <p:nvPr>
            <p:ph type="dt" sz="quarter" idx="10"/>
          </p:nvPr>
        </p:nvSpPr>
        <p:spPr/>
        <p:txBody>
          <a:bodyPr/>
          <a:lstStyle/>
          <a:p>
            <a:pPr>
              <a:defRPr/>
            </a:pPr>
            <a:fld id="{1CA47DE9-7DDE-4336-B97A-2C0BD613DABA}" type="datetime1">
              <a:rPr lang="en-US" smtClean="0"/>
              <a:pPr>
                <a:defRPr/>
              </a:pPr>
              <a:t>5/17/2022</a:t>
            </a:fld>
            <a:endParaRPr lang="en-US"/>
          </a:p>
        </p:txBody>
      </p:sp>
      <p:sp>
        <p:nvSpPr>
          <p:cNvPr id="5" name="Footer Placeholder 4">
            <a:extLst>
              <a:ext uri="{FF2B5EF4-FFF2-40B4-BE49-F238E27FC236}">
                <a16:creationId xmlns:a16="http://schemas.microsoft.com/office/drawing/2014/main" id="{5C0EDAA5-4486-4A1A-A8D1-97A23DBFE832}"/>
              </a:ext>
            </a:extLst>
          </p:cNvPr>
          <p:cNvSpPr>
            <a:spLocks noGrp="1"/>
          </p:cNvSpPr>
          <p:nvPr>
            <p:ph type="ftr" sz="quarter" idx="11"/>
          </p:nvPr>
        </p:nvSpPr>
        <p:spPr>
          <a:xfrm>
            <a:off x="2895600" y="6356350"/>
            <a:ext cx="6934200" cy="365125"/>
          </a:xfrm>
        </p:spPr>
        <p:txBody>
          <a:bodyPr/>
          <a:lstStyle/>
          <a:p>
            <a:pPr>
              <a:defRPr/>
            </a:pPr>
            <a:r>
              <a:rPr lang="en-US" dirty="0"/>
              <a:t>(Programming in Advanced Python)                                 Unit No:2</a:t>
            </a:r>
          </a:p>
        </p:txBody>
      </p:sp>
      <p:sp>
        <p:nvSpPr>
          <p:cNvPr id="98309" name="Slide Number Placeholder 5">
            <a:extLst>
              <a:ext uri="{FF2B5EF4-FFF2-40B4-BE49-F238E27FC236}">
                <a16:creationId xmlns:a16="http://schemas.microsoft.com/office/drawing/2014/main" id="{B767B368-8B0B-4C29-8890-E494FEE00AA8}"/>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9E7FD573-B8C6-4E73-AA59-A05828A22505}" type="slidenum">
              <a:rPr lang="en-US" altLang="en-US" sz="1200" dirty="0">
                <a:solidFill>
                  <a:srgbClr val="898989"/>
                </a:solidFill>
              </a:rPr>
              <a:pPr>
                <a:spcBef>
                  <a:spcPct val="0"/>
                </a:spcBef>
                <a:buFontTx/>
                <a:buNone/>
              </a:pPr>
              <a:t>135</a:t>
            </a:fld>
            <a:endParaRPr lang="en-US" altLang="en-US" sz="1200" dirty="0">
              <a:solidFill>
                <a:srgbClr val="898989"/>
              </a:solidFill>
            </a:endParaRPr>
          </a:p>
        </p:txBody>
      </p:sp>
      <p:sp>
        <p:nvSpPr>
          <p:cNvPr id="7" name="Title 1">
            <a:extLst>
              <a:ext uri="{FF2B5EF4-FFF2-40B4-BE49-F238E27FC236}">
                <a16:creationId xmlns:a16="http://schemas.microsoft.com/office/drawing/2014/main" id="{B11235C3-0E8F-41B5-AC25-2DB4429EF2EB}"/>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US" sz="3200" b="1" dirty="0">
                <a:latin typeface="Times New Roman" panose="02020603050405020304" pitchFamily="18" charset="0"/>
                <a:cs typeface="Times New Roman" panose="02020603050405020304" pitchFamily="18" charset="0"/>
              </a:rPr>
              <a:t>Weekly Assignment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6386">
                                            <p:txEl>
                                              <p:pRg st="1" end="1"/>
                                            </p:txEl>
                                          </p:spTgt>
                                        </p:tgtEl>
                                        <p:attrNameLst>
                                          <p:attrName>style.visibility</p:attrName>
                                        </p:attrNameLst>
                                      </p:cBhvr>
                                      <p:to>
                                        <p:strVal val="visible"/>
                                      </p:to>
                                    </p:set>
                                    <p:animEffect transition="in" filter="blinds(horizontal)">
                                      <p:cBhvr>
                                        <p:cTn id="7" dur="500"/>
                                        <p:tgtEl>
                                          <p:spTgt spid="16386">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6386">
                                            <p:txEl>
                                              <p:pRg st="2" end="2"/>
                                            </p:txEl>
                                          </p:spTgt>
                                        </p:tgtEl>
                                        <p:attrNameLst>
                                          <p:attrName>style.visibility</p:attrName>
                                        </p:attrNameLst>
                                      </p:cBhvr>
                                      <p:to>
                                        <p:strVal val="visible"/>
                                      </p:to>
                                    </p:set>
                                    <p:animEffect transition="in" filter="blinds(horizontal)">
                                      <p:cBhvr>
                                        <p:cTn id="12" dur="500"/>
                                        <p:tgtEl>
                                          <p:spTgt spid="16386">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6386">
                                            <p:txEl>
                                              <p:pRg st="3" end="3"/>
                                            </p:txEl>
                                          </p:spTgt>
                                        </p:tgtEl>
                                        <p:attrNameLst>
                                          <p:attrName>style.visibility</p:attrName>
                                        </p:attrNameLst>
                                      </p:cBhvr>
                                      <p:to>
                                        <p:strVal val="visible"/>
                                      </p:to>
                                    </p:set>
                                    <p:animEffect transition="in" filter="blinds(horizontal)">
                                      <p:cBhvr>
                                        <p:cTn id="17" dur="500"/>
                                        <p:tgtEl>
                                          <p:spTgt spid="16386">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6386">
                                            <p:txEl>
                                              <p:pRg st="4" end="4"/>
                                            </p:txEl>
                                          </p:spTgt>
                                        </p:tgtEl>
                                        <p:attrNameLst>
                                          <p:attrName>style.visibility</p:attrName>
                                        </p:attrNameLst>
                                      </p:cBhvr>
                                      <p:to>
                                        <p:strVal val="visible"/>
                                      </p:to>
                                    </p:set>
                                    <p:animEffect transition="in" filter="blinds(horizontal)">
                                      <p:cBhvr>
                                        <p:cTn id="22" dur="500"/>
                                        <p:tgtEl>
                                          <p:spTgt spid="16386">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6386">
                                            <p:txEl>
                                              <p:pRg st="5" end="5"/>
                                            </p:txEl>
                                          </p:spTgt>
                                        </p:tgtEl>
                                        <p:attrNameLst>
                                          <p:attrName>style.visibility</p:attrName>
                                        </p:attrNameLst>
                                      </p:cBhvr>
                                      <p:to>
                                        <p:strVal val="visible"/>
                                      </p:to>
                                    </p:set>
                                    <p:animEffect transition="in" filter="blinds(horizontal)">
                                      <p:cBhvr>
                                        <p:cTn id="27" dur="500"/>
                                        <p:tgtEl>
                                          <p:spTgt spid="16386">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6386">
                                            <p:txEl>
                                              <p:pRg st="7" end="7"/>
                                            </p:txEl>
                                          </p:spTgt>
                                        </p:tgtEl>
                                        <p:attrNameLst>
                                          <p:attrName>style.visibility</p:attrName>
                                        </p:attrNameLst>
                                      </p:cBhvr>
                                      <p:to>
                                        <p:strVal val="visible"/>
                                      </p:to>
                                    </p:set>
                                    <p:animEffect transition="in" filter="blinds(horizontal)">
                                      <p:cBhvr>
                                        <p:cTn id="32" dur="500"/>
                                        <p:tgtEl>
                                          <p:spTgt spid="16386">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6386">
                                            <p:txEl>
                                              <p:pRg st="9" end="9"/>
                                            </p:txEl>
                                          </p:spTgt>
                                        </p:tgtEl>
                                        <p:attrNameLst>
                                          <p:attrName>style.visibility</p:attrName>
                                        </p:attrNameLst>
                                      </p:cBhvr>
                                      <p:to>
                                        <p:strVal val="visible"/>
                                      </p:to>
                                    </p:set>
                                    <p:animEffect transition="in" filter="blinds(horizontal)">
                                      <p:cBhvr>
                                        <p:cTn id="37" dur="500"/>
                                        <p:tgtEl>
                                          <p:spTgt spid="16386">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6" grpId="0" build="p"/>
    </p:bld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Content Placeholder 2">
            <a:extLst>
              <a:ext uri="{FF2B5EF4-FFF2-40B4-BE49-F238E27FC236}">
                <a16:creationId xmlns:a16="http://schemas.microsoft.com/office/drawing/2014/main" id="{A7AD7C40-C54D-4312-91DC-47D6FD13355C}"/>
              </a:ext>
            </a:extLst>
          </p:cNvPr>
          <p:cNvSpPr>
            <a:spLocks noGrp="1"/>
          </p:cNvSpPr>
          <p:nvPr>
            <p:ph idx="1"/>
          </p:nvPr>
        </p:nvSpPr>
        <p:spPr>
          <a:xfrm>
            <a:off x="1585823" y="754811"/>
            <a:ext cx="10363200" cy="4953000"/>
          </a:xfrm>
        </p:spPr>
        <p:txBody>
          <a:bodyPr/>
          <a:lstStyle/>
          <a:p>
            <a:pPr marL="0" indent="0">
              <a:buNone/>
              <a:defRPr/>
            </a:pPr>
            <a:endParaRPr lang="en-US" sz="2400">
              <a:latin typeface="Times New Roman"/>
              <a:ea typeface="+mn-lt"/>
              <a:cs typeface="+mn-lt"/>
            </a:endParaRPr>
          </a:p>
          <a:p>
            <a:pPr marL="0" indent="0">
              <a:buNone/>
              <a:defRPr/>
            </a:pPr>
            <a:r>
              <a:rPr lang="en-US" sz="2400" dirty="0">
                <a:latin typeface="Times New Roman"/>
                <a:ea typeface="+mn-lt"/>
                <a:cs typeface="+mn-lt"/>
              </a:rPr>
              <a:t>Q5. What is the output of following program:</a:t>
            </a:r>
            <a:endParaRPr lang="en-US"/>
          </a:p>
          <a:p>
            <a:pPr marL="0" indent="0">
              <a:buNone/>
              <a:defRPr/>
            </a:pPr>
            <a:r>
              <a:rPr lang="en-US" sz="2400" dirty="0">
                <a:latin typeface="Times New Roman"/>
                <a:ea typeface="+mn-lt"/>
                <a:cs typeface="+mn-lt"/>
              </a:rPr>
              <a:t>class A</a:t>
            </a:r>
            <a:r>
              <a:rPr lang="en-US" sz="2400" dirty="0">
                <a:latin typeface="Times New Roman"/>
                <a:cs typeface="Calibri"/>
              </a:rPr>
              <a:t>:</a:t>
            </a:r>
            <a:r>
              <a:rPr lang="en-US" sz="2400" dirty="0">
                <a:latin typeface="Times New Roman"/>
                <a:ea typeface="+mn-lt"/>
                <a:cs typeface="+mn-lt"/>
              </a:rPr>
              <a:t> </a:t>
            </a:r>
          </a:p>
          <a:p>
            <a:pPr>
              <a:buNone/>
              <a:defRPr/>
            </a:pPr>
            <a:r>
              <a:rPr lang="en-US" sz="2400" dirty="0">
                <a:latin typeface="Times New Roman"/>
                <a:cs typeface="Calibri"/>
              </a:rPr>
              <a:t>    def</a:t>
            </a:r>
            <a:r>
              <a:rPr lang="en-US" sz="2400" dirty="0">
                <a:latin typeface="Times New Roman"/>
                <a:ea typeface="+mn-lt"/>
                <a:cs typeface="+mn-lt"/>
              </a:rPr>
              <a:t> </a:t>
            </a:r>
            <a:r>
              <a:rPr lang="en-US" sz="2400" dirty="0" err="1">
                <a:latin typeface="Times New Roman"/>
                <a:ea typeface="+mn-lt"/>
                <a:cs typeface="+mn-lt"/>
              </a:rPr>
              <a:t>rk</a:t>
            </a:r>
            <a:r>
              <a:rPr lang="en-US" sz="2400" dirty="0">
                <a:latin typeface="Times New Roman"/>
                <a:ea typeface="+mn-lt"/>
                <a:cs typeface="+mn-lt"/>
              </a:rPr>
              <a:t>(self): </a:t>
            </a:r>
          </a:p>
          <a:p>
            <a:pPr>
              <a:buNone/>
              <a:defRPr/>
            </a:pPr>
            <a:r>
              <a:rPr lang="en-US" sz="2400" dirty="0">
                <a:latin typeface="Times New Roman"/>
                <a:cs typeface="Calibri"/>
              </a:rPr>
              <a:t>        print(" In class A") </a:t>
            </a:r>
            <a:endParaRPr lang="en-US" sz="2400">
              <a:latin typeface="Times New Roman"/>
              <a:ea typeface="+mn-lt"/>
              <a:cs typeface="+mn-lt"/>
            </a:endParaRPr>
          </a:p>
          <a:p>
            <a:pPr>
              <a:buNone/>
              <a:defRPr/>
            </a:pPr>
            <a:r>
              <a:rPr lang="en-US" sz="2400" dirty="0">
                <a:latin typeface="Times New Roman"/>
                <a:ea typeface="+mn-lt"/>
                <a:cs typeface="+mn-lt"/>
              </a:rPr>
              <a:t>class B(A): </a:t>
            </a:r>
          </a:p>
          <a:p>
            <a:pPr>
              <a:buNone/>
              <a:defRPr/>
            </a:pPr>
            <a:r>
              <a:rPr lang="en-US" sz="2400" dirty="0">
                <a:latin typeface="Times New Roman"/>
                <a:ea typeface="+mn-lt"/>
                <a:cs typeface="+mn-lt"/>
              </a:rPr>
              <a:t>    def </a:t>
            </a:r>
            <a:r>
              <a:rPr lang="en-US" sz="2400" dirty="0" err="1">
                <a:latin typeface="Times New Roman"/>
                <a:ea typeface="+mn-lt"/>
                <a:cs typeface="+mn-lt"/>
              </a:rPr>
              <a:t>rk</a:t>
            </a:r>
            <a:r>
              <a:rPr lang="en-US" sz="2400" dirty="0">
                <a:latin typeface="Times New Roman"/>
                <a:ea typeface="+mn-lt"/>
                <a:cs typeface="+mn-lt"/>
              </a:rPr>
              <a:t>(self): </a:t>
            </a:r>
          </a:p>
          <a:p>
            <a:pPr>
              <a:buNone/>
              <a:defRPr/>
            </a:pPr>
            <a:r>
              <a:rPr lang="en-US" sz="2400" dirty="0">
                <a:latin typeface="Times New Roman"/>
                <a:ea typeface="+mn-lt"/>
                <a:cs typeface="+mn-lt"/>
              </a:rPr>
              <a:t>        print(" In class B") </a:t>
            </a:r>
          </a:p>
          <a:p>
            <a:pPr>
              <a:buNone/>
              <a:defRPr/>
            </a:pPr>
            <a:r>
              <a:rPr lang="en-US" sz="2400">
                <a:latin typeface="Times New Roman"/>
                <a:ea typeface="+mn-lt"/>
                <a:cs typeface="+mn-lt"/>
              </a:rPr>
              <a:t>  </a:t>
            </a:r>
          </a:p>
          <a:p>
            <a:pPr>
              <a:buNone/>
              <a:defRPr/>
            </a:pPr>
            <a:r>
              <a:rPr lang="en-US" sz="2400" dirty="0">
                <a:latin typeface="Times New Roman"/>
                <a:cs typeface="Calibri"/>
              </a:rPr>
              <a:t>r = B() </a:t>
            </a:r>
            <a:endParaRPr lang="en-US" sz="2400">
              <a:latin typeface="Times New Roman"/>
              <a:ea typeface="+mn-lt"/>
              <a:cs typeface="+mn-lt"/>
            </a:endParaRPr>
          </a:p>
          <a:p>
            <a:pPr>
              <a:buNone/>
              <a:defRPr/>
            </a:pPr>
            <a:r>
              <a:rPr lang="en-US" sz="2400" dirty="0" err="1">
                <a:latin typeface="Times New Roman"/>
                <a:cs typeface="Calibri"/>
              </a:rPr>
              <a:t>r.</a:t>
            </a:r>
            <a:r>
              <a:rPr lang="en-US" sz="2400" dirty="0" err="1">
                <a:latin typeface="Times New Roman"/>
                <a:ea typeface="+mn-lt"/>
                <a:cs typeface="+mn-lt"/>
              </a:rPr>
              <a:t>rk</a:t>
            </a:r>
            <a:r>
              <a:rPr lang="en-US" sz="2400" dirty="0">
                <a:latin typeface="Times New Roman"/>
                <a:ea typeface="+mn-lt"/>
                <a:cs typeface="+mn-lt"/>
              </a:rPr>
              <a:t>() </a:t>
            </a:r>
          </a:p>
          <a:p>
            <a:pPr marL="0" indent="0" algn="just">
              <a:buNone/>
              <a:defRPr/>
            </a:pPr>
            <a:endParaRPr lang="en-US" sz="2400">
              <a:latin typeface="Times New Roman"/>
              <a:cs typeface="Times New Roman"/>
            </a:endParaRPr>
          </a:p>
        </p:txBody>
      </p:sp>
      <p:sp>
        <p:nvSpPr>
          <p:cNvPr id="4" name="Date Placeholder 3">
            <a:extLst>
              <a:ext uri="{FF2B5EF4-FFF2-40B4-BE49-F238E27FC236}">
                <a16:creationId xmlns:a16="http://schemas.microsoft.com/office/drawing/2014/main" id="{1A100009-E5C6-40FD-8F12-8079A42B9F16}"/>
              </a:ext>
            </a:extLst>
          </p:cNvPr>
          <p:cNvSpPr>
            <a:spLocks noGrp="1"/>
          </p:cNvSpPr>
          <p:nvPr>
            <p:ph type="dt" sz="quarter" idx="10"/>
          </p:nvPr>
        </p:nvSpPr>
        <p:spPr/>
        <p:txBody>
          <a:bodyPr/>
          <a:lstStyle/>
          <a:p>
            <a:pPr>
              <a:defRPr/>
            </a:pPr>
            <a:fld id="{0345F5C3-E16F-4F10-B396-A43B57CC149B}" type="datetime1">
              <a:rPr lang="en-US" smtClean="0"/>
              <a:pPr>
                <a:defRPr/>
              </a:pPr>
              <a:t>5/17/2022</a:t>
            </a:fld>
            <a:endParaRPr lang="en-US"/>
          </a:p>
        </p:txBody>
      </p:sp>
      <p:sp>
        <p:nvSpPr>
          <p:cNvPr id="5" name="Footer Placeholder 4">
            <a:extLst>
              <a:ext uri="{FF2B5EF4-FFF2-40B4-BE49-F238E27FC236}">
                <a16:creationId xmlns:a16="http://schemas.microsoft.com/office/drawing/2014/main" id="{5C0EDAA5-4486-4A1A-A8D1-97A23DBFE832}"/>
              </a:ext>
            </a:extLst>
          </p:cNvPr>
          <p:cNvSpPr>
            <a:spLocks noGrp="1"/>
          </p:cNvSpPr>
          <p:nvPr>
            <p:ph type="ftr" sz="quarter" idx="11"/>
          </p:nvPr>
        </p:nvSpPr>
        <p:spPr>
          <a:xfrm>
            <a:off x="2895600" y="6356350"/>
            <a:ext cx="6934200" cy="365125"/>
          </a:xfrm>
        </p:spPr>
        <p:txBody>
          <a:bodyPr/>
          <a:lstStyle/>
          <a:p>
            <a:pPr>
              <a:defRPr/>
            </a:pPr>
            <a:r>
              <a:rPr lang="en-US" dirty="0"/>
              <a:t>(Programming in Advanced Python)                                 Unit No:2</a:t>
            </a:r>
          </a:p>
        </p:txBody>
      </p:sp>
      <p:sp>
        <p:nvSpPr>
          <p:cNvPr id="98309" name="Slide Number Placeholder 5">
            <a:extLst>
              <a:ext uri="{FF2B5EF4-FFF2-40B4-BE49-F238E27FC236}">
                <a16:creationId xmlns:a16="http://schemas.microsoft.com/office/drawing/2014/main" id="{B767B368-8B0B-4C29-8890-E494FEE00AA8}"/>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9E7FD573-B8C6-4E73-AA59-A05828A22505}" type="slidenum">
              <a:rPr lang="en-US" altLang="en-US" sz="1200" dirty="0">
                <a:solidFill>
                  <a:srgbClr val="898989"/>
                </a:solidFill>
              </a:rPr>
              <a:pPr>
                <a:spcBef>
                  <a:spcPct val="0"/>
                </a:spcBef>
                <a:buFontTx/>
                <a:buNone/>
              </a:pPr>
              <a:t>136</a:t>
            </a:fld>
            <a:endParaRPr lang="en-US" altLang="en-US" sz="1200" dirty="0">
              <a:solidFill>
                <a:srgbClr val="898989"/>
              </a:solidFill>
            </a:endParaRPr>
          </a:p>
        </p:txBody>
      </p:sp>
      <p:sp>
        <p:nvSpPr>
          <p:cNvPr id="7" name="Title 1">
            <a:extLst>
              <a:ext uri="{FF2B5EF4-FFF2-40B4-BE49-F238E27FC236}">
                <a16:creationId xmlns:a16="http://schemas.microsoft.com/office/drawing/2014/main" id="{B11235C3-0E8F-41B5-AC25-2DB4429EF2EB}"/>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US" sz="3200" b="1" dirty="0">
                <a:latin typeface="Times New Roman" panose="02020603050405020304" pitchFamily="18" charset="0"/>
                <a:cs typeface="Times New Roman" panose="02020603050405020304" pitchFamily="18" charset="0"/>
              </a:rPr>
              <a:t>Weekly Assignment</a:t>
            </a:r>
          </a:p>
        </p:txBody>
      </p:sp>
    </p:spTree>
    <p:extLst>
      <p:ext uri="{BB962C8B-B14F-4D97-AF65-F5344CB8AC3E}">
        <p14:creationId xmlns:p14="http://schemas.microsoft.com/office/powerpoint/2010/main" val="10812239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6386">
                                            <p:txEl>
                                              <p:pRg st="1" end="1"/>
                                            </p:txEl>
                                          </p:spTgt>
                                        </p:tgtEl>
                                        <p:attrNameLst>
                                          <p:attrName>style.visibility</p:attrName>
                                        </p:attrNameLst>
                                      </p:cBhvr>
                                      <p:to>
                                        <p:strVal val="visible"/>
                                      </p:to>
                                    </p:set>
                                    <p:animEffect transition="in" filter="blinds(horizontal)">
                                      <p:cBhvr>
                                        <p:cTn id="7" dur="500"/>
                                        <p:tgtEl>
                                          <p:spTgt spid="16386">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6386">
                                            <p:txEl>
                                              <p:pRg st="2" end="2"/>
                                            </p:txEl>
                                          </p:spTgt>
                                        </p:tgtEl>
                                        <p:attrNameLst>
                                          <p:attrName>style.visibility</p:attrName>
                                        </p:attrNameLst>
                                      </p:cBhvr>
                                      <p:to>
                                        <p:strVal val="visible"/>
                                      </p:to>
                                    </p:set>
                                    <p:animEffect transition="in" filter="blinds(horizontal)">
                                      <p:cBhvr>
                                        <p:cTn id="12" dur="500"/>
                                        <p:tgtEl>
                                          <p:spTgt spid="16386">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6386">
                                            <p:txEl>
                                              <p:pRg st="3" end="3"/>
                                            </p:txEl>
                                          </p:spTgt>
                                        </p:tgtEl>
                                        <p:attrNameLst>
                                          <p:attrName>style.visibility</p:attrName>
                                        </p:attrNameLst>
                                      </p:cBhvr>
                                      <p:to>
                                        <p:strVal val="visible"/>
                                      </p:to>
                                    </p:set>
                                    <p:animEffect transition="in" filter="blinds(horizontal)">
                                      <p:cBhvr>
                                        <p:cTn id="17" dur="500"/>
                                        <p:tgtEl>
                                          <p:spTgt spid="16386">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6386">
                                            <p:txEl>
                                              <p:pRg st="4" end="4"/>
                                            </p:txEl>
                                          </p:spTgt>
                                        </p:tgtEl>
                                        <p:attrNameLst>
                                          <p:attrName>style.visibility</p:attrName>
                                        </p:attrNameLst>
                                      </p:cBhvr>
                                      <p:to>
                                        <p:strVal val="visible"/>
                                      </p:to>
                                    </p:set>
                                    <p:animEffect transition="in" filter="blinds(horizontal)">
                                      <p:cBhvr>
                                        <p:cTn id="22" dur="500"/>
                                        <p:tgtEl>
                                          <p:spTgt spid="16386">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6386">
                                            <p:txEl>
                                              <p:pRg st="5" end="5"/>
                                            </p:txEl>
                                          </p:spTgt>
                                        </p:tgtEl>
                                        <p:attrNameLst>
                                          <p:attrName>style.visibility</p:attrName>
                                        </p:attrNameLst>
                                      </p:cBhvr>
                                      <p:to>
                                        <p:strVal val="visible"/>
                                      </p:to>
                                    </p:set>
                                    <p:animEffect transition="in" filter="blinds(horizontal)">
                                      <p:cBhvr>
                                        <p:cTn id="27" dur="500"/>
                                        <p:tgtEl>
                                          <p:spTgt spid="16386">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6386">
                                            <p:txEl>
                                              <p:pRg st="6" end="6"/>
                                            </p:txEl>
                                          </p:spTgt>
                                        </p:tgtEl>
                                        <p:attrNameLst>
                                          <p:attrName>style.visibility</p:attrName>
                                        </p:attrNameLst>
                                      </p:cBhvr>
                                      <p:to>
                                        <p:strVal val="visible"/>
                                      </p:to>
                                    </p:set>
                                    <p:animEffect transition="in" filter="blinds(horizontal)">
                                      <p:cBhvr>
                                        <p:cTn id="32" dur="500"/>
                                        <p:tgtEl>
                                          <p:spTgt spid="16386">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6386">
                                            <p:txEl>
                                              <p:pRg st="7" end="7"/>
                                            </p:txEl>
                                          </p:spTgt>
                                        </p:tgtEl>
                                        <p:attrNameLst>
                                          <p:attrName>style.visibility</p:attrName>
                                        </p:attrNameLst>
                                      </p:cBhvr>
                                      <p:to>
                                        <p:strVal val="visible"/>
                                      </p:to>
                                    </p:set>
                                    <p:animEffect transition="in" filter="blinds(horizontal)">
                                      <p:cBhvr>
                                        <p:cTn id="37" dur="500"/>
                                        <p:tgtEl>
                                          <p:spTgt spid="16386">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6386">
                                            <p:txEl>
                                              <p:pRg st="8" end="8"/>
                                            </p:txEl>
                                          </p:spTgt>
                                        </p:tgtEl>
                                        <p:attrNameLst>
                                          <p:attrName>style.visibility</p:attrName>
                                        </p:attrNameLst>
                                      </p:cBhvr>
                                      <p:to>
                                        <p:strVal val="visible"/>
                                      </p:to>
                                    </p:set>
                                    <p:animEffect transition="in" filter="blinds(horizontal)">
                                      <p:cBhvr>
                                        <p:cTn id="42" dur="500"/>
                                        <p:tgtEl>
                                          <p:spTgt spid="16386">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16386">
                                            <p:txEl>
                                              <p:pRg st="9" end="9"/>
                                            </p:txEl>
                                          </p:spTgt>
                                        </p:tgtEl>
                                        <p:attrNameLst>
                                          <p:attrName>style.visibility</p:attrName>
                                        </p:attrNameLst>
                                      </p:cBhvr>
                                      <p:to>
                                        <p:strVal val="visible"/>
                                      </p:to>
                                    </p:set>
                                    <p:animEffect transition="in" filter="blinds(horizontal)">
                                      <p:cBhvr>
                                        <p:cTn id="47" dur="500"/>
                                        <p:tgtEl>
                                          <p:spTgt spid="16386">
                                            <p:txEl>
                                              <p:pRg st="9" end="9"/>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16386">
                                            <p:txEl>
                                              <p:pRg st="10" end="10"/>
                                            </p:txEl>
                                          </p:spTgt>
                                        </p:tgtEl>
                                        <p:attrNameLst>
                                          <p:attrName>style.visibility</p:attrName>
                                        </p:attrNameLst>
                                      </p:cBhvr>
                                      <p:to>
                                        <p:strVal val="visible"/>
                                      </p:to>
                                    </p:set>
                                    <p:animEffect transition="in" filter="blinds(horizontal)">
                                      <p:cBhvr>
                                        <p:cTn id="52" dur="500"/>
                                        <p:tgtEl>
                                          <p:spTgt spid="16386">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6" grpId="0" build="p"/>
    </p:bld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1794F0D0-1BF4-43BA-A65B-6732A6AEF2B5}"/>
              </a:ext>
            </a:extLst>
          </p:cNvPr>
          <p:cNvSpPr>
            <a:spLocks noGrp="1"/>
          </p:cNvSpPr>
          <p:nvPr>
            <p:ph type="dt" sz="quarter" idx="10"/>
          </p:nvPr>
        </p:nvSpPr>
        <p:spPr/>
        <p:txBody>
          <a:bodyPr/>
          <a:lstStyle/>
          <a:p>
            <a:pPr>
              <a:defRPr/>
            </a:pPr>
            <a:fld id="{2D8D9786-B930-4B0B-955D-1558DA41D09A}" type="datetime1">
              <a:rPr lang="en-US" smtClean="0"/>
              <a:pPr>
                <a:defRPr/>
              </a:pPr>
              <a:t>5/17/2022</a:t>
            </a:fld>
            <a:endParaRPr lang="en-US"/>
          </a:p>
        </p:txBody>
      </p:sp>
      <p:sp>
        <p:nvSpPr>
          <p:cNvPr id="5" name="Footer Placeholder 4">
            <a:extLst>
              <a:ext uri="{FF2B5EF4-FFF2-40B4-BE49-F238E27FC236}">
                <a16:creationId xmlns:a16="http://schemas.microsoft.com/office/drawing/2014/main" id="{FCE3826C-C702-4B15-A923-63D40AB15B67}"/>
              </a:ext>
            </a:extLst>
          </p:cNvPr>
          <p:cNvSpPr>
            <a:spLocks noGrp="1"/>
          </p:cNvSpPr>
          <p:nvPr>
            <p:ph type="ftr" sz="quarter" idx="11"/>
          </p:nvPr>
        </p:nvSpPr>
        <p:spPr>
          <a:xfrm>
            <a:off x="2895600" y="6324600"/>
            <a:ext cx="6858000" cy="365125"/>
          </a:xfrm>
        </p:spPr>
        <p:txBody>
          <a:bodyPr/>
          <a:lstStyle/>
          <a:p>
            <a:pPr>
              <a:defRPr/>
            </a:pPr>
            <a:r>
              <a:rPr lang="en-US" dirty="0"/>
              <a:t>(Programming in Advanced Python)                                 Unit No:2</a:t>
            </a:r>
          </a:p>
        </p:txBody>
      </p:sp>
      <p:sp>
        <p:nvSpPr>
          <p:cNvPr id="99333" name="Slide Number Placeholder 5">
            <a:extLst>
              <a:ext uri="{FF2B5EF4-FFF2-40B4-BE49-F238E27FC236}">
                <a16:creationId xmlns:a16="http://schemas.microsoft.com/office/drawing/2014/main" id="{BC6DAEB2-CFBA-437A-8368-E34936CD0AF2}"/>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9365341D-D568-44AB-BABB-9B038BFF5C28}" type="slidenum">
              <a:rPr lang="en-US" altLang="en-US" sz="1200" dirty="0">
                <a:solidFill>
                  <a:srgbClr val="898989"/>
                </a:solidFill>
              </a:rPr>
              <a:pPr>
                <a:spcBef>
                  <a:spcPct val="0"/>
                </a:spcBef>
                <a:buFontTx/>
                <a:buNone/>
              </a:pPr>
              <a:t>137</a:t>
            </a:fld>
            <a:endParaRPr lang="en-US" altLang="en-US" sz="1200">
              <a:solidFill>
                <a:srgbClr val="898989"/>
              </a:solidFill>
            </a:endParaRPr>
          </a:p>
        </p:txBody>
      </p:sp>
      <p:sp>
        <p:nvSpPr>
          <p:cNvPr id="7" name="Title 1">
            <a:extLst>
              <a:ext uri="{FF2B5EF4-FFF2-40B4-BE49-F238E27FC236}">
                <a16:creationId xmlns:a16="http://schemas.microsoft.com/office/drawing/2014/main" id="{60E4BC4A-B89F-429F-884A-EAD16AB78B05}"/>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lIns="91440" tIns="45720" rIns="91440" bIns="45720" anchor="ctr"/>
          <a:lstStyle/>
          <a:p>
            <a:pPr algn="ctr" eaLnBrk="1" fontAlgn="auto" hangingPunct="1">
              <a:spcAft>
                <a:spcPts val="0"/>
              </a:spcAft>
              <a:defRPr/>
            </a:pPr>
            <a:r>
              <a:rPr lang="en-US" sz="3200" b="1" dirty="0">
                <a:latin typeface="Times New Roman"/>
                <a:cs typeface="Times New Roman"/>
              </a:rPr>
              <a:t>Daily MCQs</a:t>
            </a:r>
          </a:p>
        </p:txBody>
      </p:sp>
      <p:sp>
        <p:nvSpPr>
          <p:cNvPr id="2" name="TextBox 1">
            <a:extLst>
              <a:ext uri="{FF2B5EF4-FFF2-40B4-BE49-F238E27FC236}">
                <a16:creationId xmlns:a16="http://schemas.microsoft.com/office/drawing/2014/main" id="{6EA34B26-4270-41D9-B7C6-AC448D4FBBF7}"/>
              </a:ext>
            </a:extLst>
          </p:cNvPr>
          <p:cNvSpPr txBox="1"/>
          <p:nvPr/>
        </p:nvSpPr>
        <p:spPr>
          <a:xfrm>
            <a:off x="1532626" y="813759"/>
            <a:ext cx="9859992" cy="238219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spcBef>
                <a:spcPct val="20000"/>
              </a:spcBef>
            </a:pPr>
            <a:r>
              <a:rPr lang="en-US" sz="2400" dirty="0">
                <a:latin typeface="Times New Roman"/>
                <a:cs typeface="Times New Roman"/>
              </a:rPr>
              <a:t>1.</a:t>
            </a:r>
            <a:r>
              <a:rPr lang="en-US" sz="2400" b="1" dirty="0">
                <a:latin typeface="Times New Roman"/>
                <a:cs typeface="Times New Roman"/>
              </a:rPr>
              <a:t>Which of the following represents a template, blueprint, or contract that defines objects of the same type?</a:t>
            </a:r>
            <a:endParaRPr lang="en-US" sz="2400">
              <a:latin typeface="Arial"/>
              <a:cs typeface="Arial"/>
            </a:endParaRPr>
          </a:p>
          <a:p>
            <a:pPr marL="342900" indent="-342900">
              <a:spcBef>
                <a:spcPct val="20000"/>
              </a:spcBef>
            </a:pPr>
            <a:r>
              <a:rPr lang="en-US" sz="2400" b="1" dirty="0">
                <a:latin typeface="Times New Roman"/>
                <a:cs typeface="Times New Roman"/>
              </a:rPr>
              <a:t>     a.</a:t>
            </a:r>
            <a:r>
              <a:rPr lang="en-US" sz="2400" dirty="0">
                <a:latin typeface="Times New Roman"/>
                <a:cs typeface="Times New Roman"/>
              </a:rPr>
              <a:t> A class</a:t>
            </a:r>
            <a:br>
              <a:rPr lang="en-US" sz="2400">
                <a:latin typeface="Times New Roman"/>
                <a:cs typeface="Times New Roman"/>
              </a:rPr>
            </a:br>
            <a:r>
              <a:rPr lang="en-US" sz="2400" dirty="0">
                <a:latin typeface="Times New Roman"/>
                <a:cs typeface="Times New Roman"/>
              </a:rPr>
              <a:t>b. An object</a:t>
            </a:r>
            <a:br>
              <a:rPr lang="en-US" sz="2400">
                <a:latin typeface="Times New Roman"/>
                <a:cs typeface="Times New Roman"/>
              </a:rPr>
            </a:br>
            <a:r>
              <a:rPr lang="en-US" sz="2400" dirty="0">
                <a:latin typeface="Times New Roman"/>
                <a:cs typeface="Times New Roman"/>
              </a:rPr>
              <a:t>c. A method</a:t>
            </a:r>
            <a:br>
              <a:rPr lang="en-US" sz="2400">
                <a:latin typeface="Times New Roman"/>
                <a:cs typeface="Times New Roman"/>
              </a:rPr>
            </a:br>
            <a:r>
              <a:rPr lang="en-US" sz="2400" dirty="0">
                <a:latin typeface="Times New Roman"/>
                <a:cs typeface="Times New Roman"/>
              </a:rPr>
              <a:t>d. A data field</a:t>
            </a:r>
            <a:endParaRPr lang="en-US" sz="2400" dirty="0"/>
          </a:p>
        </p:txBody>
      </p:sp>
      <p:sp>
        <p:nvSpPr>
          <p:cNvPr id="3" name="TextBox 2">
            <a:extLst>
              <a:ext uri="{FF2B5EF4-FFF2-40B4-BE49-F238E27FC236}">
                <a16:creationId xmlns:a16="http://schemas.microsoft.com/office/drawing/2014/main" id="{9BC487D8-1A76-4EE3-8B90-7828A4CE3754}"/>
              </a:ext>
            </a:extLst>
          </p:cNvPr>
          <p:cNvSpPr txBox="1"/>
          <p:nvPr/>
        </p:nvSpPr>
        <p:spPr>
          <a:xfrm>
            <a:off x="8547879" y="1646747"/>
            <a:ext cx="274320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solidFill>
                  <a:srgbClr val="0070C0"/>
                </a:solidFill>
                <a:latin typeface="Times New Roman"/>
                <a:cs typeface="Times New Roman"/>
              </a:rPr>
              <a:t>Answer: a</a:t>
            </a:r>
            <a:endParaRPr lang="en-US" sz="2400" dirty="0"/>
          </a:p>
        </p:txBody>
      </p:sp>
      <p:sp>
        <p:nvSpPr>
          <p:cNvPr id="6" name="TextBox 5">
            <a:extLst>
              <a:ext uri="{FF2B5EF4-FFF2-40B4-BE49-F238E27FC236}">
                <a16:creationId xmlns:a16="http://schemas.microsoft.com/office/drawing/2014/main" id="{C15CAC84-AAC8-41AA-BDAB-7ECB57347B3F}"/>
              </a:ext>
            </a:extLst>
          </p:cNvPr>
          <p:cNvSpPr txBox="1"/>
          <p:nvPr/>
        </p:nvSpPr>
        <p:spPr>
          <a:xfrm>
            <a:off x="1602716" y="3256112"/>
            <a:ext cx="9169878" cy="238219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spcBef>
                <a:spcPct val="20000"/>
              </a:spcBef>
            </a:pPr>
            <a:r>
              <a:rPr lang="en-US" sz="2400" dirty="0">
                <a:latin typeface="Times New Roman"/>
                <a:cs typeface="Times New Roman"/>
              </a:rPr>
              <a:t>2.</a:t>
            </a:r>
            <a:r>
              <a:rPr lang="en-US" sz="2400" b="1" dirty="0">
                <a:latin typeface="Times New Roman"/>
                <a:cs typeface="Times New Roman"/>
              </a:rPr>
              <a:t>Which of the following represents a distinctly identifiable entity in the real world?</a:t>
            </a:r>
            <a:endParaRPr lang="en-US" sz="2400">
              <a:latin typeface="Arial"/>
              <a:cs typeface="Arial"/>
            </a:endParaRPr>
          </a:p>
          <a:p>
            <a:pPr marL="342900" indent="-342900">
              <a:spcBef>
                <a:spcPct val="20000"/>
              </a:spcBef>
            </a:pPr>
            <a:r>
              <a:rPr lang="en-US" sz="2400" b="1" dirty="0">
                <a:latin typeface="Times New Roman"/>
                <a:cs typeface="Times New Roman"/>
              </a:rPr>
              <a:t>     a.</a:t>
            </a:r>
            <a:r>
              <a:rPr lang="en-US" sz="2400" dirty="0">
                <a:latin typeface="Times New Roman"/>
                <a:cs typeface="Times New Roman"/>
              </a:rPr>
              <a:t> A class</a:t>
            </a:r>
            <a:br>
              <a:rPr lang="en-US" sz="2400">
                <a:latin typeface="Times New Roman"/>
                <a:cs typeface="Times New Roman"/>
              </a:rPr>
            </a:br>
            <a:r>
              <a:rPr lang="en-US" sz="2400" dirty="0">
                <a:latin typeface="Times New Roman"/>
                <a:cs typeface="Times New Roman"/>
              </a:rPr>
              <a:t>b. An object</a:t>
            </a:r>
            <a:br>
              <a:rPr lang="en-US" sz="2400">
                <a:latin typeface="Times New Roman"/>
                <a:cs typeface="Times New Roman"/>
              </a:rPr>
            </a:br>
            <a:r>
              <a:rPr lang="en-US" sz="2400" dirty="0">
                <a:latin typeface="Times New Roman"/>
                <a:cs typeface="Times New Roman"/>
              </a:rPr>
              <a:t>c. A method</a:t>
            </a:r>
            <a:br>
              <a:rPr lang="en-US" sz="2400">
                <a:latin typeface="Times New Roman"/>
                <a:cs typeface="Times New Roman"/>
              </a:rPr>
            </a:br>
            <a:r>
              <a:rPr lang="en-US" sz="2400" dirty="0">
                <a:latin typeface="Times New Roman"/>
                <a:cs typeface="Times New Roman"/>
              </a:rPr>
              <a:t>d. A data field</a:t>
            </a:r>
            <a:endParaRPr lang="en-US" sz="2400" dirty="0"/>
          </a:p>
        </p:txBody>
      </p:sp>
      <p:sp>
        <p:nvSpPr>
          <p:cNvPr id="8" name="TextBox 7">
            <a:extLst>
              <a:ext uri="{FF2B5EF4-FFF2-40B4-BE49-F238E27FC236}">
                <a16:creationId xmlns:a16="http://schemas.microsoft.com/office/drawing/2014/main" id="{2487003F-308A-4142-A048-20B6109C2E46}"/>
              </a:ext>
            </a:extLst>
          </p:cNvPr>
          <p:cNvSpPr txBox="1"/>
          <p:nvPr/>
        </p:nvSpPr>
        <p:spPr>
          <a:xfrm>
            <a:off x="8546081" y="3844685"/>
            <a:ext cx="274320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solidFill>
                  <a:srgbClr val="0070C0"/>
                </a:solidFill>
                <a:latin typeface="Times New Roman"/>
                <a:cs typeface="Times New Roman"/>
              </a:rPr>
              <a:t>Answer: b</a:t>
            </a:r>
            <a:endParaRPr 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fill="hold"/>
                                        <p:tgtEl>
                                          <p:spTgt spid="8"/>
                                        </p:tgtEl>
                                        <p:attrNameLst>
                                          <p:attrName>ppt_x</p:attrName>
                                        </p:attrNameLst>
                                      </p:cBhvr>
                                      <p:tavLst>
                                        <p:tav tm="0">
                                          <p:val>
                                            <p:strVal val="#ppt_x"/>
                                          </p:val>
                                        </p:tav>
                                        <p:tav tm="100000">
                                          <p:val>
                                            <p:strVal val="#ppt_x"/>
                                          </p:val>
                                        </p:tav>
                                      </p:tavLst>
                                    </p:anim>
                                    <p:anim calcmode="lin" valueType="num">
                                      <p:cBhvr additive="base">
                                        <p:cTn id="26"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6" grpId="0"/>
      <p:bldP spid="8" grpId="0"/>
    </p:bld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1794F0D0-1BF4-43BA-A65B-6732A6AEF2B5}"/>
              </a:ext>
            </a:extLst>
          </p:cNvPr>
          <p:cNvSpPr>
            <a:spLocks noGrp="1"/>
          </p:cNvSpPr>
          <p:nvPr>
            <p:ph type="dt" sz="quarter" idx="10"/>
          </p:nvPr>
        </p:nvSpPr>
        <p:spPr/>
        <p:txBody>
          <a:bodyPr/>
          <a:lstStyle/>
          <a:p>
            <a:pPr>
              <a:defRPr/>
            </a:pPr>
            <a:fld id="{5A4CDF28-D10A-44F0-B383-9DB3603740CC}" type="datetime1">
              <a:rPr lang="en-US" smtClean="0"/>
              <a:pPr>
                <a:defRPr/>
              </a:pPr>
              <a:t>5/17/2022</a:t>
            </a:fld>
            <a:endParaRPr lang="en-US"/>
          </a:p>
        </p:txBody>
      </p:sp>
      <p:sp>
        <p:nvSpPr>
          <p:cNvPr id="5" name="Footer Placeholder 4">
            <a:extLst>
              <a:ext uri="{FF2B5EF4-FFF2-40B4-BE49-F238E27FC236}">
                <a16:creationId xmlns:a16="http://schemas.microsoft.com/office/drawing/2014/main" id="{FCE3826C-C702-4B15-A923-63D40AB15B67}"/>
              </a:ext>
            </a:extLst>
          </p:cNvPr>
          <p:cNvSpPr>
            <a:spLocks noGrp="1"/>
          </p:cNvSpPr>
          <p:nvPr>
            <p:ph type="ftr" sz="quarter" idx="11"/>
          </p:nvPr>
        </p:nvSpPr>
        <p:spPr>
          <a:xfrm>
            <a:off x="2895600" y="6324600"/>
            <a:ext cx="6858000" cy="365125"/>
          </a:xfrm>
        </p:spPr>
        <p:txBody>
          <a:bodyPr/>
          <a:lstStyle/>
          <a:p>
            <a:pPr>
              <a:defRPr/>
            </a:pPr>
            <a:r>
              <a:rPr lang="en-US" dirty="0"/>
              <a:t>(Programming in Advanced Python)                                 Unit No:2</a:t>
            </a:r>
          </a:p>
        </p:txBody>
      </p:sp>
      <p:sp>
        <p:nvSpPr>
          <p:cNvPr id="99333" name="Slide Number Placeholder 5">
            <a:extLst>
              <a:ext uri="{FF2B5EF4-FFF2-40B4-BE49-F238E27FC236}">
                <a16:creationId xmlns:a16="http://schemas.microsoft.com/office/drawing/2014/main" id="{BC6DAEB2-CFBA-437A-8368-E34936CD0AF2}"/>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9365341D-D568-44AB-BABB-9B038BFF5C28}" type="slidenum">
              <a:rPr lang="en-US" altLang="en-US" sz="1200" dirty="0">
                <a:solidFill>
                  <a:srgbClr val="898989"/>
                </a:solidFill>
              </a:rPr>
              <a:pPr>
                <a:spcBef>
                  <a:spcPct val="0"/>
                </a:spcBef>
                <a:buFontTx/>
                <a:buNone/>
              </a:pPr>
              <a:t>138</a:t>
            </a:fld>
            <a:endParaRPr lang="en-US" altLang="en-US" sz="1200">
              <a:solidFill>
                <a:srgbClr val="898989"/>
              </a:solidFill>
            </a:endParaRPr>
          </a:p>
        </p:txBody>
      </p:sp>
      <p:sp>
        <p:nvSpPr>
          <p:cNvPr id="7" name="Title 1">
            <a:extLst>
              <a:ext uri="{FF2B5EF4-FFF2-40B4-BE49-F238E27FC236}">
                <a16:creationId xmlns:a16="http://schemas.microsoft.com/office/drawing/2014/main" id="{60E4BC4A-B89F-429F-884A-EAD16AB78B05}"/>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lIns="91440" tIns="45720" rIns="91440" bIns="45720" anchor="ctr"/>
          <a:lstStyle/>
          <a:p>
            <a:pPr algn="ctr" eaLnBrk="1" fontAlgn="auto" hangingPunct="1">
              <a:spcAft>
                <a:spcPts val="0"/>
              </a:spcAft>
              <a:defRPr/>
            </a:pPr>
            <a:r>
              <a:rPr lang="en-US" sz="3200" b="1" dirty="0">
                <a:latin typeface="Times New Roman"/>
                <a:cs typeface="Times New Roman"/>
              </a:rPr>
              <a:t>Daily MCQs</a:t>
            </a:r>
          </a:p>
        </p:txBody>
      </p:sp>
      <p:sp>
        <p:nvSpPr>
          <p:cNvPr id="2" name="TextBox 1">
            <a:extLst>
              <a:ext uri="{FF2B5EF4-FFF2-40B4-BE49-F238E27FC236}">
                <a16:creationId xmlns:a16="http://schemas.microsoft.com/office/drawing/2014/main" id="{6EA34B26-4270-41D9-B7C6-AC448D4FBBF7}"/>
              </a:ext>
            </a:extLst>
          </p:cNvPr>
          <p:cNvSpPr txBox="1"/>
          <p:nvPr/>
        </p:nvSpPr>
        <p:spPr>
          <a:xfrm>
            <a:off x="1532626" y="813759"/>
            <a:ext cx="9859992" cy="115416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spcBef>
                <a:spcPct val="20000"/>
              </a:spcBef>
            </a:pPr>
            <a:r>
              <a:rPr lang="en-US" sz="1500" b="1" dirty="0">
                <a:latin typeface="Times New Roman"/>
                <a:cs typeface="Times New Roman"/>
              </a:rPr>
              <a:t>1. </a:t>
            </a:r>
            <a:r>
              <a:rPr lang="en-US" sz="1500" b="1" dirty="0">
                <a:latin typeface="Arial"/>
                <a:cs typeface="Arial"/>
              </a:rPr>
              <a:t>Overriding means changing </a:t>
            </a:r>
            <a:r>
              <a:rPr lang="en-US" sz="1500" b="1" dirty="0" err="1">
                <a:latin typeface="Arial"/>
                <a:cs typeface="Arial"/>
              </a:rPr>
              <a:t>behaviour</a:t>
            </a:r>
            <a:r>
              <a:rPr lang="en-US" sz="1500" b="1" dirty="0">
                <a:latin typeface="Arial"/>
                <a:cs typeface="Arial"/>
              </a:rPr>
              <a:t> of methods of derived class methods in the base class.</a:t>
            </a:r>
          </a:p>
          <a:p>
            <a:pPr marL="342900" indent="-342900">
              <a:spcBef>
                <a:spcPct val="20000"/>
              </a:spcBef>
            </a:pPr>
            <a:r>
              <a:rPr lang="en-US" sz="1500" dirty="0">
                <a:latin typeface="Arial"/>
                <a:cs typeface="Arial"/>
              </a:rPr>
              <a:t>A. True</a:t>
            </a:r>
            <a:endParaRPr lang="en-US" sz="1500"/>
          </a:p>
          <a:p>
            <a:pPr marL="342900" indent="-342900">
              <a:spcBef>
                <a:spcPct val="20000"/>
              </a:spcBef>
            </a:pPr>
            <a:r>
              <a:rPr lang="en-US" sz="1500" dirty="0">
                <a:latin typeface="Arial"/>
                <a:cs typeface="Arial"/>
              </a:rPr>
              <a:t>B. False</a:t>
            </a:r>
            <a:endParaRPr lang="en-US" sz="1500"/>
          </a:p>
          <a:p>
            <a:pPr marL="342900" indent="-342900">
              <a:spcBef>
                <a:spcPct val="20000"/>
              </a:spcBef>
            </a:pPr>
            <a:r>
              <a:rPr lang="en-US" sz="1500" dirty="0">
                <a:solidFill>
                  <a:schemeClr val="accent3"/>
                </a:solidFill>
                <a:latin typeface="Arial"/>
                <a:cs typeface="Arial"/>
              </a:rPr>
              <a:t>Answer: B</a:t>
            </a:r>
            <a:endParaRPr lang="en-US" sz="1500" dirty="0">
              <a:solidFill>
                <a:schemeClr val="accent3"/>
              </a:solidFill>
            </a:endParaRPr>
          </a:p>
        </p:txBody>
      </p:sp>
      <p:sp>
        <p:nvSpPr>
          <p:cNvPr id="6" name="TextBox 5">
            <a:extLst>
              <a:ext uri="{FF2B5EF4-FFF2-40B4-BE49-F238E27FC236}">
                <a16:creationId xmlns:a16="http://schemas.microsoft.com/office/drawing/2014/main" id="{C15CAC84-AAC8-41AA-BDAB-7ECB57347B3F}"/>
              </a:ext>
            </a:extLst>
          </p:cNvPr>
          <p:cNvSpPr txBox="1"/>
          <p:nvPr/>
        </p:nvSpPr>
        <p:spPr>
          <a:xfrm>
            <a:off x="1477798" y="1969456"/>
            <a:ext cx="9169878" cy="530914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spcBef>
                <a:spcPct val="20000"/>
              </a:spcBef>
            </a:pPr>
            <a:r>
              <a:rPr lang="en-US" sz="1500" b="1" dirty="0">
                <a:latin typeface="Arial"/>
                <a:cs typeface="Arial"/>
              </a:rPr>
              <a:t> 2. What will be the output of the following Python code?</a:t>
            </a:r>
          </a:p>
          <a:p>
            <a:pPr marL="342900" indent="-342900">
              <a:spcBef>
                <a:spcPct val="20000"/>
              </a:spcBef>
            </a:pPr>
            <a:r>
              <a:rPr lang="en-US" sz="1500" b="1" dirty="0">
                <a:latin typeface="Arial"/>
                <a:cs typeface="Arial"/>
              </a:rPr>
              <a:t>class</a:t>
            </a:r>
            <a:r>
              <a:rPr lang="en-US" sz="1500" dirty="0">
                <a:latin typeface="Arial"/>
                <a:cs typeface="Arial"/>
              </a:rPr>
              <a:t> A:
    </a:t>
            </a:r>
            <a:r>
              <a:rPr lang="en-US" sz="1500" b="1" dirty="0">
                <a:latin typeface="Arial"/>
                <a:cs typeface="Arial"/>
              </a:rPr>
              <a:t>def</a:t>
            </a:r>
            <a:r>
              <a:rPr lang="en-US" sz="1500" dirty="0">
                <a:latin typeface="Arial"/>
                <a:cs typeface="Arial"/>
              </a:rPr>
              <a:t> __</a:t>
            </a:r>
            <a:r>
              <a:rPr lang="en-US" sz="1500" dirty="0" err="1">
                <a:latin typeface="Arial"/>
                <a:cs typeface="Arial"/>
              </a:rPr>
              <a:t>repr</a:t>
            </a:r>
            <a:r>
              <a:rPr lang="en-US" sz="1500" dirty="0">
                <a:latin typeface="Arial"/>
                <a:cs typeface="Arial"/>
              </a:rPr>
              <a:t>__(self):
        </a:t>
            </a:r>
            <a:r>
              <a:rPr lang="en-US" sz="1500" b="1" dirty="0">
                <a:latin typeface="Arial"/>
                <a:cs typeface="Arial"/>
              </a:rPr>
              <a:t>return</a:t>
            </a:r>
            <a:r>
              <a:rPr lang="en-US" sz="1500" dirty="0">
                <a:latin typeface="Arial"/>
                <a:cs typeface="Arial"/>
              </a:rPr>
              <a:t> "1"
</a:t>
            </a:r>
            <a:r>
              <a:rPr lang="en-US" sz="1500" b="1" dirty="0">
                <a:latin typeface="Arial"/>
                <a:cs typeface="Arial"/>
              </a:rPr>
              <a:t>class</a:t>
            </a:r>
            <a:r>
              <a:rPr lang="en-US" sz="1500" dirty="0">
                <a:latin typeface="Arial"/>
                <a:cs typeface="Arial"/>
              </a:rPr>
              <a:t> B(A):
    </a:t>
            </a:r>
            <a:r>
              <a:rPr lang="en-US" sz="1500" b="1" dirty="0">
                <a:latin typeface="Arial"/>
                <a:cs typeface="Arial"/>
              </a:rPr>
              <a:t>def</a:t>
            </a:r>
            <a:r>
              <a:rPr lang="en-US" sz="1500" dirty="0">
                <a:latin typeface="Arial"/>
                <a:cs typeface="Arial"/>
              </a:rPr>
              <a:t> __</a:t>
            </a:r>
            <a:r>
              <a:rPr lang="en-US" sz="1500" dirty="0" err="1">
                <a:latin typeface="Arial"/>
                <a:cs typeface="Arial"/>
              </a:rPr>
              <a:t>repr</a:t>
            </a:r>
            <a:r>
              <a:rPr lang="en-US" sz="1500" dirty="0">
                <a:latin typeface="Arial"/>
                <a:cs typeface="Arial"/>
              </a:rPr>
              <a:t>__(self):
        </a:t>
            </a:r>
            <a:r>
              <a:rPr lang="en-US" sz="1500" b="1" dirty="0">
                <a:latin typeface="Arial"/>
                <a:cs typeface="Arial"/>
              </a:rPr>
              <a:t>return</a:t>
            </a:r>
            <a:r>
              <a:rPr lang="en-US" sz="1500" dirty="0">
                <a:latin typeface="Arial"/>
                <a:cs typeface="Arial"/>
              </a:rPr>
              <a:t> "2"
</a:t>
            </a:r>
            <a:r>
              <a:rPr lang="en-US" sz="1500" b="1" dirty="0">
                <a:latin typeface="Arial"/>
                <a:cs typeface="Arial"/>
              </a:rPr>
              <a:t>class</a:t>
            </a:r>
            <a:r>
              <a:rPr lang="en-US" sz="1500" dirty="0">
                <a:latin typeface="Arial"/>
                <a:cs typeface="Arial"/>
              </a:rPr>
              <a:t> C(B):
    </a:t>
            </a:r>
            <a:r>
              <a:rPr lang="en-US" sz="1500" b="1" dirty="0">
                <a:latin typeface="Arial"/>
                <a:cs typeface="Arial"/>
              </a:rPr>
              <a:t>def</a:t>
            </a:r>
            <a:r>
              <a:rPr lang="en-US" sz="1500" dirty="0">
                <a:latin typeface="Arial"/>
                <a:cs typeface="Arial"/>
              </a:rPr>
              <a:t> __</a:t>
            </a:r>
            <a:r>
              <a:rPr lang="en-US" sz="1500" dirty="0" err="1">
                <a:latin typeface="Arial"/>
                <a:cs typeface="Arial"/>
              </a:rPr>
              <a:t>repr</a:t>
            </a:r>
            <a:r>
              <a:rPr lang="en-US" sz="1500" dirty="0">
                <a:latin typeface="Arial"/>
                <a:cs typeface="Arial"/>
              </a:rPr>
              <a:t>__(self):
        </a:t>
            </a:r>
            <a:r>
              <a:rPr lang="en-US" sz="1500" b="1" dirty="0">
                <a:latin typeface="Arial"/>
                <a:cs typeface="Arial"/>
              </a:rPr>
              <a:t>return</a:t>
            </a:r>
            <a:r>
              <a:rPr lang="en-US" sz="1500" dirty="0">
                <a:latin typeface="Arial"/>
                <a:cs typeface="Arial"/>
              </a:rPr>
              <a:t> "3"
o1 = A()
o2 = B()
o3 = C()
</a:t>
            </a:r>
            <a:r>
              <a:rPr lang="en-US" sz="1500" b="1" dirty="0">
                <a:latin typeface="Arial"/>
                <a:cs typeface="Arial"/>
              </a:rPr>
              <a:t>print</a:t>
            </a:r>
            <a:r>
              <a:rPr lang="en-US" sz="1500" dirty="0">
                <a:latin typeface="Arial"/>
                <a:cs typeface="Arial"/>
              </a:rPr>
              <a:t>(obj1, obj2, obj3)</a:t>
            </a:r>
          </a:p>
          <a:p>
            <a:pPr marL="342900" indent="-342900">
              <a:spcBef>
                <a:spcPct val="20000"/>
              </a:spcBef>
            </a:pPr>
            <a:r>
              <a:rPr lang="en-US" sz="1500" dirty="0">
                <a:latin typeface="Arial"/>
                <a:cs typeface="Arial"/>
              </a:rPr>
              <a:t>A. 1 1 1</a:t>
            </a:r>
          </a:p>
          <a:p>
            <a:pPr marL="342900" indent="-342900">
              <a:spcBef>
                <a:spcPct val="20000"/>
              </a:spcBef>
            </a:pPr>
            <a:r>
              <a:rPr lang="en-US" sz="1500" dirty="0">
                <a:latin typeface="Arial"/>
                <a:cs typeface="Arial"/>
              </a:rPr>
              <a:t>B. 1 2 3</a:t>
            </a:r>
          </a:p>
          <a:p>
            <a:pPr marL="342900" indent="-342900">
              <a:spcBef>
                <a:spcPct val="20000"/>
              </a:spcBef>
            </a:pPr>
            <a:r>
              <a:rPr lang="en-US" sz="1500" dirty="0">
                <a:latin typeface="Arial"/>
                <a:cs typeface="Arial"/>
              </a:rPr>
              <a:t>C. ‘1’ ‘1’ ‘1’</a:t>
            </a:r>
          </a:p>
          <a:p>
            <a:pPr marL="342900" indent="-342900">
              <a:spcBef>
                <a:spcPct val="20000"/>
              </a:spcBef>
            </a:pPr>
            <a:r>
              <a:rPr lang="en-US" sz="1500" dirty="0">
                <a:latin typeface="Arial"/>
                <a:cs typeface="Arial"/>
              </a:rPr>
              <a:t>D. An exception is thrown</a:t>
            </a:r>
          </a:p>
          <a:p>
            <a:pPr marL="342900" indent="-342900">
              <a:spcBef>
                <a:spcPct val="20000"/>
              </a:spcBef>
            </a:pPr>
            <a:r>
              <a:rPr lang="en-US" sz="1500" dirty="0">
                <a:solidFill>
                  <a:schemeClr val="accent3"/>
                </a:solidFill>
                <a:latin typeface="Arial"/>
                <a:cs typeface="Arial"/>
              </a:rPr>
              <a:t>Answer: B</a:t>
            </a:r>
          </a:p>
        </p:txBody>
      </p:sp>
    </p:spTree>
    <p:extLst>
      <p:ext uri="{BB962C8B-B14F-4D97-AF65-F5344CB8AC3E}">
        <p14:creationId xmlns:p14="http://schemas.microsoft.com/office/powerpoint/2010/main" val="20623337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Content Placeholder 2">
            <a:extLst>
              <a:ext uri="{FF2B5EF4-FFF2-40B4-BE49-F238E27FC236}">
                <a16:creationId xmlns:a16="http://schemas.microsoft.com/office/drawing/2014/main" id="{FB0C044F-6216-4D7E-A6D0-D10F37717A34}"/>
              </a:ext>
            </a:extLst>
          </p:cNvPr>
          <p:cNvSpPr>
            <a:spLocks noGrp="1"/>
          </p:cNvSpPr>
          <p:nvPr>
            <p:ph idx="1"/>
          </p:nvPr>
        </p:nvSpPr>
        <p:spPr>
          <a:xfrm>
            <a:off x="1580072" y="682925"/>
            <a:ext cx="10455214" cy="5541663"/>
          </a:xfrm>
        </p:spPr>
        <p:txBody>
          <a:bodyPr/>
          <a:lstStyle/>
          <a:p>
            <a:pPr>
              <a:buNone/>
            </a:pPr>
            <a:r>
              <a:rPr lang="en-US" sz="2000" dirty="0">
                <a:latin typeface="Times New Roman"/>
                <a:ea typeface="+mn-lt"/>
                <a:cs typeface="+mn-lt"/>
              </a:rPr>
              <a:t>1.</a:t>
            </a:r>
            <a:r>
              <a:rPr lang="en-US" sz="2000" b="1" dirty="0">
                <a:latin typeface="Times New Roman"/>
                <a:ea typeface="+mn-lt"/>
                <a:cs typeface="+mn-lt"/>
              </a:rPr>
              <a:t>Which of the following best describes polymorphism? </a:t>
            </a:r>
            <a:endParaRPr lang="en-US" sz="2800">
              <a:latin typeface="Times New Roman"/>
              <a:cs typeface="Calibri"/>
            </a:endParaRPr>
          </a:p>
          <a:p>
            <a:pPr>
              <a:buNone/>
            </a:pPr>
            <a:r>
              <a:rPr lang="en-US" sz="2000" dirty="0">
                <a:latin typeface="Times New Roman"/>
                <a:ea typeface="+mn-lt"/>
                <a:cs typeface="+mn-lt"/>
              </a:rPr>
              <a:t>a) Ability of a class to derive members of another class as a part of its own definition</a:t>
            </a:r>
            <a:br>
              <a:rPr lang="en-US" sz="2000">
                <a:latin typeface="Times New Roman"/>
                <a:ea typeface="+mn-lt"/>
                <a:cs typeface="+mn-lt"/>
              </a:rPr>
            </a:br>
            <a:r>
              <a:rPr lang="en-US" sz="2000" dirty="0">
                <a:latin typeface="Times New Roman"/>
                <a:ea typeface="+mn-lt"/>
                <a:cs typeface="+mn-lt"/>
              </a:rPr>
              <a:t> b) Means of bundling instance variables and methods in order to restrict access to certain class members</a:t>
            </a:r>
            <a:br>
              <a:rPr lang="en-US" sz="2000">
                <a:latin typeface="Times New Roman"/>
                <a:ea typeface="+mn-lt"/>
                <a:cs typeface="+mn-lt"/>
              </a:rPr>
            </a:br>
            <a:r>
              <a:rPr lang="en-US" sz="2000" dirty="0">
                <a:latin typeface="Times New Roman"/>
                <a:ea typeface="+mn-lt"/>
                <a:cs typeface="+mn-lt"/>
              </a:rPr>
              <a:t> c) Focuses on variables and passing of variables to functions</a:t>
            </a:r>
            <a:br>
              <a:rPr lang="en-US" sz="2000">
                <a:latin typeface="Times New Roman"/>
                <a:ea typeface="+mn-lt"/>
                <a:cs typeface="+mn-lt"/>
              </a:rPr>
            </a:br>
            <a:r>
              <a:rPr lang="en-US" sz="2000" dirty="0">
                <a:latin typeface="Times New Roman"/>
                <a:ea typeface="+mn-lt"/>
                <a:cs typeface="+mn-lt"/>
              </a:rPr>
              <a:t> d) Allows for objects of different types and </a:t>
            </a:r>
            <a:r>
              <a:rPr lang="en-US" sz="2000" dirty="0" err="1">
                <a:latin typeface="Times New Roman"/>
                <a:ea typeface="+mn-lt"/>
                <a:cs typeface="+mn-lt"/>
              </a:rPr>
              <a:t>behaviour</a:t>
            </a:r>
            <a:r>
              <a:rPr lang="en-US" sz="2000" dirty="0">
                <a:latin typeface="Times New Roman"/>
                <a:ea typeface="+mn-lt"/>
                <a:cs typeface="+mn-lt"/>
              </a:rPr>
              <a:t> to be treated as the same general type</a:t>
            </a:r>
            <a:endParaRPr lang="en-US" sz="2000">
              <a:latin typeface="Times New Roman"/>
              <a:cs typeface="Calibri"/>
            </a:endParaRPr>
          </a:p>
          <a:p>
            <a:pPr>
              <a:buNone/>
            </a:pPr>
            <a:r>
              <a:rPr lang="en-US" sz="2000" b="1" dirty="0">
                <a:solidFill>
                  <a:srgbClr val="0070C0"/>
                </a:solidFill>
                <a:latin typeface="Times New Roman"/>
                <a:ea typeface="+mn-lt"/>
                <a:cs typeface="+mn-lt"/>
              </a:rPr>
              <a:t>Answer: d</a:t>
            </a:r>
            <a:endParaRPr lang="en-US" sz="2000">
              <a:solidFill>
                <a:srgbClr val="0070C0"/>
              </a:solidFill>
              <a:latin typeface="Times New Roman"/>
              <a:cs typeface="Calibri"/>
            </a:endParaRPr>
          </a:p>
          <a:p>
            <a:pPr>
              <a:buNone/>
            </a:pPr>
            <a:r>
              <a:rPr lang="en-US" sz="2000" dirty="0">
                <a:latin typeface="Times New Roman"/>
                <a:ea typeface="+mn-lt"/>
                <a:cs typeface="+mn-lt"/>
              </a:rPr>
              <a:t>2.</a:t>
            </a:r>
            <a:r>
              <a:rPr lang="en-US" sz="2000" b="1" dirty="0">
                <a:latin typeface="Times New Roman"/>
                <a:ea typeface="+mn-lt"/>
                <a:cs typeface="+mn-lt"/>
              </a:rPr>
              <a:t>A class in which one or more methods are only implemented to raise an exception is called an abstract class.</a:t>
            </a:r>
            <a:endParaRPr lang="en-US" sz="2000">
              <a:latin typeface="Times New Roman"/>
              <a:cs typeface="Calibri"/>
            </a:endParaRPr>
          </a:p>
          <a:p>
            <a:pPr>
              <a:buNone/>
            </a:pPr>
            <a:r>
              <a:rPr lang="en-US" sz="2000" dirty="0">
                <a:latin typeface="Times New Roman"/>
                <a:ea typeface="+mn-lt"/>
                <a:cs typeface="+mn-lt"/>
              </a:rPr>
              <a:t>a) True</a:t>
            </a:r>
            <a:br>
              <a:rPr lang="en-US" sz="2000">
                <a:latin typeface="Times New Roman"/>
                <a:ea typeface="+mn-lt"/>
                <a:cs typeface="+mn-lt"/>
              </a:rPr>
            </a:br>
            <a:r>
              <a:rPr lang="en-US" sz="2000" dirty="0">
                <a:latin typeface="Times New Roman"/>
                <a:ea typeface="+mn-lt"/>
                <a:cs typeface="+mn-lt"/>
              </a:rPr>
              <a:t>b) False</a:t>
            </a:r>
            <a:endParaRPr lang="en-US" sz="2000">
              <a:latin typeface="Times New Roman"/>
              <a:cs typeface="Calibri"/>
            </a:endParaRPr>
          </a:p>
          <a:p>
            <a:pPr>
              <a:buNone/>
            </a:pPr>
            <a:r>
              <a:rPr lang="en-US" sz="2000" b="1" dirty="0">
                <a:solidFill>
                  <a:srgbClr val="0070C0"/>
                </a:solidFill>
                <a:latin typeface="Times New Roman"/>
                <a:ea typeface="+mn-lt"/>
                <a:cs typeface="+mn-lt"/>
              </a:rPr>
              <a:t>Answer: a</a:t>
            </a:r>
            <a:endParaRPr lang="en-US" sz="2000">
              <a:solidFill>
                <a:srgbClr val="0070C0"/>
              </a:solidFill>
              <a:latin typeface="Times New Roman"/>
              <a:cs typeface="Calibri"/>
            </a:endParaRPr>
          </a:p>
          <a:p>
            <a:pPr>
              <a:buNone/>
            </a:pPr>
            <a:r>
              <a:rPr lang="en-US" sz="2000" dirty="0">
                <a:latin typeface="Times New Roman"/>
                <a:ea typeface="+mn-lt"/>
                <a:cs typeface="+mn-lt"/>
              </a:rPr>
              <a:t>3.</a:t>
            </a:r>
            <a:r>
              <a:rPr lang="en-US" sz="2000" b="1" dirty="0">
                <a:latin typeface="Times New Roman"/>
                <a:ea typeface="+mn-lt"/>
                <a:cs typeface="+mn-lt"/>
              </a:rPr>
              <a:t>Overriding means changing </a:t>
            </a:r>
            <a:r>
              <a:rPr lang="en-US" sz="2000" b="1" dirty="0" err="1">
                <a:latin typeface="Times New Roman"/>
                <a:ea typeface="+mn-lt"/>
                <a:cs typeface="+mn-lt"/>
              </a:rPr>
              <a:t>behaviour</a:t>
            </a:r>
            <a:r>
              <a:rPr lang="en-US" sz="2000" b="1" dirty="0">
                <a:latin typeface="Times New Roman"/>
                <a:ea typeface="+mn-lt"/>
                <a:cs typeface="+mn-lt"/>
              </a:rPr>
              <a:t> of methods of derived class methods in the base class.</a:t>
            </a:r>
            <a:endParaRPr lang="en-US" sz="2000">
              <a:latin typeface="Times New Roman"/>
              <a:cs typeface="Calibri"/>
            </a:endParaRPr>
          </a:p>
          <a:p>
            <a:pPr>
              <a:buNone/>
            </a:pPr>
            <a:r>
              <a:rPr lang="en-US" sz="2000" dirty="0">
                <a:latin typeface="Times New Roman"/>
                <a:ea typeface="+mn-lt"/>
                <a:cs typeface="+mn-lt"/>
              </a:rPr>
              <a:t>a) True</a:t>
            </a:r>
            <a:br>
              <a:rPr lang="en-US" sz="2000">
                <a:latin typeface="Times New Roman"/>
                <a:ea typeface="+mn-lt"/>
                <a:cs typeface="+mn-lt"/>
              </a:rPr>
            </a:br>
            <a:r>
              <a:rPr lang="en-US" sz="2000" dirty="0">
                <a:latin typeface="Times New Roman"/>
                <a:ea typeface="+mn-lt"/>
                <a:cs typeface="+mn-lt"/>
              </a:rPr>
              <a:t> b) False</a:t>
            </a:r>
            <a:endParaRPr lang="en-US" sz="2000">
              <a:latin typeface="Times New Roman"/>
              <a:cs typeface="Calibri"/>
            </a:endParaRPr>
          </a:p>
          <a:p>
            <a:pPr>
              <a:buNone/>
            </a:pPr>
            <a:r>
              <a:rPr lang="en-US" sz="2000" b="1" dirty="0">
                <a:solidFill>
                  <a:srgbClr val="0070C0"/>
                </a:solidFill>
                <a:latin typeface="Times New Roman"/>
                <a:ea typeface="+mn-lt"/>
                <a:cs typeface="+mn-lt"/>
              </a:rPr>
              <a:t>Answer: b</a:t>
            </a:r>
            <a:endParaRPr lang="en-US" sz="2000" dirty="0">
              <a:solidFill>
                <a:srgbClr val="0070C0"/>
              </a:solidFill>
              <a:latin typeface="Times New Roman"/>
              <a:cs typeface="Times New Roman"/>
            </a:endParaRPr>
          </a:p>
          <a:p>
            <a:pPr>
              <a:buNone/>
            </a:pPr>
            <a:endParaRPr lang="en-US" sz="2400">
              <a:latin typeface="Times New Roman"/>
              <a:cs typeface="Calibri"/>
            </a:endParaRPr>
          </a:p>
          <a:p>
            <a:pPr marL="0" indent="0">
              <a:buFont typeface="Arial" panose="020B0604020202020204" pitchFamily="34" charset="0"/>
              <a:buNone/>
            </a:pPr>
            <a:endParaRPr lang="en-US" altLang="en-US">
              <a:solidFill>
                <a:srgbClr val="FF0000"/>
              </a:solidFill>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1794F0D0-1BF4-43BA-A65B-6732A6AEF2B5}"/>
              </a:ext>
            </a:extLst>
          </p:cNvPr>
          <p:cNvSpPr>
            <a:spLocks noGrp="1"/>
          </p:cNvSpPr>
          <p:nvPr>
            <p:ph type="dt" sz="quarter" idx="10"/>
          </p:nvPr>
        </p:nvSpPr>
        <p:spPr/>
        <p:txBody>
          <a:bodyPr/>
          <a:lstStyle/>
          <a:p>
            <a:pPr>
              <a:defRPr/>
            </a:pPr>
            <a:fld id="{83C9658F-811B-479D-B213-7F3BFB1658CC}" type="datetime1">
              <a:rPr lang="en-US" smtClean="0"/>
              <a:pPr>
                <a:defRPr/>
              </a:pPr>
              <a:t>5/17/2022</a:t>
            </a:fld>
            <a:endParaRPr lang="en-US"/>
          </a:p>
        </p:txBody>
      </p:sp>
      <p:sp>
        <p:nvSpPr>
          <p:cNvPr id="5" name="Footer Placeholder 4">
            <a:extLst>
              <a:ext uri="{FF2B5EF4-FFF2-40B4-BE49-F238E27FC236}">
                <a16:creationId xmlns:a16="http://schemas.microsoft.com/office/drawing/2014/main" id="{FCE3826C-C702-4B15-A923-63D40AB15B67}"/>
              </a:ext>
            </a:extLst>
          </p:cNvPr>
          <p:cNvSpPr>
            <a:spLocks noGrp="1"/>
          </p:cNvSpPr>
          <p:nvPr>
            <p:ph type="ftr" sz="quarter" idx="11"/>
          </p:nvPr>
        </p:nvSpPr>
        <p:spPr>
          <a:xfrm>
            <a:off x="2895600" y="6324600"/>
            <a:ext cx="6858000" cy="365125"/>
          </a:xfrm>
        </p:spPr>
        <p:txBody>
          <a:bodyPr/>
          <a:lstStyle/>
          <a:p>
            <a:pPr>
              <a:defRPr/>
            </a:pPr>
            <a:r>
              <a:rPr lang="en-US" dirty="0"/>
              <a:t>(Programming in Advanced Python)                                 Unit No:2</a:t>
            </a:r>
          </a:p>
        </p:txBody>
      </p:sp>
      <p:sp>
        <p:nvSpPr>
          <p:cNvPr id="99333" name="Slide Number Placeholder 5">
            <a:extLst>
              <a:ext uri="{FF2B5EF4-FFF2-40B4-BE49-F238E27FC236}">
                <a16:creationId xmlns:a16="http://schemas.microsoft.com/office/drawing/2014/main" id="{BC6DAEB2-CFBA-437A-8368-E34936CD0AF2}"/>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9365341D-D568-44AB-BABB-9B038BFF5C28}" type="slidenum">
              <a:rPr lang="en-US" altLang="en-US" sz="1200" dirty="0">
                <a:solidFill>
                  <a:srgbClr val="898989"/>
                </a:solidFill>
              </a:rPr>
              <a:pPr>
                <a:spcBef>
                  <a:spcPct val="0"/>
                </a:spcBef>
                <a:buFontTx/>
                <a:buNone/>
              </a:pPr>
              <a:t>139</a:t>
            </a:fld>
            <a:endParaRPr lang="en-US" altLang="en-US" sz="1200">
              <a:solidFill>
                <a:srgbClr val="898989"/>
              </a:solidFill>
            </a:endParaRPr>
          </a:p>
        </p:txBody>
      </p:sp>
      <p:sp>
        <p:nvSpPr>
          <p:cNvPr id="7" name="Title 1">
            <a:extLst>
              <a:ext uri="{FF2B5EF4-FFF2-40B4-BE49-F238E27FC236}">
                <a16:creationId xmlns:a16="http://schemas.microsoft.com/office/drawing/2014/main" id="{60E4BC4A-B89F-429F-884A-EAD16AB78B05}"/>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lIns="91440" tIns="45720" rIns="91440" bIns="45720" anchor="ctr"/>
          <a:lstStyle/>
          <a:p>
            <a:pPr algn="ctr" eaLnBrk="1" fontAlgn="auto" hangingPunct="1">
              <a:spcAft>
                <a:spcPts val="0"/>
              </a:spcAft>
              <a:defRPr/>
            </a:pPr>
            <a:r>
              <a:rPr lang="en-US" sz="3200" b="1" dirty="0">
                <a:latin typeface="Times New Roman"/>
                <a:cs typeface="Times New Roman"/>
              </a:rPr>
              <a:t>Daily Quiz</a:t>
            </a:r>
            <a:endParaRPr lang="en-US"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509797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7410">
                                            <p:txEl>
                                              <p:pRg st="0" end="0"/>
                                            </p:txEl>
                                          </p:spTgt>
                                        </p:tgtEl>
                                        <p:attrNameLst>
                                          <p:attrName>style.visibility</p:attrName>
                                        </p:attrNameLst>
                                      </p:cBhvr>
                                      <p:to>
                                        <p:strVal val="visible"/>
                                      </p:to>
                                    </p:set>
                                    <p:animEffect transition="in" filter="blinds(horizontal)">
                                      <p:cBhvr>
                                        <p:cTn id="7" dur="500"/>
                                        <p:tgtEl>
                                          <p:spTgt spid="1741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7410">
                                            <p:txEl>
                                              <p:pRg st="1" end="1"/>
                                            </p:txEl>
                                          </p:spTgt>
                                        </p:tgtEl>
                                        <p:attrNameLst>
                                          <p:attrName>style.visibility</p:attrName>
                                        </p:attrNameLst>
                                      </p:cBhvr>
                                      <p:to>
                                        <p:strVal val="visible"/>
                                      </p:to>
                                    </p:set>
                                    <p:animEffect transition="in" filter="blinds(horizontal)">
                                      <p:cBhvr>
                                        <p:cTn id="12" dur="500"/>
                                        <p:tgtEl>
                                          <p:spTgt spid="1741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7410">
                                            <p:txEl>
                                              <p:pRg st="2" end="2"/>
                                            </p:txEl>
                                          </p:spTgt>
                                        </p:tgtEl>
                                        <p:attrNameLst>
                                          <p:attrName>style.visibility</p:attrName>
                                        </p:attrNameLst>
                                      </p:cBhvr>
                                      <p:to>
                                        <p:strVal val="visible"/>
                                      </p:to>
                                    </p:set>
                                    <p:animEffect transition="in" filter="blinds(horizontal)">
                                      <p:cBhvr>
                                        <p:cTn id="17" dur="500"/>
                                        <p:tgtEl>
                                          <p:spTgt spid="1741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7410">
                                            <p:txEl>
                                              <p:pRg st="3" end="3"/>
                                            </p:txEl>
                                          </p:spTgt>
                                        </p:tgtEl>
                                        <p:attrNameLst>
                                          <p:attrName>style.visibility</p:attrName>
                                        </p:attrNameLst>
                                      </p:cBhvr>
                                      <p:to>
                                        <p:strVal val="visible"/>
                                      </p:to>
                                    </p:set>
                                    <p:animEffect transition="in" filter="blinds(horizontal)">
                                      <p:cBhvr>
                                        <p:cTn id="22" dur="500"/>
                                        <p:tgtEl>
                                          <p:spTgt spid="17410">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7410">
                                            <p:txEl>
                                              <p:pRg st="4" end="4"/>
                                            </p:txEl>
                                          </p:spTgt>
                                        </p:tgtEl>
                                        <p:attrNameLst>
                                          <p:attrName>style.visibility</p:attrName>
                                        </p:attrNameLst>
                                      </p:cBhvr>
                                      <p:to>
                                        <p:strVal val="visible"/>
                                      </p:to>
                                    </p:set>
                                    <p:animEffect transition="in" filter="blinds(horizontal)">
                                      <p:cBhvr>
                                        <p:cTn id="27" dur="500"/>
                                        <p:tgtEl>
                                          <p:spTgt spid="17410">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7410">
                                            <p:txEl>
                                              <p:pRg st="5" end="5"/>
                                            </p:txEl>
                                          </p:spTgt>
                                        </p:tgtEl>
                                        <p:attrNameLst>
                                          <p:attrName>style.visibility</p:attrName>
                                        </p:attrNameLst>
                                      </p:cBhvr>
                                      <p:to>
                                        <p:strVal val="visible"/>
                                      </p:to>
                                    </p:set>
                                    <p:animEffect transition="in" filter="blinds(horizontal)">
                                      <p:cBhvr>
                                        <p:cTn id="32" dur="500"/>
                                        <p:tgtEl>
                                          <p:spTgt spid="17410">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7410">
                                            <p:txEl>
                                              <p:pRg st="6" end="6"/>
                                            </p:txEl>
                                          </p:spTgt>
                                        </p:tgtEl>
                                        <p:attrNameLst>
                                          <p:attrName>style.visibility</p:attrName>
                                        </p:attrNameLst>
                                      </p:cBhvr>
                                      <p:to>
                                        <p:strVal val="visible"/>
                                      </p:to>
                                    </p:set>
                                    <p:animEffect transition="in" filter="blinds(horizontal)">
                                      <p:cBhvr>
                                        <p:cTn id="37" dur="500"/>
                                        <p:tgtEl>
                                          <p:spTgt spid="17410">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7410">
                                            <p:txEl>
                                              <p:pRg st="7" end="7"/>
                                            </p:txEl>
                                          </p:spTgt>
                                        </p:tgtEl>
                                        <p:attrNameLst>
                                          <p:attrName>style.visibility</p:attrName>
                                        </p:attrNameLst>
                                      </p:cBhvr>
                                      <p:to>
                                        <p:strVal val="visible"/>
                                      </p:to>
                                    </p:set>
                                    <p:animEffect transition="in" filter="blinds(horizontal)">
                                      <p:cBhvr>
                                        <p:cTn id="42" dur="500"/>
                                        <p:tgtEl>
                                          <p:spTgt spid="17410">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17410">
                                            <p:txEl>
                                              <p:pRg st="8" end="8"/>
                                            </p:txEl>
                                          </p:spTgt>
                                        </p:tgtEl>
                                        <p:attrNameLst>
                                          <p:attrName>style.visibility</p:attrName>
                                        </p:attrNameLst>
                                      </p:cBhvr>
                                      <p:to>
                                        <p:strVal val="visible"/>
                                      </p:to>
                                    </p:set>
                                    <p:animEffect transition="in" filter="blinds(horizontal)">
                                      <p:cBhvr>
                                        <p:cTn id="47" dur="500"/>
                                        <p:tgtEl>
                                          <p:spTgt spid="17410">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0" grpId="0" build="p"/>
    </p:bld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Content Placeholder 2">
            <a:extLst>
              <a:ext uri="{FF2B5EF4-FFF2-40B4-BE49-F238E27FC236}">
                <a16:creationId xmlns:a16="http://schemas.microsoft.com/office/drawing/2014/main" id="{FB0C044F-6216-4D7E-A6D0-D10F37717A34}"/>
              </a:ext>
            </a:extLst>
          </p:cNvPr>
          <p:cNvSpPr>
            <a:spLocks noGrp="1"/>
          </p:cNvSpPr>
          <p:nvPr>
            <p:ph idx="1"/>
          </p:nvPr>
        </p:nvSpPr>
        <p:spPr>
          <a:xfrm>
            <a:off x="1580072" y="682925"/>
            <a:ext cx="10455214" cy="5541663"/>
          </a:xfrm>
        </p:spPr>
        <p:txBody>
          <a:bodyPr/>
          <a:lstStyle/>
          <a:p>
            <a:pPr>
              <a:buNone/>
            </a:pPr>
            <a:r>
              <a:rPr lang="en-US" sz="1800" dirty="0">
                <a:latin typeface="Times New Roman"/>
                <a:ea typeface="+mn-lt"/>
                <a:cs typeface="+mn-lt"/>
              </a:rPr>
              <a:t>4.</a:t>
            </a:r>
            <a:r>
              <a:rPr lang="en-US" sz="1800" b="1" dirty="0">
                <a:latin typeface="Times New Roman"/>
                <a:ea typeface="+mn-lt"/>
                <a:cs typeface="+mn-lt"/>
              </a:rPr>
              <a:t>What will be the output of the following Python code?</a:t>
            </a:r>
            <a:endParaRPr lang="en-US" sz="1800">
              <a:latin typeface="Times New Roman"/>
              <a:cs typeface="Calibri"/>
            </a:endParaRPr>
          </a:p>
          <a:p>
            <a:pPr>
              <a:buNone/>
            </a:pPr>
            <a:r>
              <a:rPr lang="en-US" sz="1800" dirty="0">
                <a:latin typeface="Times New Roman"/>
                <a:ea typeface="+mn-lt"/>
                <a:cs typeface="+mn-lt"/>
              </a:rPr>
              <a:t>class A: </a:t>
            </a:r>
            <a:endParaRPr lang="en-US" sz="2800">
              <a:latin typeface="Times New Roman"/>
              <a:cs typeface="Calibri"/>
            </a:endParaRPr>
          </a:p>
          <a:p>
            <a:pPr>
              <a:buNone/>
            </a:pPr>
            <a:r>
              <a:rPr lang="en-US" sz="1800" dirty="0">
                <a:latin typeface="Times New Roman"/>
                <a:ea typeface="+mn-lt"/>
                <a:cs typeface="+mn-lt"/>
              </a:rPr>
              <a:t>      def __</a:t>
            </a:r>
            <a:r>
              <a:rPr lang="en-US" sz="1800" dirty="0" err="1">
                <a:latin typeface="Times New Roman"/>
                <a:ea typeface="+mn-lt"/>
                <a:cs typeface="+mn-lt"/>
              </a:rPr>
              <a:t>repr</a:t>
            </a:r>
            <a:r>
              <a:rPr lang="en-US" sz="1800" dirty="0">
                <a:latin typeface="Times New Roman"/>
                <a:ea typeface="+mn-lt"/>
                <a:cs typeface="+mn-lt"/>
              </a:rPr>
              <a:t>__(self): </a:t>
            </a:r>
            <a:endParaRPr lang="en-US" sz="2800">
              <a:latin typeface="Times New Roman"/>
              <a:cs typeface="Calibri"/>
            </a:endParaRPr>
          </a:p>
          <a:p>
            <a:pPr>
              <a:buNone/>
            </a:pPr>
            <a:r>
              <a:rPr lang="en-US" sz="1800" dirty="0">
                <a:latin typeface="Times New Roman"/>
                <a:ea typeface="+mn-lt"/>
                <a:cs typeface="+mn-lt"/>
              </a:rPr>
              <a:t>               return "1" </a:t>
            </a:r>
            <a:endParaRPr lang="en-US" sz="2800">
              <a:latin typeface="Times New Roman"/>
              <a:cs typeface="Calibri"/>
            </a:endParaRPr>
          </a:p>
          <a:p>
            <a:pPr>
              <a:buNone/>
            </a:pPr>
            <a:r>
              <a:rPr lang="en-US" sz="1800" dirty="0">
                <a:latin typeface="Times New Roman"/>
                <a:ea typeface="+mn-lt"/>
                <a:cs typeface="+mn-lt"/>
              </a:rPr>
              <a:t>class B(A):</a:t>
            </a:r>
            <a:endParaRPr lang="en-US" sz="1800">
              <a:latin typeface="Times New Roman"/>
              <a:cs typeface="Calibri"/>
            </a:endParaRPr>
          </a:p>
          <a:p>
            <a:pPr>
              <a:buNone/>
            </a:pPr>
            <a:r>
              <a:rPr lang="en-US" sz="1800" dirty="0">
                <a:latin typeface="Times New Roman"/>
                <a:ea typeface="+mn-lt"/>
                <a:cs typeface="+mn-lt"/>
              </a:rPr>
              <a:t>         def __</a:t>
            </a:r>
            <a:r>
              <a:rPr lang="en-US" sz="1800" dirty="0" err="1">
                <a:latin typeface="Times New Roman"/>
                <a:ea typeface="+mn-lt"/>
                <a:cs typeface="+mn-lt"/>
              </a:rPr>
              <a:t>repr</a:t>
            </a:r>
            <a:r>
              <a:rPr lang="en-US" sz="1800" dirty="0">
                <a:latin typeface="Times New Roman"/>
                <a:ea typeface="+mn-lt"/>
                <a:cs typeface="+mn-lt"/>
              </a:rPr>
              <a:t>__(self): </a:t>
            </a:r>
            <a:endParaRPr lang="en-US" sz="2800">
              <a:latin typeface="Times New Roman"/>
              <a:cs typeface="Calibri"/>
            </a:endParaRPr>
          </a:p>
          <a:p>
            <a:pPr>
              <a:buNone/>
            </a:pPr>
            <a:r>
              <a:rPr lang="en-US" sz="1800" dirty="0">
                <a:latin typeface="Times New Roman"/>
                <a:ea typeface="+mn-lt"/>
                <a:cs typeface="+mn-lt"/>
              </a:rPr>
              <a:t>                       return "2”</a:t>
            </a:r>
            <a:endParaRPr lang="en-US" sz="1800">
              <a:latin typeface="Times New Roman"/>
              <a:cs typeface="Calibri"/>
            </a:endParaRPr>
          </a:p>
          <a:p>
            <a:pPr>
              <a:buNone/>
            </a:pPr>
            <a:r>
              <a:rPr lang="en-US" sz="1800" dirty="0">
                <a:latin typeface="Times New Roman"/>
                <a:ea typeface="+mn-lt"/>
                <a:cs typeface="+mn-lt"/>
              </a:rPr>
              <a:t>class C(B): </a:t>
            </a:r>
            <a:endParaRPr lang="en-US" sz="2800">
              <a:latin typeface="Times New Roman"/>
              <a:cs typeface="Calibri"/>
            </a:endParaRPr>
          </a:p>
          <a:p>
            <a:pPr>
              <a:buNone/>
            </a:pPr>
            <a:r>
              <a:rPr lang="en-US" sz="1800" dirty="0">
                <a:latin typeface="Times New Roman"/>
                <a:ea typeface="+mn-lt"/>
                <a:cs typeface="+mn-lt"/>
              </a:rPr>
              <a:t>         def __</a:t>
            </a:r>
            <a:r>
              <a:rPr lang="en-US" sz="1800" dirty="0" err="1">
                <a:latin typeface="Times New Roman"/>
                <a:ea typeface="+mn-lt"/>
                <a:cs typeface="+mn-lt"/>
              </a:rPr>
              <a:t>repr</a:t>
            </a:r>
            <a:r>
              <a:rPr lang="en-US" sz="1800" dirty="0">
                <a:latin typeface="Times New Roman"/>
                <a:ea typeface="+mn-lt"/>
                <a:cs typeface="+mn-lt"/>
              </a:rPr>
              <a:t>__(self):                                      </a:t>
            </a:r>
            <a:r>
              <a:rPr lang="en-US" sz="2000" dirty="0">
                <a:solidFill>
                  <a:srgbClr val="0070C0"/>
                </a:solidFill>
                <a:latin typeface="Times New Roman"/>
                <a:ea typeface="+mn-lt"/>
                <a:cs typeface="+mn-lt"/>
              </a:rPr>
              <a:t>   </a:t>
            </a:r>
            <a:endParaRPr lang="en-US" sz="2000">
              <a:solidFill>
                <a:srgbClr val="0070C0"/>
              </a:solidFill>
              <a:latin typeface="Calibri"/>
              <a:cs typeface="Calibri"/>
            </a:endParaRPr>
          </a:p>
          <a:p>
            <a:pPr>
              <a:buNone/>
            </a:pPr>
            <a:r>
              <a:rPr lang="en-US" sz="1800" dirty="0">
                <a:latin typeface="Times New Roman"/>
                <a:ea typeface="+mn-lt"/>
                <a:cs typeface="+mn-lt"/>
              </a:rPr>
              <a:t>                       return "3" </a:t>
            </a:r>
            <a:endParaRPr lang="en-US" sz="2800">
              <a:latin typeface="Times New Roman"/>
              <a:cs typeface="Calibri"/>
            </a:endParaRPr>
          </a:p>
          <a:p>
            <a:pPr>
              <a:buNone/>
            </a:pPr>
            <a:r>
              <a:rPr lang="en-US" sz="1800" dirty="0">
                <a:latin typeface="Times New Roman"/>
                <a:ea typeface="+mn-lt"/>
                <a:cs typeface="+mn-lt"/>
              </a:rPr>
              <a:t>o1 = A() </a:t>
            </a:r>
            <a:endParaRPr lang="en-US" sz="2800">
              <a:latin typeface="Times New Roman"/>
              <a:cs typeface="Calibri"/>
            </a:endParaRPr>
          </a:p>
          <a:p>
            <a:pPr>
              <a:buNone/>
            </a:pPr>
            <a:r>
              <a:rPr lang="en-US" sz="1800" dirty="0">
                <a:latin typeface="Times New Roman"/>
                <a:ea typeface="+mn-lt"/>
                <a:cs typeface="+mn-lt"/>
              </a:rPr>
              <a:t>o2 = B() </a:t>
            </a:r>
            <a:endParaRPr lang="en-US" sz="2800">
              <a:latin typeface="Times New Roman"/>
              <a:cs typeface="Calibri"/>
            </a:endParaRPr>
          </a:p>
          <a:p>
            <a:pPr>
              <a:buNone/>
            </a:pPr>
            <a:r>
              <a:rPr lang="en-US" sz="1800" dirty="0">
                <a:latin typeface="Times New Roman"/>
                <a:ea typeface="+mn-lt"/>
                <a:cs typeface="+mn-lt"/>
              </a:rPr>
              <a:t>o3 = C() </a:t>
            </a:r>
            <a:endParaRPr lang="en-US" sz="2800">
              <a:latin typeface="Times New Roman"/>
              <a:cs typeface="Calibri"/>
            </a:endParaRPr>
          </a:p>
          <a:p>
            <a:pPr>
              <a:buNone/>
            </a:pPr>
            <a:r>
              <a:rPr lang="en-US" sz="1800" dirty="0">
                <a:latin typeface="Times New Roman"/>
                <a:ea typeface="+mn-lt"/>
                <a:cs typeface="+mn-lt"/>
              </a:rPr>
              <a:t>print(obj1, obj2, obj3)</a:t>
            </a:r>
            <a:endParaRPr lang="en-US" sz="1800">
              <a:latin typeface="Times New Roman"/>
              <a:cs typeface="Calibri"/>
            </a:endParaRPr>
          </a:p>
          <a:p>
            <a:pPr>
              <a:buNone/>
            </a:pPr>
            <a:r>
              <a:rPr lang="en-US" sz="1800" dirty="0">
                <a:latin typeface="Times New Roman"/>
                <a:ea typeface="+mn-lt"/>
                <a:cs typeface="+mn-lt"/>
              </a:rPr>
              <a:t>      a) 1 1 1</a:t>
            </a:r>
            <a:br>
              <a:rPr lang="en-US" sz="1800">
                <a:latin typeface="Times New Roman"/>
                <a:ea typeface="+mn-lt"/>
                <a:cs typeface="+mn-lt"/>
              </a:rPr>
            </a:br>
            <a:r>
              <a:rPr lang="en-US" sz="1800" dirty="0">
                <a:latin typeface="Times New Roman"/>
                <a:ea typeface="+mn-lt"/>
                <a:cs typeface="+mn-lt"/>
              </a:rPr>
              <a:t> b) 1 2 3</a:t>
            </a:r>
            <a:br>
              <a:rPr lang="en-US" sz="1800">
                <a:latin typeface="Times New Roman"/>
                <a:ea typeface="+mn-lt"/>
                <a:cs typeface="+mn-lt"/>
              </a:rPr>
            </a:br>
            <a:r>
              <a:rPr lang="en-US" sz="1800" dirty="0">
                <a:latin typeface="Times New Roman"/>
                <a:ea typeface="+mn-lt"/>
                <a:cs typeface="+mn-lt"/>
              </a:rPr>
              <a:t> c) ‘1’ ‘1’ ‘1’</a:t>
            </a:r>
            <a:br>
              <a:rPr lang="en-US" sz="1800">
                <a:latin typeface="Times New Roman"/>
                <a:ea typeface="+mn-lt"/>
                <a:cs typeface="+mn-lt"/>
              </a:rPr>
            </a:br>
            <a:r>
              <a:rPr lang="en-US" sz="1800" dirty="0">
                <a:latin typeface="Times New Roman"/>
                <a:ea typeface="+mn-lt"/>
                <a:cs typeface="+mn-lt"/>
              </a:rPr>
              <a:t> d) An exception is thrown</a:t>
            </a:r>
            <a:endParaRPr lang="en-US" sz="1800" dirty="0">
              <a:latin typeface="Times New Roman"/>
            </a:endParaRPr>
          </a:p>
          <a:p>
            <a:pPr>
              <a:buNone/>
            </a:pPr>
            <a:endParaRPr lang="en-US" sz="2000">
              <a:cs typeface="Calibri"/>
            </a:endParaRPr>
          </a:p>
          <a:p>
            <a:pPr>
              <a:buNone/>
            </a:pPr>
            <a:endParaRPr lang="en-US" sz="2000" b="1">
              <a:latin typeface="Times New Roman"/>
              <a:cs typeface="Calibri"/>
            </a:endParaRPr>
          </a:p>
          <a:p>
            <a:pPr>
              <a:buNone/>
            </a:pPr>
            <a:endParaRPr lang="en-US" sz="2400">
              <a:latin typeface="Times New Roman"/>
              <a:cs typeface="Calibri"/>
            </a:endParaRPr>
          </a:p>
          <a:p>
            <a:pPr marL="0" indent="0">
              <a:buFont typeface="Arial" panose="020B0604020202020204" pitchFamily="34" charset="0"/>
              <a:buNone/>
            </a:pPr>
            <a:endParaRPr lang="en-US" altLang="en-US">
              <a:solidFill>
                <a:srgbClr val="FF0000"/>
              </a:solidFill>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1794F0D0-1BF4-43BA-A65B-6732A6AEF2B5}"/>
              </a:ext>
            </a:extLst>
          </p:cNvPr>
          <p:cNvSpPr>
            <a:spLocks noGrp="1"/>
          </p:cNvSpPr>
          <p:nvPr>
            <p:ph type="dt" sz="quarter" idx="10"/>
          </p:nvPr>
        </p:nvSpPr>
        <p:spPr/>
        <p:txBody>
          <a:bodyPr/>
          <a:lstStyle/>
          <a:p>
            <a:pPr>
              <a:defRPr/>
            </a:pPr>
            <a:fld id="{D35B1EA0-A5F2-4A4B-87C7-53981AECB965}" type="datetime1">
              <a:rPr lang="en-US" smtClean="0"/>
              <a:pPr>
                <a:defRPr/>
              </a:pPr>
              <a:t>5/17/2022</a:t>
            </a:fld>
            <a:endParaRPr lang="en-US"/>
          </a:p>
        </p:txBody>
      </p:sp>
      <p:sp>
        <p:nvSpPr>
          <p:cNvPr id="5" name="Footer Placeholder 4">
            <a:extLst>
              <a:ext uri="{FF2B5EF4-FFF2-40B4-BE49-F238E27FC236}">
                <a16:creationId xmlns:a16="http://schemas.microsoft.com/office/drawing/2014/main" id="{FCE3826C-C702-4B15-A923-63D40AB15B67}"/>
              </a:ext>
            </a:extLst>
          </p:cNvPr>
          <p:cNvSpPr>
            <a:spLocks noGrp="1"/>
          </p:cNvSpPr>
          <p:nvPr>
            <p:ph type="ftr" sz="quarter" idx="11"/>
          </p:nvPr>
        </p:nvSpPr>
        <p:spPr>
          <a:xfrm>
            <a:off x="2895600" y="6324600"/>
            <a:ext cx="6858000" cy="365125"/>
          </a:xfrm>
        </p:spPr>
        <p:txBody>
          <a:bodyPr/>
          <a:lstStyle/>
          <a:p>
            <a:pPr>
              <a:defRPr/>
            </a:pPr>
            <a:r>
              <a:rPr lang="en-US" dirty="0"/>
              <a:t>(Programming in Advanced Python)                                 Unit No:2</a:t>
            </a:r>
          </a:p>
        </p:txBody>
      </p:sp>
      <p:sp>
        <p:nvSpPr>
          <p:cNvPr id="99333" name="Slide Number Placeholder 5">
            <a:extLst>
              <a:ext uri="{FF2B5EF4-FFF2-40B4-BE49-F238E27FC236}">
                <a16:creationId xmlns:a16="http://schemas.microsoft.com/office/drawing/2014/main" id="{BC6DAEB2-CFBA-437A-8368-E34936CD0AF2}"/>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9365341D-D568-44AB-BABB-9B038BFF5C28}" type="slidenum">
              <a:rPr lang="en-US" altLang="en-US" sz="1200" dirty="0">
                <a:solidFill>
                  <a:srgbClr val="898989"/>
                </a:solidFill>
              </a:rPr>
              <a:pPr>
                <a:spcBef>
                  <a:spcPct val="0"/>
                </a:spcBef>
                <a:buFontTx/>
                <a:buNone/>
              </a:pPr>
              <a:t>140</a:t>
            </a:fld>
            <a:endParaRPr lang="en-US" altLang="en-US" sz="1200">
              <a:solidFill>
                <a:srgbClr val="898989"/>
              </a:solidFill>
            </a:endParaRPr>
          </a:p>
        </p:txBody>
      </p:sp>
      <p:sp>
        <p:nvSpPr>
          <p:cNvPr id="7" name="Title 1">
            <a:extLst>
              <a:ext uri="{FF2B5EF4-FFF2-40B4-BE49-F238E27FC236}">
                <a16:creationId xmlns:a16="http://schemas.microsoft.com/office/drawing/2014/main" id="{60E4BC4A-B89F-429F-884A-EAD16AB78B05}"/>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lIns="91440" tIns="45720" rIns="91440" bIns="45720" anchor="ctr"/>
          <a:lstStyle/>
          <a:p>
            <a:pPr algn="ctr" eaLnBrk="1" fontAlgn="auto" hangingPunct="1">
              <a:spcAft>
                <a:spcPts val="0"/>
              </a:spcAft>
              <a:defRPr/>
            </a:pPr>
            <a:r>
              <a:rPr lang="en-US" sz="3200" b="1" dirty="0">
                <a:latin typeface="Times New Roman"/>
                <a:cs typeface="Times New Roman"/>
              </a:rPr>
              <a:t>Daily Quiz</a:t>
            </a:r>
            <a:endParaRPr lang="en-US" sz="3200" b="1"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BFB91327-7AC2-4016-BC88-E99D1686D305}"/>
              </a:ext>
            </a:extLst>
          </p:cNvPr>
          <p:cNvSpPr txBox="1"/>
          <p:nvPr/>
        </p:nvSpPr>
        <p:spPr>
          <a:xfrm>
            <a:off x="4724400" y="3200400"/>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solidFill>
                  <a:srgbClr val="0070C0"/>
                </a:solidFill>
                <a:latin typeface="Calibri"/>
                <a:cs typeface="Calibri"/>
              </a:rPr>
              <a:t>Answer: b</a:t>
            </a:r>
            <a:endParaRPr lang="en-US" sz="2000" dirty="0"/>
          </a:p>
        </p:txBody>
      </p:sp>
    </p:spTree>
    <p:extLst>
      <p:ext uri="{BB962C8B-B14F-4D97-AF65-F5344CB8AC3E}">
        <p14:creationId xmlns:p14="http://schemas.microsoft.com/office/powerpoint/2010/main" val="29710127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7410">
                                            <p:txEl>
                                              <p:pRg st="0" end="0"/>
                                            </p:txEl>
                                          </p:spTgt>
                                        </p:tgtEl>
                                        <p:attrNameLst>
                                          <p:attrName>style.visibility</p:attrName>
                                        </p:attrNameLst>
                                      </p:cBhvr>
                                      <p:to>
                                        <p:strVal val="visible"/>
                                      </p:to>
                                    </p:set>
                                    <p:animEffect transition="in" filter="blinds(horizontal)">
                                      <p:cBhvr>
                                        <p:cTn id="7" dur="500"/>
                                        <p:tgtEl>
                                          <p:spTgt spid="1741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7410">
                                            <p:txEl>
                                              <p:pRg st="1" end="1"/>
                                            </p:txEl>
                                          </p:spTgt>
                                        </p:tgtEl>
                                        <p:attrNameLst>
                                          <p:attrName>style.visibility</p:attrName>
                                        </p:attrNameLst>
                                      </p:cBhvr>
                                      <p:to>
                                        <p:strVal val="visible"/>
                                      </p:to>
                                    </p:set>
                                    <p:animEffect transition="in" filter="blinds(horizontal)">
                                      <p:cBhvr>
                                        <p:cTn id="12" dur="500"/>
                                        <p:tgtEl>
                                          <p:spTgt spid="1741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7410">
                                            <p:txEl>
                                              <p:pRg st="2" end="2"/>
                                            </p:txEl>
                                          </p:spTgt>
                                        </p:tgtEl>
                                        <p:attrNameLst>
                                          <p:attrName>style.visibility</p:attrName>
                                        </p:attrNameLst>
                                      </p:cBhvr>
                                      <p:to>
                                        <p:strVal val="visible"/>
                                      </p:to>
                                    </p:set>
                                    <p:animEffect transition="in" filter="blinds(horizontal)">
                                      <p:cBhvr>
                                        <p:cTn id="17" dur="500"/>
                                        <p:tgtEl>
                                          <p:spTgt spid="1741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7410">
                                            <p:txEl>
                                              <p:pRg st="3" end="3"/>
                                            </p:txEl>
                                          </p:spTgt>
                                        </p:tgtEl>
                                        <p:attrNameLst>
                                          <p:attrName>style.visibility</p:attrName>
                                        </p:attrNameLst>
                                      </p:cBhvr>
                                      <p:to>
                                        <p:strVal val="visible"/>
                                      </p:to>
                                    </p:set>
                                    <p:animEffect transition="in" filter="blinds(horizontal)">
                                      <p:cBhvr>
                                        <p:cTn id="22" dur="500"/>
                                        <p:tgtEl>
                                          <p:spTgt spid="17410">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7410">
                                            <p:txEl>
                                              <p:pRg st="4" end="4"/>
                                            </p:txEl>
                                          </p:spTgt>
                                        </p:tgtEl>
                                        <p:attrNameLst>
                                          <p:attrName>style.visibility</p:attrName>
                                        </p:attrNameLst>
                                      </p:cBhvr>
                                      <p:to>
                                        <p:strVal val="visible"/>
                                      </p:to>
                                    </p:set>
                                    <p:animEffect transition="in" filter="blinds(horizontal)">
                                      <p:cBhvr>
                                        <p:cTn id="27" dur="500"/>
                                        <p:tgtEl>
                                          <p:spTgt spid="17410">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7410">
                                            <p:txEl>
                                              <p:pRg st="5" end="5"/>
                                            </p:txEl>
                                          </p:spTgt>
                                        </p:tgtEl>
                                        <p:attrNameLst>
                                          <p:attrName>style.visibility</p:attrName>
                                        </p:attrNameLst>
                                      </p:cBhvr>
                                      <p:to>
                                        <p:strVal val="visible"/>
                                      </p:to>
                                    </p:set>
                                    <p:animEffect transition="in" filter="blinds(horizontal)">
                                      <p:cBhvr>
                                        <p:cTn id="32" dur="500"/>
                                        <p:tgtEl>
                                          <p:spTgt spid="17410">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7410">
                                            <p:txEl>
                                              <p:pRg st="6" end="6"/>
                                            </p:txEl>
                                          </p:spTgt>
                                        </p:tgtEl>
                                        <p:attrNameLst>
                                          <p:attrName>style.visibility</p:attrName>
                                        </p:attrNameLst>
                                      </p:cBhvr>
                                      <p:to>
                                        <p:strVal val="visible"/>
                                      </p:to>
                                    </p:set>
                                    <p:animEffect transition="in" filter="blinds(horizontal)">
                                      <p:cBhvr>
                                        <p:cTn id="37" dur="500"/>
                                        <p:tgtEl>
                                          <p:spTgt spid="17410">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7410">
                                            <p:txEl>
                                              <p:pRg st="7" end="7"/>
                                            </p:txEl>
                                          </p:spTgt>
                                        </p:tgtEl>
                                        <p:attrNameLst>
                                          <p:attrName>style.visibility</p:attrName>
                                        </p:attrNameLst>
                                      </p:cBhvr>
                                      <p:to>
                                        <p:strVal val="visible"/>
                                      </p:to>
                                    </p:set>
                                    <p:animEffect transition="in" filter="blinds(horizontal)">
                                      <p:cBhvr>
                                        <p:cTn id="42" dur="500"/>
                                        <p:tgtEl>
                                          <p:spTgt spid="17410">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17410">
                                            <p:txEl>
                                              <p:pRg st="8" end="8"/>
                                            </p:txEl>
                                          </p:spTgt>
                                        </p:tgtEl>
                                        <p:attrNameLst>
                                          <p:attrName>style.visibility</p:attrName>
                                        </p:attrNameLst>
                                      </p:cBhvr>
                                      <p:to>
                                        <p:strVal val="visible"/>
                                      </p:to>
                                    </p:set>
                                    <p:animEffect transition="in" filter="blinds(horizontal)">
                                      <p:cBhvr>
                                        <p:cTn id="47" dur="500"/>
                                        <p:tgtEl>
                                          <p:spTgt spid="17410">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17410">
                                            <p:txEl>
                                              <p:pRg st="9" end="9"/>
                                            </p:txEl>
                                          </p:spTgt>
                                        </p:tgtEl>
                                        <p:attrNameLst>
                                          <p:attrName>style.visibility</p:attrName>
                                        </p:attrNameLst>
                                      </p:cBhvr>
                                      <p:to>
                                        <p:strVal val="visible"/>
                                      </p:to>
                                    </p:set>
                                    <p:animEffect transition="in" filter="blinds(horizontal)">
                                      <p:cBhvr>
                                        <p:cTn id="52" dur="500"/>
                                        <p:tgtEl>
                                          <p:spTgt spid="17410">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17410">
                                            <p:txEl>
                                              <p:pRg st="10" end="10"/>
                                            </p:txEl>
                                          </p:spTgt>
                                        </p:tgtEl>
                                        <p:attrNameLst>
                                          <p:attrName>style.visibility</p:attrName>
                                        </p:attrNameLst>
                                      </p:cBhvr>
                                      <p:to>
                                        <p:strVal val="visible"/>
                                      </p:to>
                                    </p:set>
                                    <p:animEffect transition="in" filter="blinds(horizontal)">
                                      <p:cBhvr>
                                        <p:cTn id="57" dur="500"/>
                                        <p:tgtEl>
                                          <p:spTgt spid="17410">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17410">
                                            <p:txEl>
                                              <p:pRg st="11" end="11"/>
                                            </p:txEl>
                                          </p:spTgt>
                                        </p:tgtEl>
                                        <p:attrNameLst>
                                          <p:attrName>style.visibility</p:attrName>
                                        </p:attrNameLst>
                                      </p:cBhvr>
                                      <p:to>
                                        <p:strVal val="visible"/>
                                      </p:to>
                                    </p:set>
                                    <p:animEffect transition="in" filter="blinds(horizontal)">
                                      <p:cBhvr>
                                        <p:cTn id="62" dur="500"/>
                                        <p:tgtEl>
                                          <p:spTgt spid="17410">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17410">
                                            <p:txEl>
                                              <p:pRg st="12" end="12"/>
                                            </p:txEl>
                                          </p:spTgt>
                                        </p:tgtEl>
                                        <p:attrNameLst>
                                          <p:attrName>style.visibility</p:attrName>
                                        </p:attrNameLst>
                                      </p:cBhvr>
                                      <p:to>
                                        <p:strVal val="visible"/>
                                      </p:to>
                                    </p:set>
                                    <p:animEffect transition="in" filter="blinds(horizontal)">
                                      <p:cBhvr>
                                        <p:cTn id="67" dur="500"/>
                                        <p:tgtEl>
                                          <p:spTgt spid="17410">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17410">
                                            <p:txEl>
                                              <p:pRg st="13" end="13"/>
                                            </p:txEl>
                                          </p:spTgt>
                                        </p:tgtEl>
                                        <p:attrNameLst>
                                          <p:attrName>style.visibility</p:attrName>
                                        </p:attrNameLst>
                                      </p:cBhvr>
                                      <p:to>
                                        <p:strVal val="visible"/>
                                      </p:to>
                                    </p:set>
                                    <p:animEffect transition="in" filter="blinds(horizontal)">
                                      <p:cBhvr>
                                        <p:cTn id="72" dur="500"/>
                                        <p:tgtEl>
                                          <p:spTgt spid="17410">
                                            <p:txEl>
                                              <p:pRg st="13" end="13"/>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grpId="0" nodeType="clickEffect">
                                  <p:stCondLst>
                                    <p:cond delay="0"/>
                                  </p:stCondLst>
                                  <p:childTnLst>
                                    <p:set>
                                      <p:cBhvr>
                                        <p:cTn id="76" dur="1" fill="hold">
                                          <p:stCondLst>
                                            <p:cond delay="0"/>
                                          </p:stCondLst>
                                        </p:cTn>
                                        <p:tgtEl>
                                          <p:spTgt spid="17410">
                                            <p:txEl>
                                              <p:pRg st="14" end="14"/>
                                            </p:txEl>
                                          </p:spTgt>
                                        </p:tgtEl>
                                        <p:attrNameLst>
                                          <p:attrName>style.visibility</p:attrName>
                                        </p:attrNameLst>
                                      </p:cBhvr>
                                      <p:to>
                                        <p:strVal val="visible"/>
                                      </p:to>
                                    </p:set>
                                    <p:animEffect transition="in" filter="blinds(horizontal)">
                                      <p:cBhvr>
                                        <p:cTn id="77" dur="500"/>
                                        <p:tgtEl>
                                          <p:spTgt spid="17410">
                                            <p:txEl>
                                              <p:pRg st="14" end="14"/>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2" presetClass="entr" presetSubtype="4" fill="hold" grpId="0" nodeType="clickEffect">
                                  <p:stCondLst>
                                    <p:cond delay="0"/>
                                  </p:stCondLst>
                                  <p:childTnLst>
                                    <p:set>
                                      <p:cBhvr>
                                        <p:cTn id="81" dur="1" fill="hold">
                                          <p:stCondLst>
                                            <p:cond delay="0"/>
                                          </p:stCondLst>
                                        </p:cTn>
                                        <p:tgtEl>
                                          <p:spTgt spid="2"/>
                                        </p:tgtEl>
                                        <p:attrNameLst>
                                          <p:attrName>style.visibility</p:attrName>
                                        </p:attrNameLst>
                                      </p:cBhvr>
                                      <p:to>
                                        <p:strVal val="visible"/>
                                      </p:to>
                                    </p:set>
                                    <p:anim calcmode="lin" valueType="num">
                                      <p:cBhvr additive="base">
                                        <p:cTn id="82" dur="500" fill="hold"/>
                                        <p:tgtEl>
                                          <p:spTgt spid="2"/>
                                        </p:tgtEl>
                                        <p:attrNameLst>
                                          <p:attrName>ppt_x</p:attrName>
                                        </p:attrNameLst>
                                      </p:cBhvr>
                                      <p:tavLst>
                                        <p:tav tm="0">
                                          <p:val>
                                            <p:strVal val="#ppt_x"/>
                                          </p:val>
                                        </p:tav>
                                        <p:tav tm="100000">
                                          <p:val>
                                            <p:strVal val="#ppt_x"/>
                                          </p:val>
                                        </p:tav>
                                      </p:tavLst>
                                    </p:anim>
                                    <p:anim calcmode="lin" valueType="num">
                                      <p:cBhvr additive="base">
                                        <p:cTn id="83"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0" grpId="0" build="p"/>
      <p:bldP spid="2" grpId="0"/>
    </p:bld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Content Placeholder 2">
            <a:extLst>
              <a:ext uri="{FF2B5EF4-FFF2-40B4-BE49-F238E27FC236}">
                <a16:creationId xmlns:a16="http://schemas.microsoft.com/office/drawing/2014/main" id="{65316CFA-691A-46F9-9D76-515E8E0EB693}"/>
              </a:ext>
            </a:extLst>
          </p:cNvPr>
          <p:cNvSpPr>
            <a:spLocks noGrp="1"/>
          </p:cNvSpPr>
          <p:nvPr>
            <p:ph idx="1"/>
          </p:nvPr>
        </p:nvSpPr>
        <p:spPr>
          <a:xfrm>
            <a:off x="1513936" y="789438"/>
            <a:ext cx="10377577" cy="5540883"/>
          </a:xfrm>
        </p:spPr>
        <p:txBody>
          <a:bodyPr/>
          <a:lstStyle/>
          <a:p>
            <a:pPr marL="0" indent="0" algn="just" eaLnBrk="1" hangingPunct="1">
              <a:buNone/>
            </a:pPr>
            <a:r>
              <a:rPr lang="en-US" altLang="en-US" sz="2000" dirty="0">
                <a:latin typeface="Times New Roman"/>
                <a:cs typeface="Times New Roman"/>
              </a:rPr>
              <a:t>Q1. What is the output of following python code? </a:t>
            </a:r>
            <a:endParaRPr lang="en-US" sz="2000">
              <a:latin typeface="Times New Roman"/>
              <a:cs typeface="Calibri"/>
            </a:endParaRPr>
          </a:p>
          <a:p>
            <a:pPr marL="0" indent="0">
              <a:buNone/>
            </a:pPr>
            <a:r>
              <a:rPr lang="en-US" sz="2000" b="1" dirty="0">
                <a:latin typeface="Times New Roman"/>
                <a:cs typeface="Times New Roman"/>
              </a:rPr>
              <a:t>class</a:t>
            </a:r>
            <a:r>
              <a:rPr lang="en-US" sz="2000" dirty="0">
                <a:latin typeface="Times New Roman"/>
                <a:ea typeface="+mn-lt"/>
                <a:cs typeface="+mn-lt"/>
              </a:rPr>
              <a:t> </a:t>
            </a:r>
            <a:r>
              <a:rPr lang="en-US" sz="2000" dirty="0">
                <a:latin typeface="Times New Roman"/>
                <a:cs typeface="Times New Roman"/>
              </a:rPr>
              <a:t>Parent():  </a:t>
            </a:r>
            <a:endParaRPr lang="en-US" sz="2000">
              <a:latin typeface="Times New Roman"/>
              <a:cs typeface="Calibri"/>
            </a:endParaRPr>
          </a:p>
          <a:p>
            <a:pPr>
              <a:buNone/>
            </a:pPr>
            <a:r>
              <a:rPr lang="en-US" sz="2000" dirty="0">
                <a:latin typeface="Times New Roman"/>
                <a:cs typeface="Times New Roman"/>
              </a:rPr>
              <a:t>    </a:t>
            </a:r>
            <a:r>
              <a:rPr lang="en-US" sz="2000" b="1" dirty="0">
                <a:latin typeface="Times New Roman"/>
                <a:cs typeface="Times New Roman"/>
              </a:rPr>
              <a:t>def</a:t>
            </a:r>
            <a:r>
              <a:rPr lang="en-US" sz="2000" dirty="0">
                <a:latin typeface="Times New Roman"/>
                <a:ea typeface="+mn-lt"/>
                <a:cs typeface="+mn-lt"/>
              </a:rPr>
              <a:t> </a:t>
            </a:r>
            <a:r>
              <a:rPr lang="en-US" sz="2000" dirty="0">
                <a:latin typeface="Times New Roman"/>
                <a:cs typeface="Times New Roman"/>
              </a:rPr>
              <a:t>__</a:t>
            </a:r>
            <a:r>
              <a:rPr lang="en-US" sz="2000" dirty="0" err="1">
                <a:latin typeface="Times New Roman"/>
                <a:cs typeface="Times New Roman"/>
              </a:rPr>
              <a:t>init</a:t>
            </a:r>
            <a:r>
              <a:rPr lang="en-US" sz="2000" dirty="0">
                <a:latin typeface="Times New Roman"/>
                <a:cs typeface="Times New Roman"/>
              </a:rPr>
              <a:t>__(self): </a:t>
            </a:r>
            <a:endParaRPr lang="en-US" sz="2000">
              <a:latin typeface="Times New Roman"/>
              <a:cs typeface="Calibri"/>
            </a:endParaRPr>
          </a:p>
          <a:p>
            <a:pPr>
              <a:buNone/>
            </a:pPr>
            <a:r>
              <a:rPr lang="en-US" sz="2000" dirty="0">
                <a:latin typeface="Times New Roman"/>
                <a:cs typeface="Times New Roman"/>
              </a:rPr>
              <a:t>        </a:t>
            </a:r>
            <a:r>
              <a:rPr lang="en-US" sz="2000" dirty="0" err="1">
                <a:latin typeface="Times New Roman"/>
                <a:cs typeface="Times New Roman"/>
              </a:rPr>
              <a:t>self.value</a:t>
            </a:r>
            <a:r>
              <a:rPr lang="en-US" sz="2000" dirty="0">
                <a:latin typeface="Times New Roman"/>
                <a:cs typeface="Times New Roman"/>
              </a:rPr>
              <a:t> </a:t>
            </a:r>
            <a:r>
              <a:rPr lang="en-US" sz="2000" b="1" dirty="0">
                <a:latin typeface="Times New Roman"/>
                <a:cs typeface="Times New Roman"/>
              </a:rPr>
              <a:t>=</a:t>
            </a:r>
            <a:r>
              <a:rPr lang="en-US" sz="2000" dirty="0">
                <a:latin typeface="Times New Roman"/>
                <a:ea typeface="+mn-lt"/>
                <a:cs typeface="+mn-lt"/>
              </a:rPr>
              <a:t> </a:t>
            </a:r>
            <a:r>
              <a:rPr lang="en-US" sz="2000" dirty="0">
                <a:latin typeface="Times New Roman"/>
                <a:cs typeface="Times New Roman"/>
              </a:rPr>
              <a:t>"Inside Parent"</a:t>
            </a:r>
            <a:endParaRPr lang="en-US" sz="2000">
              <a:latin typeface="Times New Roman"/>
              <a:cs typeface="Calibri"/>
            </a:endParaRPr>
          </a:p>
          <a:p>
            <a:pPr>
              <a:buNone/>
            </a:pPr>
            <a:r>
              <a:rPr lang="en-US" sz="2000" dirty="0">
                <a:latin typeface="Times New Roman"/>
                <a:cs typeface="Times New Roman"/>
              </a:rPr>
              <a:t>    </a:t>
            </a:r>
            <a:r>
              <a:rPr lang="en-US" sz="2000" b="1" dirty="0">
                <a:latin typeface="Times New Roman"/>
                <a:cs typeface="Times New Roman"/>
              </a:rPr>
              <a:t>def</a:t>
            </a:r>
            <a:r>
              <a:rPr lang="en-US" sz="2000" dirty="0">
                <a:latin typeface="Times New Roman"/>
                <a:ea typeface="+mn-lt"/>
                <a:cs typeface="+mn-lt"/>
              </a:rPr>
              <a:t> </a:t>
            </a:r>
            <a:r>
              <a:rPr lang="en-US" sz="2000" dirty="0">
                <a:latin typeface="Times New Roman"/>
                <a:cs typeface="Times New Roman"/>
              </a:rPr>
              <a:t>show(self): </a:t>
            </a:r>
            <a:endParaRPr lang="en-US" sz="2000">
              <a:latin typeface="Times New Roman"/>
              <a:cs typeface="Calibri"/>
            </a:endParaRPr>
          </a:p>
          <a:p>
            <a:pPr>
              <a:buNone/>
            </a:pPr>
            <a:r>
              <a:rPr lang="en-US" sz="2000" dirty="0">
                <a:latin typeface="Times New Roman"/>
                <a:cs typeface="Times New Roman"/>
              </a:rPr>
              <a:t>        print(</a:t>
            </a:r>
            <a:r>
              <a:rPr lang="en-US" sz="2000" dirty="0" err="1">
                <a:latin typeface="Times New Roman"/>
                <a:cs typeface="Times New Roman"/>
              </a:rPr>
              <a:t>self.value</a:t>
            </a:r>
            <a:r>
              <a:rPr lang="en-US" sz="2000" dirty="0">
                <a:latin typeface="Times New Roman"/>
                <a:cs typeface="Times New Roman"/>
              </a:rPr>
              <a:t>) </a:t>
            </a:r>
            <a:endParaRPr lang="en-US" sz="2000">
              <a:latin typeface="Times New Roman"/>
              <a:cs typeface="Calibri"/>
            </a:endParaRPr>
          </a:p>
          <a:p>
            <a:pPr>
              <a:buNone/>
            </a:pPr>
            <a:r>
              <a:rPr lang="en-US" sz="2000" b="1" dirty="0">
                <a:latin typeface="Times New Roman"/>
                <a:cs typeface="Times New Roman"/>
              </a:rPr>
              <a:t>class</a:t>
            </a:r>
            <a:r>
              <a:rPr lang="en-US" sz="2000" dirty="0">
                <a:latin typeface="Times New Roman"/>
                <a:ea typeface="+mn-lt"/>
                <a:cs typeface="+mn-lt"/>
              </a:rPr>
              <a:t> </a:t>
            </a:r>
            <a:r>
              <a:rPr lang="en-US" sz="2000" dirty="0">
                <a:latin typeface="Times New Roman"/>
                <a:cs typeface="Times New Roman"/>
              </a:rPr>
              <a:t>Child(Parent): </a:t>
            </a:r>
            <a:endParaRPr lang="en-US" sz="2000">
              <a:latin typeface="Times New Roman"/>
              <a:cs typeface="Calibri"/>
            </a:endParaRPr>
          </a:p>
          <a:p>
            <a:pPr>
              <a:buNone/>
            </a:pPr>
            <a:r>
              <a:rPr lang="en-US" sz="2000" dirty="0">
                <a:latin typeface="Times New Roman"/>
                <a:cs typeface="Times New Roman"/>
              </a:rPr>
              <a:t>    </a:t>
            </a:r>
            <a:r>
              <a:rPr lang="en-US" sz="2000" b="1" dirty="0">
                <a:latin typeface="Times New Roman"/>
                <a:cs typeface="Times New Roman"/>
              </a:rPr>
              <a:t>def</a:t>
            </a:r>
            <a:r>
              <a:rPr lang="en-US" sz="2000" dirty="0">
                <a:latin typeface="Times New Roman"/>
                <a:ea typeface="+mn-lt"/>
                <a:cs typeface="+mn-lt"/>
              </a:rPr>
              <a:t> </a:t>
            </a:r>
            <a:r>
              <a:rPr lang="en-US" sz="2000" dirty="0">
                <a:latin typeface="Times New Roman"/>
                <a:cs typeface="Times New Roman"/>
              </a:rPr>
              <a:t>__</a:t>
            </a:r>
            <a:r>
              <a:rPr lang="en-US" sz="2000" dirty="0" err="1">
                <a:latin typeface="Times New Roman"/>
                <a:cs typeface="Times New Roman"/>
              </a:rPr>
              <a:t>init</a:t>
            </a:r>
            <a:r>
              <a:rPr lang="en-US" sz="2000" dirty="0">
                <a:latin typeface="Times New Roman"/>
                <a:cs typeface="Times New Roman"/>
              </a:rPr>
              <a:t>__(self): </a:t>
            </a:r>
            <a:endParaRPr lang="en-US" sz="2000">
              <a:latin typeface="Times New Roman"/>
              <a:cs typeface="Calibri"/>
            </a:endParaRPr>
          </a:p>
          <a:p>
            <a:pPr>
              <a:buNone/>
            </a:pPr>
            <a:r>
              <a:rPr lang="en-US" sz="2000" dirty="0">
                <a:latin typeface="Times New Roman"/>
                <a:cs typeface="Times New Roman"/>
              </a:rPr>
              <a:t>        </a:t>
            </a:r>
            <a:r>
              <a:rPr lang="en-US" sz="2000" dirty="0" err="1">
                <a:latin typeface="Times New Roman"/>
                <a:cs typeface="Times New Roman"/>
              </a:rPr>
              <a:t>self.value</a:t>
            </a:r>
            <a:r>
              <a:rPr lang="en-US" sz="2000" dirty="0">
                <a:latin typeface="Times New Roman"/>
                <a:cs typeface="Times New Roman"/>
              </a:rPr>
              <a:t> </a:t>
            </a:r>
            <a:r>
              <a:rPr lang="en-US" sz="2000" b="1" dirty="0">
                <a:latin typeface="Times New Roman"/>
                <a:cs typeface="Times New Roman"/>
              </a:rPr>
              <a:t>=</a:t>
            </a:r>
            <a:r>
              <a:rPr lang="en-US" sz="2000" dirty="0">
                <a:latin typeface="Times New Roman"/>
                <a:ea typeface="+mn-lt"/>
                <a:cs typeface="+mn-lt"/>
              </a:rPr>
              <a:t> </a:t>
            </a:r>
            <a:r>
              <a:rPr lang="en-US" sz="2000" dirty="0">
                <a:latin typeface="Times New Roman"/>
                <a:cs typeface="Times New Roman"/>
              </a:rPr>
              <a:t>"Inside Child" </a:t>
            </a:r>
            <a:endParaRPr lang="en-US" sz="2000">
              <a:latin typeface="Times New Roman"/>
              <a:cs typeface="Calibri"/>
            </a:endParaRPr>
          </a:p>
          <a:p>
            <a:pPr>
              <a:buNone/>
            </a:pPr>
            <a:r>
              <a:rPr lang="en-US" sz="2000" dirty="0">
                <a:latin typeface="Times New Roman"/>
                <a:cs typeface="Times New Roman"/>
              </a:rPr>
              <a:t>    </a:t>
            </a:r>
            <a:r>
              <a:rPr lang="en-US" sz="2000" b="1" dirty="0">
                <a:latin typeface="Times New Roman"/>
                <a:cs typeface="Times New Roman"/>
              </a:rPr>
              <a:t>def</a:t>
            </a:r>
            <a:r>
              <a:rPr lang="en-US" sz="2000" dirty="0">
                <a:latin typeface="Times New Roman"/>
                <a:ea typeface="+mn-lt"/>
                <a:cs typeface="+mn-lt"/>
              </a:rPr>
              <a:t> </a:t>
            </a:r>
            <a:r>
              <a:rPr lang="en-US" sz="2000" dirty="0">
                <a:latin typeface="Times New Roman"/>
                <a:cs typeface="Times New Roman"/>
              </a:rPr>
              <a:t>show(self): </a:t>
            </a:r>
            <a:endParaRPr lang="en-US" sz="2000">
              <a:latin typeface="Times New Roman"/>
              <a:cs typeface="Calibri"/>
            </a:endParaRPr>
          </a:p>
          <a:p>
            <a:pPr>
              <a:buNone/>
            </a:pPr>
            <a:r>
              <a:rPr lang="en-US" sz="2000" dirty="0">
                <a:latin typeface="Times New Roman"/>
                <a:cs typeface="Times New Roman"/>
              </a:rPr>
              <a:t>        </a:t>
            </a:r>
            <a:r>
              <a:rPr lang="en-US" sz="2000" b="1" dirty="0">
                <a:latin typeface="Times New Roman"/>
                <a:cs typeface="Times New Roman"/>
              </a:rPr>
              <a:t>print</a:t>
            </a:r>
            <a:r>
              <a:rPr lang="en-US" sz="2000" dirty="0">
                <a:latin typeface="Times New Roman"/>
                <a:cs typeface="Times New Roman"/>
              </a:rPr>
              <a:t>(</a:t>
            </a:r>
            <a:r>
              <a:rPr lang="en-US" sz="2000" dirty="0" err="1">
                <a:latin typeface="Times New Roman"/>
                <a:cs typeface="Times New Roman"/>
              </a:rPr>
              <a:t>self.value</a:t>
            </a:r>
            <a:r>
              <a:rPr lang="en-US" sz="2000" dirty="0">
                <a:latin typeface="Times New Roman"/>
                <a:cs typeface="Times New Roman"/>
              </a:rPr>
              <a:t>)</a:t>
            </a:r>
            <a:endParaRPr lang="en-US" sz="2000">
              <a:latin typeface="Times New Roman"/>
              <a:cs typeface="Calibri"/>
            </a:endParaRPr>
          </a:p>
          <a:p>
            <a:pPr>
              <a:buNone/>
            </a:pPr>
            <a:r>
              <a:rPr lang="en-US" sz="2000" dirty="0">
                <a:latin typeface="Times New Roman"/>
                <a:cs typeface="Times New Roman"/>
              </a:rPr>
              <a:t>obj1 </a:t>
            </a:r>
            <a:r>
              <a:rPr lang="en-US" sz="2000" b="1" dirty="0">
                <a:latin typeface="Times New Roman"/>
                <a:cs typeface="Times New Roman"/>
              </a:rPr>
              <a:t>=</a:t>
            </a:r>
            <a:r>
              <a:rPr lang="en-US" sz="2000" dirty="0">
                <a:latin typeface="Times New Roman"/>
                <a:ea typeface="+mn-lt"/>
                <a:cs typeface="+mn-lt"/>
              </a:rPr>
              <a:t> </a:t>
            </a:r>
            <a:r>
              <a:rPr lang="en-US" sz="2000" dirty="0">
                <a:latin typeface="Times New Roman"/>
                <a:cs typeface="Times New Roman"/>
              </a:rPr>
              <a:t>Parent() </a:t>
            </a:r>
            <a:endParaRPr lang="en-US" sz="2000">
              <a:latin typeface="Times New Roman"/>
              <a:cs typeface="Calibri"/>
            </a:endParaRPr>
          </a:p>
          <a:p>
            <a:pPr>
              <a:buNone/>
            </a:pPr>
            <a:r>
              <a:rPr lang="en-US" sz="2000" dirty="0">
                <a:latin typeface="Times New Roman"/>
                <a:cs typeface="Times New Roman"/>
              </a:rPr>
              <a:t>obj2 </a:t>
            </a:r>
            <a:r>
              <a:rPr lang="en-US" sz="2000" b="1" dirty="0">
                <a:latin typeface="Times New Roman"/>
                <a:cs typeface="Times New Roman"/>
              </a:rPr>
              <a:t>=</a:t>
            </a:r>
            <a:r>
              <a:rPr lang="en-US" sz="2000" dirty="0">
                <a:latin typeface="Times New Roman"/>
                <a:ea typeface="+mn-lt"/>
                <a:cs typeface="+mn-lt"/>
              </a:rPr>
              <a:t> </a:t>
            </a:r>
            <a:r>
              <a:rPr lang="en-US" sz="2000" dirty="0">
                <a:latin typeface="Times New Roman"/>
                <a:cs typeface="Times New Roman"/>
              </a:rPr>
              <a:t>Child() </a:t>
            </a:r>
            <a:endParaRPr lang="en-US" sz="2000">
              <a:latin typeface="Times New Roman"/>
              <a:cs typeface="Calibri"/>
            </a:endParaRPr>
          </a:p>
          <a:p>
            <a:pPr>
              <a:buNone/>
            </a:pPr>
            <a:r>
              <a:rPr lang="en-US" sz="2000" dirty="0">
                <a:latin typeface="Times New Roman"/>
                <a:cs typeface="Times New Roman"/>
              </a:rPr>
              <a:t>obj1.show() </a:t>
            </a:r>
            <a:endParaRPr lang="en-US" sz="2000">
              <a:latin typeface="Times New Roman"/>
              <a:cs typeface="Calibri"/>
            </a:endParaRPr>
          </a:p>
          <a:p>
            <a:pPr>
              <a:buNone/>
            </a:pPr>
            <a:r>
              <a:rPr lang="en-US" sz="2000" dirty="0">
                <a:latin typeface="Times New Roman"/>
                <a:cs typeface="Times New Roman"/>
              </a:rPr>
              <a:t>obj2.show() </a:t>
            </a:r>
            <a:endParaRPr lang="en-US" sz="2000" dirty="0">
              <a:latin typeface="Times New Roman"/>
              <a:cs typeface="Calibri"/>
            </a:endParaRPr>
          </a:p>
          <a:p>
            <a:pPr marL="0" indent="0" algn="just">
              <a:buNone/>
            </a:pPr>
            <a:endParaRPr lang="en-US" altLang="en-US" sz="2000">
              <a:latin typeface="Times New Roman"/>
              <a:cs typeface="Times New Roman"/>
            </a:endParaRPr>
          </a:p>
          <a:p>
            <a:pPr marL="0" indent="0" algn="just" eaLnBrk="1" hangingPunct="1">
              <a:buFont typeface="Arial" panose="020B0604020202020204" pitchFamily="34" charset="0"/>
              <a:buNone/>
            </a:pPr>
            <a:endParaRPr lang="en-US" altLang="en-US" sz="2000">
              <a:latin typeface="Times New Roman"/>
              <a:cs typeface="Times New Roman"/>
            </a:endParaRPr>
          </a:p>
          <a:p>
            <a:pPr marL="0" indent="0" algn="just" eaLnBrk="1" hangingPunct="1">
              <a:buFont typeface="Arial" panose="020B0604020202020204" pitchFamily="34" charset="0"/>
              <a:buNone/>
            </a:pPr>
            <a:endParaRPr lang="en-US" altLang="en-US" sz="2000">
              <a:solidFill>
                <a:srgbClr val="1F497D"/>
              </a:solidFill>
              <a:latin typeface="Times New Roman"/>
              <a:cs typeface="Calibri"/>
            </a:endParaRPr>
          </a:p>
        </p:txBody>
      </p:sp>
      <p:sp>
        <p:nvSpPr>
          <p:cNvPr id="4" name="Date Placeholder 3">
            <a:extLst>
              <a:ext uri="{FF2B5EF4-FFF2-40B4-BE49-F238E27FC236}">
                <a16:creationId xmlns:a16="http://schemas.microsoft.com/office/drawing/2014/main" id="{34BC7F3E-7230-4115-B3F1-15DBD1EE7773}"/>
              </a:ext>
            </a:extLst>
          </p:cNvPr>
          <p:cNvSpPr>
            <a:spLocks noGrp="1"/>
          </p:cNvSpPr>
          <p:nvPr>
            <p:ph type="dt" sz="quarter" idx="10"/>
          </p:nvPr>
        </p:nvSpPr>
        <p:spPr/>
        <p:txBody>
          <a:bodyPr/>
          <a:lstStyle/>
          <a:p>
            <a:pPr>
              <a:defRPr/>
            </a:pPr>
            <a:fld id="{733EF8BD-9901-4108-B9F1-80019A72C539}" type="datetime1">
              <a:rPr lang="en-US" smtClean="0"/>
              <a:pPr>
                <a:defRPr/>
              </a:pPr>
              <a:t>5/17/2022</a:t>
            </a:fld>
            <a:endParaRPr lang="en-US"/>
          </a:p>
        </p:txBody>
      </p:sp>
      <p:sp>
        <p:nvSpPr>
          <p:cNvPr id="5" name="Footer Placeholder 4">
            <a:extLst>
              <a:ext uri="{FF2B5EF4-FFF2-40B4-BE49-F238E27FC236}">
                <a16:creationId xmlns:a16="http://schemas.microsoft.com/office/drawing/2014/main" id="{B8E9FCB6-7F1C-4420-9C99-D6373A1F8E7C}"/>
              </a:ext>
            </a:extLst>
          </p:cNvPr>
          <p:cNvSpPr>
            <a:spLocks noGrp="1"/>
          </p:cNvSpPr>
          <p:nvPr>
            <p:ph type="ftr" sz="quarter" idx="11"/>
          </p:nvPr>
        </p:nvSpPr>
        <p:spPr>
          <a:xfrm>
            <a:off x="2895600" y="6324600"/>
            <a:ext cx="6858000" cy="365125"/>
          </a:xfrm>
        </p:spPr>
        <p:txBody>
          <a:bodyPr/>
          <a:lstStyle/>
          <a:p>
            <a:pPr>
              <a:defRPr/>
            </a:pPr>
            <a:r>
              <a:rPr lang="en-US" dirty="0"/>
              <a:t>(Programming in Advanced Python)                                 Unit No:2</a:t>
            </a:r>
          </a:p>
        </p:txBody>
      </p:sp>
      <p:sp>
        <p:nvSpPr>
          <p:cNvPr id="102405" name="Slide Number Placeholder 5">
            <a:extLst>
              <a:ext uri="{FF2B5EF4-FFF2-40B4-BE49-F238E27FC236}">
                <a16:creationId xmlns:a16="http://schemas.microsoft.com/office/drawing/2014/main" id="{0A3929FB-8312-4ADD-8BA9-C3F8D2DC939F}"/>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0B820228-DCCB-4A0C-96EA-43BE7A2DFE10}" type="slidenum">
              <a:rPr lang="en-US" altLang="en-US" sz="1200" dirty="0">
                <a:solidFill>
                  <a:srgbClr val="898989"/>
                </a:solidFill>
              </a:rPr>
              <a:pPr>
                <a:spcBef>
                  <a:spcPct val="0"/>
                </a:spcBef>
                <a:buFontTx/>
                <a:buNone/>
              </a:pPr>
              <a:t>141</a:t>
            </a:fld>
            <a:endParaRPr lang="en-US" altLang="en-US" sz="1200">
              <a:solidFill>
                <a:srgbClr val="898989"/>
              </a:solidFill>
            </a:endParaRPr>
          </a:p>
        </p:txBody>
      </p:sp>
      <p:sp>
        <p:nvSpPr>
          <p:cNvPr id="7" name="Title 1">
            <a:extLst>
              <a:ext uri="{FF2B5EF4-FFF2-40B4-BE49-F238E27FC236}">
                <a16:creationId xmlns:a16="http://schemas.microsoft.com/office/drawing/2014/main" id="{F6769AC0-6503-4B0F-8512-F7BFA70398C3}"/>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US" sz="3200" b="1" dirty="0">
                <a:latin typeface="Times New Roman" panose="02020603050405020304" pitchFamily="18" charset="0"/>
                <a:cs typeface="Times New Roman" panose="02020603050405020304" pitchFamily="18" charset="0"/>
              </a:rPr>
              <a:t>Old Question Papers</a:t>
            </a:r>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Content Placeholder 2">
            <a:extLst>
              <a:ext uri="{FF2B5EF4-FFF2-40B4-BE49-F238E27FC236}">
                <a16:creationId xmlns:a16="http://schemas.microsoft.com/office/drawing/2014/main" id="{65316CFA-691A-46F9-9D76-515E8E0EB693}"/>
              </a:ext>
            </a:extLst>
          </p:cNvPr>
          <p:cNvSpPr>
            <a:spLocks noGrp="1"/>
          </p:cNvSpPr>
          <p:nvPr>
            <p:ph idx="1"/>
          </p:nvPr>
        </p:nvSpPr>
        <p:spPr>
          <a:xfrm>
            <a:off x="1513936" y="789438"/>
            <a:ext cx="10377577" cy="5540883"/>
          </a:xfrm>
        </p:spPr>
        <p:txBody>
          <a:bodyPr/>
          <a:lstStyle/>
          <a:p>
            <a:pPr marL="0" indent="0" algn="just" eaLnBrk="1" hangingPunct="1">
              <a:buNone/>
            </a:pPr>
            <a:r>
              <a:rPr lang="en-US" altLang="en-US" sz="2400" dirty="0">
                <a:latin typeface="Times New Roman"/>
                <a:cs typeface="Times New Roman"/>
              </a:rPr>
              <a:t>Q2. What should be the output of  </a:t>
            </a:r>
            <a:r>
              <a:rPr lang="en-US" sz="2400" dirty="0">
                <a:latin typeface="Times New Roman"/>
                <a:cs typeface="Times New Roman"/>
              </a:rPr>
              <a:t>calling the parent's class method inside the overridden method?</a:t>
            </a:r>
            <a:endParaRPr lang="en-US" sz="2400">
              <a:latin typeface="Times New Roman"/>
              <a:cs typeface="Calibri"/>
            </a:endParaRPr>
          </a:p>
          <a:p>
            <a:pPr>
              <a:buNone/>
            </a:pPr>
            <a:r>
              <a:rPr lang="en-US" sz="2400" dirty="0">
                <a:latin typeface="Times New Roman"/>
                <a:cs typeface="Times New Roman"/>
              </a:rPr>
              <a:t> </a:t>
            </a:r>
            <a:r>
              <a:rPr lang="en-US" sz="2400" dirty="0">
                <a:latin typeface="Times New Roman"/>
                <a:ea typeface="+mn-lt"/>
                <a:cs typeface="+mn-lt"/>
              </a:rPr>
              <a:t> </a:t>
            </a:r>
            <a:r>
              <a:rPr lang="en-US" sz="2400" b="1" dirty="0">
                <a:latin typeface="Times New Roman"/>
                <a:cs typeface="Times New Roman"/>
              </a:rPr>
              <a:t>class</a:t>
            </a:r>
            <a:r>
              <a:rPr lang="en-US" sz="2400" dirty="0">
                <a:latin typeface="Times New Roman"/>
                <a:ea typeface="+mn-lt"/>
                <a:cs typeface="+mn-lt"/>
              </a:rPr>
              <a:t> </a:t>
            </a:r>
            <a:r>
              <a:rPr lang="en-US" sz="2400" dirty="0">
                <a:latin typeface="Times New Roman"/>
                <a:cs typeface="Times New Roman"/>
              </a:rPr>
              <a:t>Parent(): </a:t>
            </a:r>
            <a:endParaRPr lang="en-US" sz="2400">
              <a:latin typeface="Times New Roman"/>
              <a:cs typeface="Calibri"/>
            </a:endParaRPr>
          </a:p>
          <a:p>
            <a:pPr>
              <a:buNone/>
            </a:pPr>
            <a:r>
              <a:rPr lang="en-US" sz="2400" dirty="0">
                <a:latin typeface="Times New Roman"/>
                <a:cs typeface="Times New Roman"/>
              </a:rPr>
              <a:t>     </a:t>
            </a:r>
            <a:r>
              <a:rPr lang="en-US" sz="2400" b="1" dirty="0">
                <a:latin typeface="Times New Roman"/>
                <a:cs typeface="Times New Roman"/>
              </a:rPr>
              <a:t>def</a:t>
            </a:r>
            <a:r>
              <a:rPr lang="en-US" sz="2400" dirty="0">
                <a:latin typeface="Times New Roman"/>
                <a:ea typeface="+mn-lt"/>
                <a:cs typeface="+mn-lt"/>
              </a:rPr>
              <a:t> </a:t>
            </a:r>
            <a:r>
              <a:rPr lang="en-US" sz="2400" dirty="0">
                <a:latin typeface="Times New Roman"/>
                <a:cs typeface="Times New Roman"/>
              </a:rPr>
              <a:t>show(self): </a:t>
            </a:r>
            <a:endParaRPr lang="en-US" sz="2400">
              <a:latin typeface="Times New Roman"/>
              <a:cs typeface="Calibri"/>
            </a:endParaRPr>
          </a:p>
          <a:p>
            <a:pPr>
              <a:buNone/>
            </a:pPr>
            <a:r>
              <a:rPr lang="en-US" sz="2400" dirty="0">
                <a:latin typeface="Times New Roman"/>
                <a:cs typeface="Times New Roman"/>
              </a:rPr>
              <a:t>        print("Inside Parent") </a:t>
            </a:r>
            <a:endParaRPr lang="en-US" sz="2400">
              <a:latin typeface="Times New Roman"/>
              <a:cs typeface="Calibri"/>
            </a:endParaRPr>
          </a:p>
          <a:p>
            <a:pPr>
              <a:buNone/>
            </a:pPr>
            <a:r>
              <a:rPr lang="en-US" sz="2400" dirty="0">
                <a:latin typeface="Times New Roman"/>
                <a:cs typeface="Times New Roman"/>
              </a:rPr>
              <a:t>  </a:t>
            </a:r>
            <a:r>
              <a:rPr lang="en-US" sz="2400" b="1" dirty="0">
                <a:latin typeface="Times New Roman"/>
                <a:cs typeface="Times New Roman"/>
              </a:rPr>
              <a:t>class</a:t>
            </a:r>
            <a:r>
              <a:rPr lang="en-US" sz="2400" dirty="0">
                <a:latin typeface="Times New Roman"/>
                <a:ea typeface="+mn-lt"/>
                <a:cs typeface="+mn-lt"/>
              </a:rPr>
              <a:t> </a:t>
            </a:r>
            <a:r>
              <a:rPr lang="en-US" sz="2400" dirty="0">
                <a:latin typeface="Times New Roman"/>
                <a:cs typeface="Times New Roman"/>
              </a:rPr>
              <a:t>Child(Parent): </a:t>
            </a:r>
            <a:endParaRPr lang="en-US" sz="2400">
              <a:latin typeface="Times New Roman"/>
              <a:cs typeface="Calibri"/>
            </a:endParaRPr>
          </a:p>
          <a:p>
            <a:pPr>
              <a:buNone/>
            </a:pPr>
            <a:r>
              <a:rPr lang="en-US" sz="2400" dirty="0">
                <a:latin typeface="Times New Roman"/>
                <a:cs typeface="Times New Roman"/>
              </a:rPr>
              <a:t>     </a:t>
            </a:r>
            <a:r>
              <a:rPr lang="en-US" sz="2400" dirty="0">
                <a:latin typeface="Times New Roman"/>
                <a:ea typeface="+mn-lt"/>
                <a:cs typeface="+mn-lt"/>
              </a:rPr>
              <a:t> </a:t>
            </a:r>
            <a:r>
              <a:rPr lang="en-US" sz="2400" b="1" dirty="0">
                <a:latin typeface="Times New Roman"/>
                <a:cs typeface="Times New Roman"/>
              </a:rPr>
              <a:t>def</a:t>
            </a:r>
            <a:r>
              <a:rPr lang="en-US" sz="2400" dirty="0">
                <a:latin typeface="Times New Roman"/>
                <a:ea typeface="+mn-lt"/>
                <a:cs typeface="+mn-lt"/>
              </a:rPr>
              <a:t> </a:t>
            </a:r>
            <a:r>
              <a:rPr lang="en-US" sz="2400" dirty="0">
                <a:latin typeface="Times New Roman"/>
                <a:cs typeface="Times New Roman"/>
              </a:rPr>
              <a:t>show(self):</a:t>
            </a:r>
            <a:endParaRPr lang="en-US" sz="2400">
              <a:latin typeface="Times New Roman"/>
              <a:cs typeface="Calibri"/>
            </a:endParaRPr>
          </a:p>
          <a:p>
            <a:pPr>
              <a:buNone/>
            </a:pPr>
            <a:r>
              <a:rPr lang="en-US" sz="2400" dirty="0">
                <a:latin typeface="Times New Roman"/>
                <a:cs typeface="Times New Roman"/>
              </a:rPr>
              <a:t>        </a:t>
            </a:r>
            <a:r>
              <a:rPr lang="en-US" sz="2400" dirty="0" err="1">
                <a:latin typeface="Times New Roman"/>
                <a:cs typeface="Times New Roman"/>
              </a:rPr>
              <a:t>Parent.show</a:t>
            </a:r>
            <a:r>
              <a:rPr lang="en-US" sz="2400" dirty="0">
                <a:latin typeface="Times New Roman"/>
                <a:cs typeface="Times New Roman"/>
              </a:rPr>
              <a:t>(self) </a:t>
            </a:r>
            <a:endParaRPr lang="en-US" sz="2400">
              <a:latin typeface="Times New Roman"/>
              <a:cs typeface="Calibri"/>
            </a:endParaRPr>
          </a:p>
          <a:p>
            <a:pPr>
              <a:buNone/>
            </a:pPr>
            <a:r>
              <a:rPr lang="en-US" sz="2400" dirty="0">
                <a:latin typeface="Times New Roman"/>
                <a:cs typeface="Times New Roman"/>
              </a:rPr>
              <a:t>        print("Inside Child")</a:t>
            </a:r>
            <a:endParaRPr lang="en-US" sz="2400">
              <a:latin typeface="Times New Roman"/>
              <a:cs typeface="Calibri"/>
            </a:endParaRPr>
          </a:p>
          <a:p>
            <a:pPr>
              <a:buNone/>
            </a:pPr>
            <a:r>
              <a:rPr lang="en-US" sz="2400" dirty="0">
                <a:latin typeface="Times New Roman"/>
                <a:cs typeface="Times New Roman"/>
              </a:rPr>
              <a:t>obj </a:t>
            </a:r>
            <a:r>
              <a:rPr lang="en-US" sz="2400" b="1" dirty="0">
                <a:latin typeface="Times New Roman"/>
                <a:cs typeface="Times New Roman"/>
              </a:rPr>
              <a:t>=</a:t>
            </a:r>
            <a:r>
              <a:rPr lang="en-US" sz="2400" dirty="0">
                <a:latin typeface="Times New Roman"/>
                <a:ea typeface="+mn-lt"/>
                <a:cs typeface="+mn-lt"/>
              </a:rPr>
              <a:t> </a:t>
            </a:r>
            <a:r>
              <a:rPr lang="en-US" sz="2400" dirty="0">
                <a:latin typeface="Times New Roman"/>
                <a:cs typeface="Times New Roman"/>
              </a:rPr>
              <a:t>Child() </a:t>
            </a:r>
            <a:endParaRPr lang="en-US" sz="2400">
              <a:latin typeface="Times New Roman"/>
              <a:cs typeface="Calibri"/>
            </a:endParaRPr>
          </a:p>
          <a:p>
            <a:pPr>
              <a:buNone/>
            </a:pPr>
            <a:r>
              <a:rPr lang="en-US" sz="2400" dirty="0" err="1">
                <a:latin typeface="Times New Roman"/>
                <a:cs typeface="Times New Roman"/>
              </a:rPr>
              <a:t>obj.show</a:t>
            </a:r>
            <a:r>
              <a:rPr lang="en-US" sz="2400" dirty="0">
                <a:latin typeface="Times New Roman"/>
                <a:cs typeface="Times New Roman"/>
              </a:rPr>
              <a:t>() </a:t>
            </a:r>
          </a:p>
          <a:p>
            <a:pPr>
              <a:buNone/>
            </a:pPr>
            <a:endParaRPr lang="en-US" altLang="en-US" sz="2400">
              <a:latin typeface="Times New Roman"/>
              <a:cs typeface="Times New Roman"/>
            </a:endParaRPr>
          </a:p>
        </p:txBody>
      </p:sp>
      <p:sp>
        <p:nvSpPr>
          <p:cNvPr id="4" name="Date Placeholder 3">
            <a:extLst>
              <a:ext uri="{FF2B5EF4-FFF2-40B4-BE49-F238E27FC236}">
                <a16:creationId xmlns:a16="http://schemas.microsoft.com/office/drawing/2014/main" id="{34BC7F3E-7230-4115-B3F1-15DBD1EE7773}"/>
              </a:ext>
            </a:extLst>
          </p:cNvPr>
          <p:cNvSpPr>
            <a:spLocks noGrp="1"/>
          </p:cNvSpPr>
          <p:nvPr>
            <p:ph type="dt" sz="quarter" idx="10"/>
          </p:nvPr>
        </p:nvSpPr>
        <p:spPr/>
        <p:txBody>
          <a:bodyPr/>
          <a:lstStyle/>
          <a:p>
            <a:pPr>
              <a:defRPr/>
            </a:pPr>
            <a:fld id="{AE73E298-9AC8-4386-90DA-DF4B56D349A0}" type="datetime1">
              <a:rPr lang="en-US" smtClean="0"/>
              <a:pPr>
                <a:defRPr/>
              </a:pPr>
              <a:t>5/17/2022</a:t>
            </a:fld>
            <a:endParaRPr lang="en-US"/>
          </a:p>
        </p:txBody>
      </p:sp>
      <p:sp>
        <p:nvSpPr>
          <p:cNvPr id="5" name="Footer Placeholder 4">
            <a:extLst>
              <a:ext uri="{FF2B5EF4-FFF2-40B4-BE49-F238E27FC236}">
                <a16:creationId xmlns:a16="http://schemas.microsoft.com/office/drawing/2014/main" id="{B8E9FCB6-7F1C-4420-9C99-D6373A1F8E7C}"/>
              </a:ext>
            </a:extLst>
          </p:cNvPr>
          <p:cNvSpPr>
            <a:spLocks noGrp="1"/>
          </p:cNvSpPr>
          <p:nvPr>
            <p:ph type="ftr" sz="quarter" idx="11"/>
          </p:nvPr>
        </p:nvSpPr>
        <p:spPr>
          <a:xfrm>
            <a:off x="2895600" y="6324600"/>
            <a:ext cx="6858000" cy="365125"/>
          </a:xfrm>
        </p:spPr>
        <p:txBody>
          <a:bodyPr/>
          <a:lstStyle/>
          <a:p>
            <a:pPr>
              <a:defRPr/>
            </a:pPr>
            <a:r>
              <a:rPr lang="en-US" dirty="0"/>
              <a:t>(Programming in Advanced Python)                                 Unit No:2</a:t>
            </a:r>
          </a:p>
        </p:txBody>
      </p:sp>
      <p:sp>
        <p:nvSpPr>
          <p:cNvPr id="102405" name="Slide Number Placeholder 5">
            <a:extLst>
              <a:ext uri="{FF2B5EF4-FFF2-40B4-BE49-F238E27FC236}">
                <a16:creationId xmlns:a16="http://schemas.microsoft.com/office/drawing/2014/main" id="{0A3929FB-8312-4ADD-8BA9-C3F8D2DC939F}"/>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0B820228-DCCB-4A0C-96EA-43BE7A2DFE10}" type="slidenum">
              <a:rPr lang="en-US" altLang="en-US" sz="1200" dirty="0">
                <a:solidFill>
                  <a:srgbClr val="898989"/>
                </a:solidFill>
              </a:rPr>
              <a:pPr>
                <a:spcBef>
                  <a:spcPct val="0"/>
                </a:spcBef>
                <a:buFontTx/>
                <a:buNone/>
              </a:pPr>
              <a:t>142</a:t>
            </a:fld>
            <a:endParaRPr lang="en-US" altLang="en-US" sz="1200">
              <a:solidFill>
                <a:srgbClr val="898989"/>
              </a:solidFill>
            </a:endParaRPr>
          </a:p>
        </p:txBody>
      </p:sp>
      <p:sp>
        <p:nvSpPr>
          <p:cNvPr id="7" name="Title 1">
            <a:extLst>
              <a:ext uri="{FF2B5EF4-FFF2-40B4-BE49-F238E27FC236}">
                <a16:creationId xmlns:a16="http://schemas.microsoft.com/office/drawing/2014/main" id="{F6769AC0-6503-4B0F-8512-F7BFA70398C3}"/>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US" sz="3200" b="1" dirty="0">
                <a:latin typeface="Times New Roman" panose="02020603050405020304" pitchFamily="18" charset="0"/>
                <a:cs typeface="Times New Roman" panose="02020603050405020304" pitchFamily="18" charset="0"/>
              </a:rPr>
              <a:t>Old Question Papers</a:t>
            </a:r>
          </a:p>
        </p:txBody>
      </p:sp>
    </p:spTree>
    <p:extLst>
      <p:ext uri="{BB962C8B-B14F-4D97-AF65-F5344CB8AC3E}">
        <p14:creationId xmlns:p14="http://schemas.microsoft.com/office/powerpoint/2010/main" val="2803808904"/>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Content Placeholder 2">
            <a:extLst>
              <a:ext uri="{FF2B5EF4-FFF2-40B4-BE49-F238E27FC236}">
                <a16:creationId xmlns:a16="http://schemas.microsoft.com/office/drawing/2014/main" id="{65316CFA-691A-46F9-9D76-515E8E0EB693}"/>
              </a:ext>
            </a:extLst>
          </p:cNvPr>
          <p:cNvSpPr>
            <a:spLocks noGrp="1"/>
          </p:cNvSpPr>
          <p:nvPr>
            <p:ph idx="1"/>
          </p:nvPr>
        </p:nvSpPr>
        <p:spPr>
          <a:xfrm>
            <a:off x="1600200" y="818192"/>
            <a:ext cx="10506973" cy="1227676"/>
          </a:xfrm>
        </p:spPr>
        <p:txBody>
          <a:bodyPr/>
          <a:lstStyle/>
          <a:p>
            <a:pPr>
              <a:buNone/>
            </a:pPr>
            <a:endParaRPr lang="en-US" sz="2400">
              <a:latin typeface="Times New Roman"/>
              <a:cs typeface="Times New Roman"/>
            </a:endParaRPr>
          </a:p>
          <a:p>
            <a:pPr algn="just">
              <a:buNone/>
            </a:pPr>
            <a:r>
              <a:rPr lang="en-US" sz="2400" dirty="0">
                <a:latin typeface="Times New Roman"/>
                <a:cs typeface="Times New Roman"/>
              </a:rPr>
              <a:t>Q3.What is super method? Explain with example.</a:t>
            </a:r>
            <a:endParaRPr lang="en-US" sz="2400" dirty="0">
              <a:ea typeface="+mn-lt"/>
              <a:cs typeface="+mn-lt"/>
            </a:endParaRPr>
          </a:p>
          <a:p>
            <a:pPr algn="just">
              <a:buNone/>
            </a:pPr>
            <a:endParaRPr lang="en-US" sz="2400">
              <a:latin typeface="Times New Roman"/>
              <a:cs typeface="Times New Roman"/>
            </a:endParaRPr>
          </a:p>
          <a:p>
            <a:pPr>
              <a:buNone/>
            </a:pPr>
            <a:endParaRPr lang="en-US" sz="2400">
              <a:latin typeface="Times New Roman"/>
              <a:ea typeface="+mn-lt"/>
              <a:cs typeface="Times New Roman"/>
            </a:endParaRPr>
          </a:p>
          <a:p>
            <a:pPr>
              <a:buNone/>
            </a:pPr>
            <a:endParaRPr lang="en-US" sz="2400">
              <a:latin typeface="Times New Roman"/>
              <a:cs typeface="Times New Roman"/>
            </a:endParaRPr>
          </a:p>
          <a:p>
            <a:pPr marL="0" indent="0" algn="just">
              <a:buNone/>
            </a:pPr>
            <a:endParaRPr lang="en-US" sz="2400">
              <a:ea typeface="+mn-lt"/>
              <a:cs typeface="+mn-lt"/>
            </a:endParaRPr>
          </a:p>
          <a:p>
            <a:pPr marL="0" indent="0" algn="just">
              <a:buNone/>
            </a:pPr>
            <a:endParaRPr lang="en-US" sz="2400">
              <a:latin typeface="Calibri"/>
              <a:ea typeface="+mn-lt"/>
              <a:cs typeface="Calibri"/>
            </a:endParaRPr>
          </a:p>
          <a:p>
            <a:pPr marL="0" indent="0" algn="just">
              <a:buNone/>
            </a:pPr>
            <a:endParaRPr lang="en-US" sz="2400">
              <a:latin typeface="Times New Roman"/>
              <a:ea typeface="+mn-lt"/>
              <a:cs typeface="Times New Roman"/>
            </a:endParaRPr>
          </a:p>
        </p:txBody>
      </p:sp>
      <p:sp>
        <p:nvSpPr>
          <p:cNvPr id="4" name="Date Placeholder 3">
            <a:extLst>
              <a:ext uri="{FF2B5EF4-FFF2-40B4-BE49-F238E27FC236}">
                <a16:creationId xmlns:a16="http://schemas.microsoft.com/office/drawing/2014/main" id="{34BC7F3E-7230-4115-B3F1-15DBD1EE7773}"/>
              </a:ext>
            </a:extLst>
          </p:cNvPr>
          <p:cNvSpPr>
            <a:spLocks noGrp="1"/>
          </p:cNvSpPr>
          <p:nvPr>
            <p:ph type="dt" sz="quarter" idx="10"/>
          </p:nvPr>
        </p:nvSpPr>
        <p:spPr/>
        <p:txBody>
          <a:bodyPr/>
          <a:lstStyle/>
          <a:p>
            <a:pPr>
              <a:defRPr/>
            </a:pPr>
            <a:fld id="{BE0E94AF-358A-44B0-A9A9-DA641A23ED14}" type="datetime1">
              <a:rPr lang="en-US" smtClean="0"/>
              <a:pPr>
                <a:defRPr/>
              </a:pPr>
              <a:t>5/17/2022</a:t>
            </a:fld>
            <a:endParaRPr lang="en-US"/>
          </a:p>
        </p:txBody>
      </p:sp>
      <p:sp>
        <p:nvSpPr>
          <p:cNvPr id="5" name="Footer Placeholder 4">
            <a:extLst>
              <a:ext uri="{FF2B5EF4-FFF2-40B4-BE49-F238E27FC236}">
                <a16:creationId xmlns:a16="http://schemas.microsoft.com/office/drawing/2014/main" id="{B8E9FCB6-7F1C-4420-9C99-D6373A1F8E7C}"/>
              </a:ext>
            </a:extLst>
          </p:cNvPr>
          <p:cNvSpPr>
            <a:spLocks noGrp="1"/>
          </p:cNvSpPr>
          <p:nvPr>
            <p:ph type="ftr" sz="quarter" idx="11"/>
          </p:nvPr>
        </p:nvSpPr>
        <p:spPr>
          <a:xfrm>
            <a:off x="2895600" y="6324600"/>
            <a:ext cx="6858000" cy="365125"/>
          </a:xfrm>
        </p:spPr>
        <p:txBody>
          <a:bodyPr/>
          <a:lstStyle/>
          <a:p>
            <a:pPr>
              <a:defRPr/>
            </a:pPr>
            <a:r>
              <a:rPr lang="en-US" dirty="0"/>
              <a:t>(Programming in Advanced Python)                                 Unit No:2</a:t>
            </a:r>
          </a:p>
        </p:txBody>
      </p:sp>
      <p:sp>
        <p:nvSpPr>
          <p:cNvPr id="102405" name="Slide Number Placeholder 5">
            <a:extLst>
              <a:ext uri="{FF2B5EF4-FFF2-40B4-BE49-F238E27FC236}">
                <a16:creationId xmlns:a16="http://schemas.microsoft.com/office/drawing/2014/main" id="{0A3929FB-8312-4ADD-8BA9-C3F8D2DC939F}"/>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0B820228-DCCB-4A0C-96EA-43BE7A2DFE10}" type="slidenum">
              <a:rPr lang="en-US" altLang="en-US" sz="1200" dirty="0">
                <a:solidFill>
                  <a:srgbClr val="898989"/>
                </a:solidFill>
              </a:rPr>
              <a:pPr>
                <a:spcBef>
                  <a:spcPct val="0"/>
                </a:spcBef>
                <a:buFontTx/>
                <a:buNone/>
              </a:pPr>
              <a:t>143</a:t>
            </a:fld>
            <a:endParaRPr lang="en-US" altLang="en-US" sz="1200">
              <a:solidFill>
                <a:srgbClr val="898989"/>
              </a:solidFill>
            </a:endParaRPr>
          </a:p>
        </p:txBody>
      </p:sp>
      <p:sp>
        <p:nvSpPr>
          <p:cNvPr id="7" name="Title 1">
            <a:extLst>
              <a:ext uri="{FF2B5EF4-FFF2-40B4-BE49-F238E27FC236}">
                <a16:creationId xmlns:a16="http://schemas.microsoft.com/office/drawing/2014/main" id="{F6769AC0-6503-4B0F-8512-F7BFA70398C3}"/>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US" sz="3200" b="1" dirty="0">
                <a:latin typeface="Times New Roman" panose="02020603050405020304" pitchFamily="18" charset="0"/>
                <a:cs typeface="Times New Roman" panose="02020603050405020304" pitchFamily="18" charset="0"/>
              </a:rPr>
              <a:t>Old Question Papers</a:t>
            </a:r>
          </a:p>
        </p:txBody>
      </p:sp>
      <p:sp>
        <p:nvSpPr>
          <p:cNvPr id="8" name="TextBox 7">
            <a:extLst>
              <a:ext uri="{FF2B5EF4-FFF2-40B4-BE49-F238E27FC236}">
                <a16:creationId xmlns:a16="http://schemas.microsoft.com/office/drawing/2014/main" id="{43AF5660-F497-4E2B-B57D-3890DB61C96F}"/>
              </a:ext>
            </a:extLst>
          </p:cNvPr>
          <p:cNvSpPr txBox="1"/>
          <p:nvPr/>
        </p:nvSpPr>
        <p:spPr>
          <a:xfrm>
            <a:off x="1603616" y="2509388"/>
            <a:ext cx="9514934" cy="19943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just">
              <a:spcBef>
                <a:spcPct val="20000"/>
              </a:spcBef>
            </a:pPr>
            <a:r>
              <a:rPr lang="en-US" sz="2400" dirty="0">
                <a:latin typeface="Times New Roman"/>
                <a:cs typeface="Times New Roman"/>
              </a:rPr>
              <a:t>Q4. Explain method overriding with suitable example.</a:t>
            </a:r>
            <a:endParaRPr lang="en-US" sz="2400">
              <a:latin typeface="Arial"/>
              <a:cs typeface="Arial"/>
            </a:endParaRPr>
          </a:p>
          <a:p>
            <a:pPr marL="342900" indent="-342900" algn="just">
              <a:spcBef>
                <a:spcPct val="20000"/>
              </a:spcBef>
            </a:pPr>
            <a:endParaRPr lang="en-US" sz="2400">
              <a:latin typeface="Arial"/>
              <a:cs typeface="Arial"/>
            </a:endParaRPr>
          </a:p>
          <a:p>
            <a:pPr marL="342900" indent="-342900">
              <a:spcBef>
                <a:spcPct val="20000"/>
              </a:spcBef>
            </a:pPr>
            <a:r>
              <a:rPr lang="en-US" sz="2400" dirty="0">
                <a:latin typeface="Times New Roman"/>
                <a:cs typeface="Times New Roman"/>
              </a:rPr>
              <a:t>Q5.What is method resolution operator? Support your answer with suitable example.</a:t>
            </a:r>
            <a:endParaRPr lang="en-US" sz="2400" dirty="0"/>
          </a:p>
          <a:p>
            <a:pPr algn="l"/>
            <a:endParaRPr lang="en-US"/>
          </a:p>
        </p:txBody>
      </p:sp>
    </p:spTree>
    <p:extLst>
      <p:ext uri="{BB962C8B-B14F-4D97-AF65-F5344CB8AC3E}">
        <p14:creationId xmlns:p14="http://schemas.microsoft.com/office/powerpoint/2010/main" val="18283567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8434"/>
                                        </p:tgtEl>
                                        <p:attrNameLst>
                                          <p:attrName>style.visibility</p:attrName>
                                        </p:attrNameLst>
                                      </p:cBhvr>
                                      <p:to>
                                        <p:strVal val="visible"/>
                                      </p:to>
                                    </p:set>
                                    <p:anim calcmode="lin" valueType="num">
                                      <p:cBhvr additive="base">
                                        <p:cTn id="7" dur="500" fill="hold"/>
                                        <p:tgtEl>
                                          <p:spTgt spid="18434"/>
                                        </p:tgtEl>
                                        <p:attrNameLst>
                                          <p:attrName>ppt_x</p:attrName>
                                        </p:attrNameLst>
                                      </p:cBhvr>
                                      <p:tavLst>
                                        <p:tav tm="0">
                                          <p:val>
                                            <p:strVal val="#ppt_x"/>
                                          </p:val>
                                        </p:tav>
                                        <p:tav tm="100000">
                                          <p:val>
                                            <p:strVal val="#ppt_x"/>
                                          </p:val>
                                        </p:tav>
                                      </p:tavLst>
                                    </p:anim>
                                    <p:anim calcmode="lin" valueType="num">
                                      <p:cBhvr additive="base">
                                        <p:cTn id="8" dur="500" fill="hold"/>
                                        <p:tgtEl>
                                          <p:spTgt spid="1843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4" grpId="0"/>
      <p:bldP spid="8" grpId="0"/>
    </p:bld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Content Placeholder 2">
            <a:extLst>
              <a:ext uri="{FF2B5EF4-FFF2-40B4-BE49-F238E27FC236}">
                <a16:creationId xmlns:a16="http://schemas.microsoft.com/office/drawing/2014/main" id="{41BDE154-06DF-4A7C-906C-6F2D064EC319}"/>
              </a:ext>
            </a:extLst>
          </p:cNvPr>
          <p:cNvSpPr>
            <a:spLocks noGrp="1"/>
          </p:cNvSpPr>
          <p:nvPr>
            <p:ph idx="1"/>
          </p:nvPr>
        </p:nvSpPr>
        <p:spPr>
          <a:xfrm>
            <a:off x="1585823" y="697302"/>
            <a:ext cx="10377577" cy="4492925"/>
          </a:xfrm>
        </p:spPr>
        <p:txBody>
          <a:bodyPr/>
          <a:lstStyle/>
          <a:p>
            <a:pPr marL="0" indent="0" algn="just" eaLnBrk="1" hangingPunct="1">
              <a:lnSpc>
                <a:spcPct val="150000"/>
              </a:lnSpc>
              <a:buNone/>
            </a:pPr>
            <a:endParaRPr lang="en-US" altLang="en-US" sz="2400">
              <a:latin typeface="Times New Roman"/>
              <a:cs typeface="Times New Roman"/>
            </a:endParaRPr>
          </a:p>
          <a:p>
            <a:pPr marL="0" indent="0" algn="just">
              <a:lnSpc>
                <a:spcPct val="150000"/>
              </a:lnSpc>
              <a:buNone/>
            </a:pPr>
            <a:r>
              <a:rPr lang="en-US" altLang="en-US" sz="2400" dirty="0">
                <a:latin typeface="Times New Roman"/>
                <a:cs typeface="Times New Roman"/>
              </a:rPr>
              <a:t>Q1. Write short note on- (a) Method overriding</a:t>
            </a:r>
            <a:endParaRPr lang="en-US" sz="2400">
              <a:latin typeface="Times New Roman"/>
              <a:cs typeface="Calibri"/>
            </a:endParaRPr>
          </a:p>
          <a:p>
            <a:pPr algn="just" eaLnBrk="1" hangingPunct="1">
              <a:lnSpc>
                <a:spcPct val="150000"/>
              </a:lnSpc>
              <a:buNone/>
            </a:pPr>
            <a:r>
              <a:rPr lang="en-US" altLang="en-US" sz="2400" dirty="0">
                <a:latin typeface="Times New Roman"/>
                <a:cs typeface="Times New Roman"/>
              </a:rPr>
              <a:t>                                       (b) Polymorphism</a:t>
            </a:r>
          </a:p>
          <a:p>
            <a:pPr>
              <a:buNone/>
            </a:pPr>
            <a:r>
              <a:rPr lang="en-US" altLang="en-US" sz="2400" dirty="0">
                <a:latin typeface="Times New Roman"/>
                <a:cs typeface="Times New Roman"/>
              </a:rPr>
              <a:t>Q2. </a:t>
            </a:r>
            <a:r>
              <a:rPr lang="en-US" sz="2400" dirty="0">
                <a:latin typeface="Times New Roman"/>
                <a:cs typeface="Times New Roman"/>
              </a:rPr>
              <a:t>Explain method overriding with suitable example.</a:t>
            </a:r>
            <a:endParaRPr lang="en-US" sz="2400">
              <a:latin typeface="Times New Roman"/>
              <a:ea typeface="+mn-lt"/>
              <a:cs typeface="+mn-lt"/>
            </a:endParaRPr>
          </a:p>
          <a:p>
            <a:pPr marL="0" indent="0">
              <a:buNone/>
            </a:pPr>
            <a:r>
              <a:rPr lang="en-US" sz="2400" dirty="0">
                <a:latin typeface="Times New Roman"/>
                <a:cs typeface="Times New Roman"/>
              </a:rPr>
              <a:t>Q3. What is method resolution operator? Support your answer with suitable example.</a:t>
            </a:r>
            <a:endParaRPr lang="en-US" sz="2400">
              <a:latin typeface="Times New Roman"/>
              <a:ea typeface="+mn-lt"/>
              <a:cs typeface="Times New Roman"/>
            </a:endParaRPr>
          </a:p>
          <a:p>
            <a:pPr marL="0" indent="0">
              <a:buNone/>
            </a:pPr>
            <a:r>
              <a:rPr lang="en-US" sz="2400" dirty="0">
                <a:latin typeface="Times New Roman"/>
                <a:cs typeface="Times New Roman"/>
              </a:rPr>
              <a:t>Q4. Explain the concept of polymorphism by giving suitable examples.</a:t>
            </a:r>
          </a:p>
          <a:p>
            <a:pPr marL="0" indent="0">
              <a:buNone/>
            </a:pPr>
            <a:r>
              <a:rPr lang="en-US" sz="2400" dirty="0">
                <a:latin typeface="Times New Roman"/>
                <a:cs typeface="Times New Roman"/>
              </a:rPr>
              <a:t>Q5. Explain calling the parent's class method inside the overridden method .</a:t>
            </a:r>
          </a:p>
          <a:p>
            <a:pPr algn="just">
              <a:lnSpc>
                <a:spcPct val="150000"/>
              </a:lnSpc>
              <a:buNone/>
            </a:pPr>
            <a:endParaRPr lang="en-US" altLang="en-US" sz="2400">
              <a:latin typeface="Times New Roman"/>
              <a:cs typeface="Times New Roman"/>
            </a:endParaRPr>
          </a:p>
          <a:p>
            <a:pPr algn="just" eaLnBrk="1" hangingPunct="1">
              <a:lnSpc>
                <a:spcPct val="150000"/>
              </a:lnSpc>
              <a:buNone/>
            </a:pPr>
            <a:r>
              <a:rPr lang="en-US" altLang="en-US" sz="2400">
                <a:latin typeface="Times New Roman"/>
                <a:cs typeface="Times New Roman"/>
              </a:rPr>
              <a:t>                                       </a:t>
            </a:r>
            <a:endParaRPr lang="en-US" altLang="en-US" sz="240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8DD327B8-3F65-44E1-B490-E4C6793B46D0}"/>
              </a:ext>
            </a:extLst>
          </p:cNvPr>
          <p:cNvSpPr>
            <a:spLocks noGrp="1"/>
          </p:cNvSpPr>
          <p:nvPr>
            <p:ph type="dt" sz="quarter" idx="10"/>
          </p:nvPr>
        </p:nvSpPr>
        <p:spPr/>
        <p:txBody>
          <a:bodyPr/>
          <a:lstStyle/>
          <a:p>
            <a:pPr>
              <a:defRPr/>
            </a:pPr>
            <a:fld id="{E0E7A707-DEC3-42DC-82CF-59131E863772}" type="datetime1">
              <a:rPr lang="en-US" smtClean="0"/>
              <a:pPr>
                <a:defRPr/>
              </a:pPr>
              <a:t>5/17/2022</a:t>
            </a:fld>
            <a:endParaRPr lang="en-US"/>
          </a:p>
        </p:txBody>
      </p:sp>
      <p:sp>
        <p:nvSpPr>
          <p:cNvPr id="5" name="Footer Placeholder 4">
            <a:extLst>
              <a:ext uri="{FF2B5EF4-FFF2-40B4-BE49-F238E27FC236}">
                <a16:creationId xmlns:a16="http://schemas.microsoft.com/office/drawing/2014/main" id="{1E4C582C-A55B-4E29-9E7F-612063F5C844}"/>
              </a:ext>
            </a:extLst>
          </p:cNvPr>
          <p:cNvSpPr>
            <a:spLocks noGrp="1"/>
          </p:cNvSpPr>
          <p:nvPr>
            <p:ph type="ftr" sz="quarter" idx="11"/>
          </p:nvPr>
        </p:nvSpPr>
        <p:spPr>
          <a:xfrm>
            <a:off x="2819400" y="6356350"/>
            <a:ext cx="6934200" cy="365125"/>
          </a:xfrm>
        </p:spPr>
        <p:txBody>
          <a:bodyPr/>
          <a:lstStyle/>
          <a:p>
            <a:pPr>
              <a:defRPr/>
            </a:pPr>
            <a:r>
              <a:rPr lang="en-US" dirty="0"/>
              <a:t>(Programming in Advanced Python)                                 Unit No:2</a:t>
            </a:r>
          </a:p>
        </p:txBody>
      </p:sp>
      <p:sp>
        <p:nvSpPr>
          <p:cNvPr id="103429" name="Slide Number Placeholder 5">
            <a:extLst>
              <a:ext uri="{FF2B5EF4-FFF2-40B4-BE49-F238E27FC236}">
                <a16:creationId xmlns:a16="http://schemas.microsoft.com/office/drawing/2014/main" id="{29A49D92-A0B1-4222-8327-0E3FD3E4A80B}"/>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BCA74371-BB19-4B57-AC7C-116E4DD4A596}" type="slidenum">
              <a:rPr lang="en-US" altLang="en-US" sz="1200" dirty="0">
                <a:solidFill>
                  <a:srgbClr val="898989"/>
                </a:solidFill>
              </a:rPr>
              <a:pPr>
                <a:spcBef>
                  <a:spcPct val="0"/>
                </a:spcBef>
                <a:buFontTx/>
                <a:buNone/>
              </a:pPr>
              <a:t>144</a:t>
            </a:fld>
            <a:endParaRPr lang="en-US" altLang="en-US" sz="1200">
              <a:solidFill>
                <a:srgbClr val="898989"/>
              </a:solidFill>
            </a:endParaRPr>
          </a:p>
        </p:txBody>
      </p:sp>
      <p:sp>
        <p:nvSpPr>
          <p:cNvPr id="7" name="Title 1">
            <a:extLst>
              <a:ext uri="{FF2B5EF4-FFF2-40B4-BE49-F238E27FC236}">
                <a16:creationId xmlns:a16="http://schemas.microsoft.com/office/drawing/2014/main" id="{7E004110-FC12-4D14-87DF-8895457EB3E5}"/>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fontAlgn="auto">
              <a:spcAft>
                <a:spcPts val="0"/>
              </a:spcAft>
              <a:defRPr/>
            </a:pPr>
            <a:r>
              <a:rPr lang="en-US" sz="3200" b="1" dirty="0">
                <a:latin typeface="Times New Roman" pitchFamily="18" charset="0"/>
                <a:cs typeface="Times New Roman" pitchFamily="18" charset="0"/>
              </a:rPr>
              <a:t>Expected Questions for University Exam </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19458">
                                            <p:txEl>
                                              <p:pRg st="1" end="1"/>
                                            </p:txEl>
                                          </p:spTgt>
                                        </p:tgtEl>
                                        <p:attrNameLst>
                                          <p:attrName>style.visibility</p:attrName>
                                        </p:attrNameLst>
                                      </p:cBhvr>
                                      <p:to>
                                        <p:strVal val="visible"/>
                                      </p:to>
                                    </p:set>
                                    <p:animEffect transition="in" filter="box(in)">
                                      <p:cBhvr>
                                        <p:cTn id="7" dur="500"/>
                                        <p:tgtEl>
                                          <p:spTgt spid="19458">
                                            <p:txEl>
                                              <p:pRg st="1" end="1"/>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19458">
                                            <p:txEl>
                                              <p:pRg st="2" end="2"/>
                                            </p:txEl>
                                          </p:spTgt>
                                        </p:tgtEl>
                                        <p:attrNameLst>
                                          <p:attrName>style.visibility</p:attrName>
                                        </p:attrNameLst>
                                      </p:cBhvr>
                                      <p:to>
                                        <p:strVal val="visible"/>
                                      </p:to>
                                    </p:set>
                                    <p:animEffect transition="in" filter="box(in)">
                                      <p:cBhvr>
                                        <p:cTn id="10" dur="500"/>
                                        <p:tgtEl>
                                          <p:spTgt spid="19458">
                                            <p:txEl>
                                              <p:pRg st="2" end="2"/>
                                            </p:txEl>
                                          </p:spTgt>
                                        </p:tgtEl>
                                      </p:cBhvr>
                                    </p:animEffect>
                                  </p:childTnLst>
                                </p:cTn>
                              </p:par>
                              <p:par>
                                <p:cTn id="11" presetID="4" presetClass="entr" presetSubtype="16" fill="hold" nodeType="withEffect">
                                  <p:stCondLst>
                                    <p:cond delay="0"/>
                                  </p:stCondLst>
                                  <p:childTnLst>
                                    <p:set>
                                      <p:cBhvr>
                                        <p:cTn id="12" dur="1" fill="hold">
                                          <p:stCondLst>
                                            <p:cond delay="0"/>
                                          </p:stCondLst>
                                        </p:cTn>
                                        <p:tgtEl>
                                          <p:spTgt spid="19458">
                                            <p:txEl>
                                              <p:pRg st="3" end="3"/>
                                            </p:txEl>
                                          </p:spTgt>
                                        </p:tgtEl>
                                        <p:attrNameLst>
                                          <p:attrName>style.visibility</p:attrName>
                                        </p:attrNameLst>
                                      </p:cBhvr>
                                      <p:to>
                                        <p:strVal val="visible"/>
                                      </p:to>
                                    </p:set>
                                    <p:animEffect transition="in" filter="box(in)">
                                      <p:cBhvr>
                                        <p:cTn id="13" dur="500"/>
                                        <p:tgtEl>
                                          <p:spTgt spid="19458">
                                            <p:txEl>
                                              <p:pRg st="3" end="3"/>
                                            </p:txEl>
                                          </p:spTgt>
                                        </p:tgtEl>
                                      </p:cBhvr>
                                    </p:animEffect>
                                  </p:childTnLst>
                                </p:cTn>
                              </p:par>
                              <p:par>
                                <p:cTn id="14" presetID="4" presetClass="entr" presetSubtype="16" fill="hold" nodeType="withEffect">
                                  <p:stCondLst>
                                    <p:cond delay="0"/>
                                  </p:stCondLst>
                                  <p:childTnLst>
                                    <p:set>
                                      <p:cBhvr>
                                        <p:cTn id="15" dur="1" fill="hold">
                                          <p:stCondLst>
                                            <p:cond delay="0"/>
                                          </p:stCondLst>
                                        </p:cTn>
                                        <p:tgtEl>
                                          <p:spTgt spid="19458">
                                            <p:txEl>
                                              <p:pRg st="4" end="4"/>
                                            </p:txEl>
                                          </p:spTgt>
                                        </p:tgtEl>
                                        <p:attrNameLst>
                                          <p:attrName>style.visibility</p:attrName>
                                        </p:attrNameLst>
                                      </p:cBhvr>
                                      <p:to>
                                        <p:strVal val="visible"/>
                                      </p:to>
                                    </p:set>
                                    <p:animEffect transition="in" filter="box(in)">
                                      <p:cBhvr>
                                        <p:cTn id="16" dur="500"/>
                                        <p:tgtEl>
                                          <p:spTgt spid="19458">
                                            <p:txEl>
                                              <p:pRg st="4" end="4"/>
                                            </p:txEl>
                                          </p:spTgt>
                                        </p:tgtEl>
                                      </p:cBhvr>
                                    </p:animEffect>
                                  </p:childTnLst>
                                </p:cTn>
                              </p:par>
                              <p:par>
                                <p:cTn id="17" presetID="4" presetClass="entr" presetSubtype="16" fill="hold" nodeType="withEffect">
                                  <p:stCondLst>
                                    <p:cond delay="0"/>
                                  </p:stCondLst>
                                  <p:childTnLst>
                                    <p:set>
                                      <p:cBhvr>
                                        <p:cTn id="18" dur="1" fill="hold">
                                          <p:stCondLst>
                                            <p:cond delay="0"/>
                                          </p:stCondLst>
                                        </p:cTn>
                                        <p:tgtEl>
                                          <p:spTgt spid="19458">
                                            <p:txEl>
                                              <p:pRg st="5" end="5"/>
                                            </p:txEl>
                                          </p:spTgt>
                                        </p:tgtEl>
                                        <p:attrNameLst>
                                          <p:attrName>style.visibility</p:attrName>
                                        </p:attrNameLst>
                                      </p:cBhvr>
                                      <p:to>
                                        <p:strVal val="visible"/>
                                      </p:to>
                                    </p:set>
                                    <p:animEffect transition="in" filter="box(in)">
                                      <p:cBhvr>
                                        <p:cTn id="19" dur="500"/>
                                        <p:tgtEl>
                                          <p:spTgt spid="19458">
                                            <p:txEl>
                                              <p:pRg st="5" end="5"/>
                                            </p:txEl>
                                          </p:spTgt>
                                        </p:tgtEl>
                                      </p:cBhvr>
                                    </p:animEffect>
                                  </p:childTnLst>
                                </p:cTn>
                              </p:par>
                              <p:par>
                                <p:cTn id="20" presetID="4" presetClass="entr" presetSubtype="16" fill="hold" nodeType="withEffect">
                                  <p:stCondLst>
                                    <p:cond delay="0"/>
                                  </p:stCondLst>
                                  <p:childTnLst>
                                    <p:set>
                                      <p:cBhvr>
                                        <p:cTn id="21" dur="1" fill="hold">
                                          <p:stCondLst>
                                            <p:cond delay="0"/>
                                          </p:stCondLst>
                                        </p:cTn>
                                        <p:tgtEl>
                                          <p:spTgt spid="19458">
                                            <p:txEl>
                                              <p:pRg st="6" end="6"/>
                                            </p:txEl>
                                          </p:spTgt>
                                        </p:tgtEl>
                                        <p:attrNameLst>
                                          <p:attrName>style.visibility</p:attrName>
                                        </p:attrNameLst>
                                      </p:cBhvr>
                                      <p:to>
                                        <p:strVal val="visible"/>
                                      </p:to>
                                    </p:set>
                                    <p:animEffect transition="in" filter="box(in)">
                                      <p:cBhvr>
                                        <p:cTn id="22" dur="500"/>
                                        <p:tgtEl>
                                          <p:spTgt spid="19458">
                                            <p:txEl>
                                              <p:pRg st="6" end="6"/>
                                            </p:txEl>
                                          </p:spTgt>
                                        </p:tgtEl>
                                      </p:cBhvr>
                                    </p:animEffect>
                                  </p:childTnLst>
                                </p:cTn>
                              </p:par>
                              <p:par>
                                <p:cTn id="23" presetID="4" presetClass="entr" presetSubtype="16" fill="hold" nodeType="withEffect">
                                  <p:stCondLst>
                                    <p:cond delay="0"/>
                                  </p:stCondLst>
                                  <p:childTnLst>
                                    <p:set>
                                      <p:cBhvr>
                                        <p:cTn id="24" dur="1" fill="hold">
                                          <p:stCondLst>
                                            <p:cond delay="0"/>
                                          </p:stCondLst>
                                        </p:cTn>
                                        <p:tgtEl>
                                          <p:spTgt spid="19458">
                                            <p:txEl>
                                              <p:pRg st="8" end="8"/>
                                            </p:txEl>
                                          </p:spTgt>
                                        </p:tgtEl>
                                        <p:attrNameLst>
                                          <p:attrName>style.visibility</p:attrName>
                                        </p:attrNameLst>
                                      </p:cBhvr>
                                      <p:to>
                                        <p:strVal val="visible"/>
                                      </p:to>
                                    </p:set>
                                    <p:animEffect transition="in" filter="box(in)">
                                      <p:cBhvr>
                                        <p:cTn id="25" dur="500"/>
                                        <p:tgtEl>
                                          <p:spTgt spid="19458">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CF0D65F0-E199-428C-AABA-F76D700EABC8}"/>
              </a:ext>
            </a:extLst>
          </p:cNvPr>
          <p:cNvSpPr>
            <a:spLocks noGrp="1"/>
          </p:cNvSpPr>
          <p:nvPr>
            <p:ph type="dt" sz="quarter" idx="10"/>
          </p:nvPr>
        </p:nvSpPr>
        <p:spPr/>
        <p:txBody>
          <a:bodyPr/>
          <a:lstStyle/>
          <a:p>
            <a:pPr>
              <a:defRPr/>
            </a:pPr>
            <a:fld id="{8BA7B779-13A7-488A-A5BE-84EDBCD69051}" type="datetime1">
              <a:rPr lang="en-US" smtClean="0"/>
              <a:pPr>
                <a:defRPr/>
              </a:pPr>
              <a:t>5/17/2022</a:t>
            </a:fld>
            <a:endParaRPr lang="en-US"/>
          </a:p>
        </p:txBody>
      </p:sp>
      <p:sp>
        <p:nvSpPr>
          <p:cNvPr id="5" name="Footer Placeholder 4">
            <a:extLst>
              <a:ext uri="{FF2B5EF4-FFF2-40B4-BE49-F238E27FC236}">
                <a16:creationId xmlns:a16="http://schemas.microsoft.com/office/drawing/2014/main" id="{0E81354F-C1BF-4408-90F1-EF5022D95EE0}"/>
              </a:ext>
            </a:extLst>
          </p:cNvPr>
          <p:cNvSpPr>
            <a:spLocks noGrp="1"/>
          </p:cNvSpPr>
          <p:nvPr>
            <p:ph type="ftr" sz="quarter" idx="11"/>
          </p:nvPr>
        </p:nvSpPr>
        <p:spPr>
          <a:xfrm>
            <a:off x="2971800" y="6356350"/>
            <a:ext cx="6858000" cy="365125"/>
          </a:xfrm>
        </p:spPr>
        <p:txBody>
          <a:bodyPr/>
          <a:lstStyle/>
          <a:p>
            <a:pPr>
              <a:defRPr/>
            </a:pPr>
            <a:r>
              <a:rPr lang="en-US" dirty="0"/>
              <a:t>(Programming in Advanced Python)                                 Unit No:2</a:t>
            </a:r>
          </a:p>
        </p:txBody>
      </p:sp>
      <p:sp>
        <p:nvSpPr>
          <p:cNvPr id="104452" name="Slide Number Placeholder 5">
            <a:extLst>
              <a:ext uri="{FF2B5EF4-FFF2-40B4-BE49-F238E27FC236}">
                <a16:creationId xmlns:a16="http://schemas.microsoft.com/office/drawing/2014/main" id="{DF5C43DA-9D67-4739-81B1-7F141828F354}"/>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80E78657-B903-4265-A8BA-AEA4C436E2D9}" type="slidenum">
              <a:rPr lang="en-US" altLang="en-US" sz="1200" dirty="0">
                <a:solidFill>
                  <a:srgbClr val="898989"/>
                </a:solidFill>
              </a:rPr>
              <a:pPr>
                <a:spcBef>
                  <a:spcPct val="0"/>
                </a:spcBef>
                <a:buFontTx/>
                <a:buNone/>
              </a:pPr>
              <a:t>145</a:t>
            </a:fld>
            <a:endParaRPr lang="en-US" altLang="en-US" sz="1200">
              <a:solidFill>
                <a:srgbClr val="898989"/>
              </a:solidFill>
            </a:endParaRPr>
          </a:p>
        </p:txBody>
      </p:sp>
      <p:sp>
        <p:nvSpPr>
          <p:cNvPr id="7" name="Title 1">
            <a:extLst>
              <a:ext uri="{FF2B5EF4-FFF2-40B4-BE49-F238E27FC236}">
                <a16:creationId xmlns:a16="http://schemas.microsoft.com/office/drawing/2014/main" id="{C6EFB6F7-AD51-4EEF-ADAC-3626FB797B05}"/>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US" sz="3200" b="1" dirty="0">
                <a:latin typeface="Times New Roman" panose="02020603050405020304" pitchFamily="18" charset="0"/>
                <a:cs typeface="Times New Roman" panose="02020603050405020304" pitchFamily="18" charset="0"/>
              </a:rPr>
              <a:t>SUMMARY</a:t>
            </a:r>
          </a:p>
        </p:txBody>
      </p:sp>
      <p:sp>
        <p:nvSpPr>
          <p:cNvPr id="2" name="Rounded Rectangle 1">
            <a:extLst>
              <a:ext uri="{FF2B5EF4-FFF2-40B4-BE49-F238E27FC236}">
                <a16:creationId xmlns:a16="http://schemas.microsoft.com/office/drawing/2014/main" id="{B8390A07-E06B-442C-B354-C147C384D9F4}"/>
              </a:ext>
            </a:extLst>
          </p:cNvPr>
          <p:cNvSpPr/>
          <p:nvPr/>
        </p:nvSpPr>
        <p:spPr>
          <a:xfrm>
            <a:off x="1931119" y="1662023"/>
            <a:ext cx="9156700" cy="2817813"/>
          </a:xfrm>
          <a:prstGeom prst="roundRect">
            <a:avLst/>
          </a:prstGeom>
        </p:spPr>
        <p:style>
          <a:lnRef idx="2">
            <a:schemeClr val="accent6"/>
          </a:lnRef>
          <a:fillRef idx="1">
            <a:schemeClr val="lt1"/>
          </a:fillRef>
          <a:effectRef idx="0">
            <a:schemeClr val="accent6"/>
          </a:effectRef>
          <a:fontRef idx="minor">
            <a:schemeClr val="dk1"/>
          </a:fontRef>
        </p:style>
        <p:txBody>
          <a:bodyPr lIns="91440" tIns="45720" rIns="91440" bIns="45720" anchor="ctr"/>
          <a:lstStyle/>
          <a:p>
            <a:pPr algn="ctr">
              <a:defRPr/>
            </a:pPr>
            <a:r>
              <a:rPr lang="en-US" sz="2800" b="1" dirty="0">
                <a:latin typeface="Times New Roman"/>
                <a:cs typeface="Times New Roman"/>
              </a:rPr>
              <a:t>Polymorphism</a:t>
            </a:r>
            <a:r>
              <a:rPr lang="en-US" sz="2800" dirty="0">
                <a:latin typeface="Times New Roman"/>
                <a:cs typeface="Times New Roman"/>
              </a:rPr>
              <a:t> lets us define methods in the child class that have the same name as the methods in the parent class. </a:t>
            </a:r>
            <a:endParaRPr lang="en-US"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0CD39D-3614-4165-9B80-EDA446D54481}"/>
              </a:ext>
            </a:extLst>
          </p:cNvPr>
          <p:cNvSpPr>
            <a:spLocks noGrp="1"/>
          </p:cNvSpPr>
          <p:nvPr>
            <p:ph type="ctrTitle"/>
          </p:nvPr>
        </p:nvSpPr>
        <p:spPr>
          <a:xfrm>
            <a:off x="1600200" y="0"/>
            <a:ext cx="10591800" cy="877888"/>
          </a:xfrm>
        </p:spPr>
        <p:style>
          <a:lnRef idx="1">
            <a:schemeClr val="accent5"/>
          </a:lnRef>
          <a:fillRef idx="2">
            <a:schemeClr val="accent5"/>
          </a:fillRef>
          <a:effectRef idx="1">
            <a:schemeClr val="accent5"/>
          </a:effectRef>
          <a:fontRef idx="minor">
            <a:schemeClr val="dk1"/>
          </a:fontRef>
        </p:style>
        <p:txBody>
          <a:bodyPr rtlCol="0">
            <a:noAutofit/>
          </a:bodyPr>
          <a:lstStyle/>
          <a:p>
            <a:pPr eaLnBrk="1" fontAlgn="auto" hangingPunct="1">
              <a:spcAft>
                <a:spcPts val="0"/>
              </a:spcAft>
              <a:defRPr/>
            </a:pPr>
            <a:endParaRPr lang="en-US" sz="3200" b="1">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DB85B106-2FF9-4853-9DE6-4509A564034F}"/>
              </a:ext>
            </a:extLst>
          </p:cNvPr>
          <p:cNvSpPr>
            <a:spLocks noGrp="1"/>
          </p:cNvSpPr>
          <p:nvPr>
            <p:ph type="subTitle" idx="1"/>
          </p:nvPr>
        </p:nvSpPr>
        <p:spPr>
          <a:xfrm>
            <a:off x="3043687" y="2272552"/>
            <a:ext cx="6400800" cy="1544637"/>
          </a:xfrm>
        </p:spPr>
        <p:style>
          <a:lnRef idx="2">
            <a:schemeClr val="accent5"/>
          </a:lnRef>
          <a:fillRef idx="1">
            <a:schemeClr val="lt1"/>
          </a:fillRef>
          <a:effectRef idx="0">
            <a:schemeClr val="accent5"/>
          </a:effectRef>
          <a:fontRef idx="minor">
            <a:schemeClr val="dk1"/>
          </a:fontRef>
        </p:style>
        <p:txBody>
          <a:bodyPr rtlCol="0">
            <a:normAutofit/>
          </a:bodyPr>
          <a:lstStyle/>
          <a:p>
            <a:pPr eaLnBrk="1" fontAlgn="auto" hangingPunct="1">
              <a:spcAft>
                <a:spcPts val="0"/>
              </a:spcAft>
              <a:defRPr/>
            </a:pPr>
            <a:endParaRPr lang="en-US" sz="2400" b="1">
              <a:solidFill>
                <a:schemeClr val="tx1"/>
              </a:solidFill>
            </a:endParaRPr>
          </a:p>
          <a:p>
            <a:pPr eaLnBrk="1" fontAlgn="auto" hangingPunct="1">
              <a:spcAft>
                <a:spcPts val="0"/>
              </a:spcAft>
              <a:defRPr/>
            </a:pPr>
            <a:r>
              <a:rPr lang="en-US" sz="2800" b="1" dirty="0">
                <a:solidFill>
                  <a:schemeClr val="tx1"/>
                </a:solidFill>
                <a:latin typeface="Times New Roman"/>
                <a:cs typeface="Times New Roman"/>
              </a:rPr>
              <a:t>Introspection</a:t>
            </a:r>
            <a:endParaRPr lang="en-US" sz="2800" b="1" dirty="0">
              <a:solidFill>
                <a:schemeClr val="tx1"/>
              </a:solidFill>
              <a:latin typeface="Times New Roman" panose="02020603050405020304" pitchFamily="18" charset="0"/>
              <a:cs typeface="Times New Roman" panose="02020603050405020304" pitchFamily="18" charset="0"/>
            </a:endParaRPr>
          </a:p>
        </p:txBody>
      </p:sp>
      <p:pic>
        <p:nvPicPr>
          <p:cNvPr id="105478" name="Picture 3" descr="C:\Users\Manks\Downloads\128_calendar-schedule-credit-mortgage-date-512.png">
            <a:extLst>
              <a:ext uri="{FF2B5EF4-FFF2-40B4-BE49-F238E27FC236}">
                <a16:creationId xmlns:a16="http://schemas.microsoft.com/office/drawing/2014/main" id="{88A91CF7-8D3F-46D9-999E-CFC176A3DA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5943600"/>
            <a:ext cx="5334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Date Placeholder 8">
            <a:extLst>
              <a:ext uri="{FF2B5EF4-FFF2-40B4-BE49-F238E27FC236}">
                <a16:creationId xmlns:a16="http://schemas.microsoft.com/office/drawing/2014/main" id="{D82EC285-940C-451E-93CA-599737D8ECAC}"/>
              </a:ext>
            </a:extLst>
          </p:cNvPr>
          <p:cNvSpPr>
            <a:spLocks noGrp="1"/>
          </p:cNvSpPr>
          <p:nvPr>
            <p:ph type="dt" sz="quarter" idx="10"/>
          </p:nvPr>
        </p:nvSpPr>
        <p:spPr>
          <a:xfrm>
            <a:off x="1905000" y="6492875"/>
            <a:ext cx="2133600" cy="365125"/>
          </a:xfrm>
        </p:spPr>
        <p:txBody>
          <a:bodyPr/>
          <a:lstStyle/>
          <a:p>
            <a:pPr>
              <a:defRPr/>
            </a:pPr>
            <a:fld id="{E75F96E8-4582-4368-81E7-B67EEF6671F6}" type="datetime1">
              <a:rPr lang="en-US" smtClean="0"/>
              <a:pPr>
                <a:defRPr/>
              </a:pPr>
              <a:t>5/17/2022</a:t>
            </a:fld>
            <a:endParaRPr lang="en-US"/>
          </a:p>
        </p:txBody>
      </p:sp>
      <p:sp>
        <p:nvSpPr>
          <p:cNvPr id="105480" name="Slide Number Placeholder 9">
            <a:extLst>
              <a:ext uri="{FF2B5EF4-FFF2-40B4-BE49-F238E27FC236}">
                <a16:creationId xmlns:a16="http://schemas.microsoft.com/office/drawing/2014/main" id="{0A57626C-99EC-45E3-A653-CE67BF1849FB}"/>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B8C73EAC-1DD5-4312-9065-1F55FDB9AB95}" type="slidenum">
              <a:rPr lang="en-US" altLang="en-US" sz="1200" dirty="0">
                <a:solidFill>
                  <a:srgbClr val="898989"/>
                </a:solidFill>
              </a:rPr>
              <a:pPr>
                <a:spcBef>
                  <a:spcPct val="0"/>
                </a:spcBef>
                <a:buFontTx/>
                <a:buNone/>
              </a:pPr>
              <a:t>146</a:t>
            </a:fld>
            <a:endParaRPr lang="en-US" altLang="en-US" sz="1200">
              <a:solidFill>
                <a:srgbClr val="898989"/>
              </a:solidFill>
            </a:endParaRPr>
          </a:p>
        </p:txBody>
      </p:sp>
      <p:sp>
        <p:nvSpPr>
          <p:cNvPr id="13" name="Footer Placeholder 12">
            <a:extLst>
              <a:ext uri="{FF2B5EF4-FFF2-40B4-BE49-F238E27FC236}">
                <a16:creationId xmlns:a16="http://schemas.microsoft.com/office/drawing/2014/main" id="{93D237F6-7BF0-4EB3-9204-4261C35B6CC2}"/>
              </a:ext>
            </a:extLst>
          </p:cNvPr>
          <p:cNvSpPr>
            <a:spLocks noGrp="1"/>
          </p:cNvSpPr>
          <p:nvPr>
            <p:ph type="ftr" sz="quarter" idx="11"/>
          </p:nvPr>
        </p:nvSpPr>
        <p:spPr>
          <a:xfrm>
            <a:off x="2971800" y="6248400"/>
            <a:ext cx="7010400" cy="365125"/>
          </a:xfrm>
        </p:spPr>
        <p:txBody>
          <a:bodyPr/>
          <a:lstStyle/>
          <a:p>
            <a:pPr>
              <a:defRPr/>
            </a:pPr>
            <a:r>
              <a:rPr lang="en-US" dirty="0"/>
              <a:t>(Programming in Advanced Python)                                 Unit No:2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Content Placeholder 2">
            <a:extLst>
              <a:ext uri="{FF2B5EF4-FFF2-40B4-BE49-F238E27FC236}">
                <a16:creationId xmlns:a16="http://schemas.microsoft.com/office/drawing/2014/main" id="{B4E01105-F6BE-4492-B61E-029B15061AF6}"/>
              </a:ext>
            </a:extLst>
          </p:cNvPr>
          <p:cNvSpPr>
            <a:spLocks noGrp="1"/>
          </p:cNvSpPr>
          <p:nvPr>
            <p:ph idx="1"/>
          </p:nvPr>
        </p:nvSpPr>
        <p:spPr>
          <a:xfrm>
            <a:off x="1524000" y="1143000"/>
            <a:ext cx="10515600" cy="5181600"/>
          </a:xfrm>
        </p:spPr>
        <p:txBody>
          <a:bodyPr/>
          <a:lstStyle/>
          <a:p>
            <a:r>
              <a:rPr lang="en-IN" altLang="en-US" sz="2800" dirty="0">
                <a:latin typeface="Times New Roman" panose="02020603050405020304" pitchFamily="18" charset="0"/>
                <a:cs typeface="Times New Roman" panose="02020603050405020304" pitchFamily="18" charset="0"/>
              </a:rPr>
              <a:t>Introspection: Introspection types , Introspection objects </a:t>
            </a:r>
          </a:p>
          <a:p>
            <a:r>
              <a:rPr lang="en-IN" altLang="en-US" sz="2800" dirty="0">
                <a:latin typeface="Times New Roman" panose="02020603050405020304" pitchFamily="18" charset="0"/>
                <a:cs typeface="Times New Roman" panose="02020603050405020304" pitchFamily="18" charset="0"/>
              </a:rPr>
              <a:t>Introspection scopes, Inspect modules, Introspect tools</a:t>
            </a:r>
          </a:p>
        </p:txBody>
      </p:sp>
      <p:sp>
        <p:nvSpPr>
          <p:cNvPr id="6" name="Date Placeholder 5">
            <a:extLst>
              <a:ext uri="{FF2B5EF4-FFF2-40B4-BE49-F238E27FC236}">
                <a16:creationId xmlns:a16="http://schemas.microsoft.com/office/drawing/2014/main" id="{04D9484F-180D-4C1A-A972-8C4A49BC5DAF}"/>
              </a:ext>
            </a:extLst>
          </p:cNvPr>
          <p:cNvSpPr>
            <a:spLocks noGrp="1"/>
          </p:cNvSpPr>
          <p:nvPr>
            <p:ph type="dt" sz="quarter" idx="10"/>
          </p:nvPr>
        </p:nvSpPr>
        <p:spPr/>
        <p:txBody>
          <a:bodyPr/>
          <a:lstStyle/>
          <a:p>
            <a:pPr>
              <a:defRPr/>
            </a:pPr>
            <a:fld id="{3D8A9AD3-DB80-41B6-B7C3-E8F806B2B3E1}" type="datetime1">
              <a:rPr lang="en-US" smtClean="0"/>
              <a:pPr>
                <a:defRPr/>
              </a:pPr>
              <a:t>5/17/2022</a:t>
            </a:fld>
            <a:endParaRPr lang="en-US"/>
          </a:p>
        </p:txBody>
      </p:sp>
      <p:sp>
        <p:nvSpPr>
          <p:cNvPr id="107524" name="Slide Number Placeholder 6">
            <a:extLst>
              <a:ext uri="{FF2B5EF4-FFF2-40B4-BE49-F238E27FC236}">
                <a16:creationId xmlns:a16="http://schemas.microsoft.com/office/drawing/2014/main" id="{28B87FC2-BAD5-407D-A5B3-A1600FD8F2CF}"/>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DFAD8CB8-22C2-44FC-83D7-6E69F6D608C6}" type="slidenum">
              <a:rPr lang="en-US" altLang="en-US" sz="1200" dirty="0">
                <a:solidFill>
                  <a:srgbClr val="898989"/>
                </a:solidFill>
              </a:rPr>
              <a:pPr>
                <a:spcBef>
                  <a:spcPct val="0"/>
                </a:spcBef>
                <a:buFontTx/>
                <a:buNone/>
              </a:pPr>
              <a:t>147</a:t>
            </a:fld>
            <a:endParaRPr lang="en-US" altLang="en-US" sz="1200">
              <a:solidFill>
                <a:srgbClr val="898989"/>
              </a:solidFill>
            </a:endParaRPr>
          </a:p>
        </p:txBody>
      </p:sp>
      <p:sp>
        <p:nvSpPr>
          <p:cNvPr id="8" name="Title 1">
            <a:extLst>
              <a:ext uri="{FF2B5EF4-FFF2-40B4-BE49-F238E27FC236}">
                <a16:creationId xmlns:a16="http://schemas.microsoft.com/office/drawing/2014/main" id="{A128605A-1FB0-4EE8-821A-D0F7EB01B936}"/>
              </a:ext>
            </a:extLst>
          </p:cNvPr>
          <p:cNvSpPr txBox="1">
            <a:spLocks/>
          </p:cNvSpPr>
          <p:nvPr/>
        </p:nvSpPr>
        <p:spPr>
          <a:xfrm>
            <a:off x="1676400" y="0"/>
            <a:ext cx="105156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US" sz="3200" b="1" dirty="0">
                <a:latin typeface="Times New Roman" panose="02020603050405020304" pitchFamily="18" charset="0"/>
                <a:cs typeface="Times New Roman" panose="02020603050405020304" pitchFamily="18" charset="0"/>
              </a:rPr>
              <a:t>CONTENTS</a:t>
            </a:r>
          </a:p>
        </p:txBody>
      </p:sp>
      <p:sp>
        <p:nvSpPr>
          <p:cNvPr id="10" name="Footer Placeholder 9">
            <a:extLst>
              <a:ext uri="{FF2B5EF4-FFF2-40B4-BE49-F238E27FC236}">
                <a16:creationId xmlns:a16="http://schemas.microsoft.com/office/drawing/2014/main" id="{2CB8B75A-AC47-452C-A150-9D4667B09BCB}"/>
              </a:ext>
            </a:extLst>
          </p:cNvPr>
          <p:cNvSpPr>
            <a:spLocks noGrp="1"/>
          </p:cNvSpPr>
          <p:nvPr>
            <p:ph type="ftr" sz="quarter" idx="11"/>
          </p:nvPr>
        </p:nvSpPr>
        <p:spPr>
          <a:xfrm>
            <a:off x="3124200" y="6356350"/>
            <a:ext cx="6705600" cy="365125"/>
          </a:xfrm>
        </p:spPr>
        <p:txBody>
          <a:bodyPr/>
          <a:lstStyle/>
          <a:p>
            <a:pPr>
              <a:defRPr/>
            </a:pPr>
            <a:r>
              <a:rPr lang="en-US" dirty="0"/>
              <a:t>(Programming in Advanced Python)                                 Unit No:2</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074">
                                            <p:txEl>
                                              <p:pRg st="0" end="0"/>
                                            </p:txEl>
                                          </p:spTgt>
                                        </p:tgtEl>
                                        <p:attrNameLst>
                                          <p:attrName>style.visibility</p:attrName>
                                        </p:attrNameLst>
                                      </p:cBhvr>
                                      <p:to>
                                        <p:strVal val="visible"/>
                                      </p:to>
                                    </p:set>
                                    <p:animEffect transition="in" filter="blinds(horizontal)">
                                      <p:cBhvr>
                                        <p:cTn id="7" dur="500"/>
                                        <p:tgtEl>
                                          <p:spTgt spid="307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074">
                                            <p:txEl>
                                              <p:pRg st="1" end="1"/>
                                            </p:txEl>
                                          </p:spTgt>
                                        </p:tgtEl>
                                        <p:attrNameLst>
                                          <p:attrName>style.visibility</p:attrName>
                                        </p:attrNameLst>
                                      </p:cBhvr>
                                      <p:to>
                                        <p:strVal val="visible"/>
                                      </p:to>
                                    </p:set>
                                    <p:animEffect transition="in" filter="blinds(horizontal)">
                                      <p:cBhvr>
                                        <p:cTn id="12" dur="500"/>
                                        <p:tgtEl>
                                          <p:spTgt spid="307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4" grpId="0" build="p"/>
    </p:bld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Content Placeholder 2">
            <a:extLst>
              <a:ext uri="{FF2B5EF4-FFF2-40B4-BE49-F238E27FC236}">
                <a16:creationId xmlns:a16="http://schemas.microsoft.com/office/drawing/2014/main" id="{7CF1A3B3-D877-4071-8983-B8D12DC7906C}"/>
              </a:ext>
            </a:extLst>
          </p:cNvPr>
          <p:cNvSpPr>
            <a:spLocks noGrp="1"/>
          </p:cNvSpPr>
          <p:nvPr>
            <p:ph idx="1"/>
          </p:nvPr>
        </p:nvSpPr>
        <p:spPr>
          <a:xfrm>
            <a:off x="1676400" y="1143000"/>
            <a:ext cx="8610600" cy="4525963"/>
          </a:xfrm>
        </p:spPr>
        <p:txBody>
          <a:bodyPr/>
          <a:lstStyle/>
          <a:p>
            <a:pPr marL="0" indent="0" eaLnBrk="1" hangingPunct="1">
              <a:buNone/>
              <a:defRPr/>
            </a:pPr>
            <a:endParaRPr lang="en-US" altLang="en-US" sz="2800">
              <a:latin typeface="Times New Roman" panose="02020603050405020304" pitchFamily="18" charset="0"/>
              <a:cs typeface="Times New Roman" panose="02020603050405020304" pitchFamily="18" charset="0"/>
            </a:endParaRPr>
          </a:p>
          <a:p>
            <a:pPr eaLnBrk="1" hangingPunct="1">
              <a:defRPr/>
            </a:pPr>
            <a:r>
              <a:rPr lang="en-US" altLang="en-US" sz="2800" dirty="0">
                <a:latin typeface="Times New Roman" panose="02020603050405020304" pitchFamily="18" charset="0"/>
                <a:cs typeface="Times New Roman" panose="02020603050405020304" pitchFamily="18" charset="0"/>
              </a:rPr>
              <a:t>Loop</a:t>
            </a:r>
          </a:p>
          <a:p>
            <a:pPr eaLnBrk="1" hangingPunct="1">
              <a:defRPr/>
            </a:pPr>
            <a:r>
              <a:rPr lang="en-US" altLang="en-US" sz="2800" dirty="0">
                <a:latin typeface="Times New Roman" panose="02020603050405020304" pitchFamily="18" charset="0"/>
                <a:cs typeface="Times New Roman" panose="02020603050405020304" pitchFamily="18" charset="0"/>
              </a:rPr>
              <a:t>Method</a:t>
            </a:r>
          </a:p>
          <a:p>
            <a:pPr eaLnBrk="1" hangingPunct="1">
              <a:defRPr/>
            </a:pPr>
            <a:r>
              <a:rPr lang="en-US" altLang="en-US" sz="2800" dirty="0">
                <a:latin typeface="Times New Roman" panose="02020603050405020304" pitchFamily="18" charset="0"/>
                <a:cs typeface="Times New Roman" panose="02020603050405020304" pitchFamily="18" charset="0"/>
              </a:rPr>
              <a:t>Variables</a:t>
            </a:r>
          </a:p>
          <a:p>
            <a:pPr eaLnBrk="1" hangingPunct="1">
              <a:defRPr/>
            </a:pPr>
            <a:r>
              <a:rPr lang="en-US" altLang="en-US" sz="2800" dirty="0">
                <a:latin typeface="Times New Roman" panose="02020603050405020304" pitchFamily="18" charset="0"/>
                <a:cs typeface="Times New Roman" panose="02020603050405020304" pitchFamily="18" charset="0"/>
              </a:rPr>
              <a:t>Class , Objects</a:t>
            </a:r>
          </a:p>
          <a:p>
            <a:pPr eaLnBrk="1" hangingPunct="1">
              <a:defRPr/>
            </a:pPr>
            <a:r>
              <a:rPr lang="en-US" altLang="en-US" sz="2800" dirty="0">
                <a:latin typeface="Times New Roman" panose="02020603050405020304" pitchFamily="18" charset="0"/>
                <a:cs typeface="Times New Roman" panose="02020603050405020304" pitchFamily="18" charset="0"/>
              </a:rPr>
              <a:t>Constructor</a:t>
            </a:r>
          </a:p>
          <a:p>
            <a:pPr marL="0" indent="0" eaLnBrk="1" hangingPunct="1">
              <a:buFont typeface="Arial" panose="020B0604020202020204" pitchFamily="34" charset="0"/>
              <a:buNone/>
              <a:defRPr/>
            </a:pPr>
            <a:endParaRPr lang="en-US" altLang="en-US" sz="240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09545432-5272-4F1D-A14E-AD8C05C0FA65}"/>
              </a:ext>
            </a:extLst>
          </p:cNvPr>
          <p:cNvSpPr>
            <a:spLocks noGrp="1"/>
          </p:cNvSpPr>
          <p:nvPr>
            <p:ph type="dt" sz="quarter" idx="10"/>
          </p:nvPr>
        </p:nvSpPr>
        <p:spPr/>
        <p:txBody>
          <a:bodyPr/>
          <a:lstStyle/>
          <a:p>
            <a:pPr>
              <a:defRPr/>
            </a:pPr>
            <a:fld id="{E5B1D042-AE07-48FD-B166-EB22933059AD}" type="datetime1">
              <a:rPr lang="en-US" smtClean="0"/>
              <a:pPr>
                <a:defRPr/>
              </a:pPr>
              <a:t>5/17/2022</a:t>
            </a:fld>
            <a:endParaRPr lang="en-US"/>
          </a:p>
        </p:txBody>
      </p:sp>
      <p:sp>
        <p:nvSpPr>
          <p:cNvPr id="5" name="Footer Placeholder 4">
            <a:extLst>
              <a:ext uri="{FF2B5EF4-FFF2-40B4-BE49-F238E27FC236}">
                <a16:creationId xmlns:a16="http://schemas.microsoft.com/office/drawing/2014/main" id="{AB24134C-6983-4121-B6CB-A20C6A3A9FD0}"/>
              </a:ext>
            </a:extLst>
          </p:cNvPr>
          <p:cNvSpPr>
            <a:spLocks noGrp="1"/>
          </p:cNvSpPr>
          <p:nvPr>
            <p:ph type="ftr" sz="quarter" idx="11"/>
          </p:nvPr>
        </p:nvSpPr>
        <p:spPr>
          <a:xfrm>
            <a:off x="2895600" y="6356350"/>
            <a:ext cx="7010400" cy="365125"/>
          </a:xfrm>
        </p:spPr>
        <p:txBody>
          <a:bodyPr/>
          <a:lstStyle/>
          <a:p>
            <a:pPr>
              <a:defRPr/>
            </a:pPr>
            <a:r>
              <a:rPr lang="en-US" dirty="0"/>
              <a:t>(Programming in Advanced Python)                                 Unit No:2</a:t>
            </a:r>
          </a:p>
        </p:txBody>
      </p:sp>
      <p:sp>
        <p:nvSpPr>
          <p:cNvPr id="110597" name="Slide Number Placeholder 5">
            <a:extLst>
              <a:ext uri="{FF2B5EF4-FFF2-40B4-BE49-F238E27FC236}">
                <a16:creationId xmlns:a16="http://schemas.microsoft.com/office/drawing/2014/main" id="{3AF348F1-E99A-41D4-9C57-E397AC3A78B5}"/>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DFD2F51E-3681-4A5E-B317-BC59131CD3EF}" type="slidenum">
              <a:rPr lang="en-US" altLang="en-US" sz="1200" dirty="0">
                <a:solidFill>
                  <a:srgbClr val="898989"/>
                </a:solidFill>
              </a:rPr>
              <a:pPr>
                <a:spcBef>
                  <a:spcPct val="0"/>
                </a:spcBef>
                <a:buFontTx/>
                <a:buNone/>
              </a:pPr>
              <a:t>148</a:t>
            </a:fld>
            <a:endParaRPr lang="en-US" altLang="en-US" sz="1200">
              <a:solidFill>
                <a:srgbClr val="898989"/>
              </a:solidFill>
            </a:endParaRPr>
          </a:p>
        </p:txBody>
      </p:sp>
      <p:sp>
        <p:nvSpPr>
          <p:cNvPr id="7" name="Title 1">
            <a:extLst>
              <a:ext uri="{FF2B5EF4-FFF2-40B4-BE49-F238E27FC236}">
                <a16:creationId xmlns:a16="http://schemas.microsoft.com/office/drawing/2014/main" id="{5B06DFBF-3FD2-4483-9A71-33801950B6FB}"/>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lIns="91440" tIns="45720" rIns="91440" bIns="45720" anchor="ctr"/>
          <a:lstStyle/>
          <a:p>
            <a:pPr algn="ctr" eaLnBrk="1" fontAlgn="auto" hangingPunct="1">
              <a:spcAft>
                <a:spcPts val="0"/>
              </a:spcAft>
              <a:defRPr/>
            </a:pPr>
            <a:r>
              <a:rPr lang="en-US" sz="3200" b="1" dirty="0">
                <a:latin typeface="Times New Roman"/>
                <a:cs typeface="Times New Roman"/>
              </a:rPr>
              <a:t>Prerequisite and Recap(CO2)</a:t>
            </a:r>
            <a:endParaRPr lang="en-US" sz="3200" b="1"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170">
                                            <p:txEl>
                                              <p:pRg st="1" end="1"/>
                                            </p:txEl>
                                          </p:spTgt>
                                        </p:tgtEl>
                                        <p:attrNameLst>
                                          <p:attrName>style.visibility</p:attrName>
                                        </p:attrNameLst>
                                      </p:cBhvr>
                                      <p:to>
                                        <p:strVal val="visible"/>
                                      </p:to>
                                    </p:set>
                                    <p:animEffect transition="in" filter="blinds(horizontal)">
                                      <p:cBhvr>
                                        <p:cTn id="7" dur="500"/>
                                        <p:tgtEl>
                                          <p:spTgt spid="7170">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170">
                                            <p:txEl>
                                              <p:pRg st="2" end="2"/>
                                            </p:txEl>
                                          </p:spTgt>
                                        </p:tgtEl>
                                        <p:attrNameLst>
                                          <p:attrName>style.visibility</p:attrName>
                                        </p:attrNameLst>
                                      </p:cBhvr>
                                      <p:to>
                                        <p:strVal val="visible"/>
                                      </p:to>
                                    </p:set>
                                    <p:animEffect transition="in" filter="blinds(horizontal)">
                                      <p:cBhvr>
                                        <p:cTn id="12" dur="500"/>
                                        <p:tgtEl>
                                          <p:spTgt spid="7170">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170">
                                            <p:txEl>
                                              <p:pRg st="3" end="3"/>
                                            </p:txEl>
                                          </p:spTgt>
                                        </p:tgtEl>
                                        <p:attrNameLst>
                                          <p:attrName>style.visibility</p:attrName>
                                        </p:attrNameLst>
                                      </p:cBhvr>
                                      <p:to>
                                        <p:strVal val="visible"/>
                                      </p:to>
                                    </p:set>
                                    <p:animEffect transition="in" filter="blinds(horizontal)">
                                      <p:cBhvr>
                                        <p:cTn id="17" dur="500"/>
                                        <p:tgtEl>
                                          <p:spTgt spid="7170">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7170">
                                            <p:txEl>
                                              <p:pRg st="4" end="4"/>
                                            </p:txEl>
                                          </p:spTgt>
                                        </p:tgtEl>
                                        <p:attrNameLst>
                                          <p:attrName>style.visibility</p:attrName>
                                        </p:attrNameLst>
                                      </p:cBhvr>
                                      <p:to>
                                        <p:strVal val="visible"/>
                                      </p:to>
                                    </p:set>
                                    <p:animEffect transition="in" filter="blinds(horizontal)">
                                      <p:cBhvr>
                                        <p:cTn id="22" dur="500"/>
                                        <p:tgtEl>
                                          <p:spTgt spid="7170">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7170">
                                            <p:txEl>
                                              <p:pRg st="5" end="5"/>
                                            </p:txEl>
                                          </p:spTgt>
                                        </p:tgtEl>
                                        <p:attrNameLst>
                                          <p:attrName>style.visibility</p:attrName>
                                        </p:attrNameLst>
                                      </p:cBhvr>
                                      <p:to>
                                        <p:strVal val="visible"/>
                                      </p:to>
                                    </p:set>
                                    <p:animEffect transition="in" filter="blinds(horizontal)">
                                      <p:cBhvr>
                                        <p:cTn id="27" dur="500"/>
                                        <p:tgtEl>
                                          <p:spTgt spid="7170">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0" grpId="0" build="p"/>
    </p:bld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Content Placeholder 2">
            <a:extLst>
              <a:ext uri="{FF2B5EF4-FFF2-40B4-BE49-F238E27FC236}">
                <a16:creationId xmlns:a16="http://schemas.microsoft.com/office/drawing/2014/main" id="{A7A4D77C-46AA-4E31-969E-978C63FC2D47}"/>
              </a:ext>
            </a:extLst>
          </p:cNvPr>
          <p:cNvSpPr>
            <a:spLocks noGrp="1"/>
          </p:cNvSpPr>
          <p:nvPr>
            <p:ph idx="1"/>
          </p:nvPr>
        </p:nvSpPr>
        <p:spPr>
          <a:xfrm>
            <a:off x="1600200" y="1143000"/>
            <a:ext cx="10210800" cy="5105400"/>
          </a:xfrm>
        </p:spPr>
        <p:txBody>
          <a:bodyPr/>
          <a:lstStyle/>
          <a:p>
            <a:pPr marL="0" indent="0" algn="just" eaLnBrk="1" hangingPunct="1">
              <a:buFont typeface="Arial" panose="020B0604020202020204" pitchFamily="34" charset="0"/>
              <a:buNone/>
              <a:defRPr/>
            </a:pPr>
            <a:r>
              <a:rPr lang="en-US" altLang="en-US" sz="2800" b="1" dirty="0">
                <a:latin typeface="Times New Roman"/>
                <a:cs typeface="Times New Roman"/>
              </a:rPr>
              <a:t>After you have read and studied this topic, you should be able to:</a:t>
            </a:r>
            <a:endParaRPr lang="en-US" altLang="en-US" sz="2800" b="1">
              <a:latin typeface="Times New Roman" panose="02020603050405020304" pitchFamily="18" charset="0"/>
              <a:cs typeface="Times New Roman" panose="02020603050405020304" pitchFamily="18" charset="0"/>
            </a:endParaRPr>
          </a:p>
          <a:p>
            <a:pPr lvl="1" algn="just">
              <a:lnSpc>
                <a:spcPct val="150000"/>
              </a:lnSpc>
              <a:buFont typeface="Arial" panose="020B0604020202020204" pitchFamily="34" charset="0"/>
              <a:buChar char="•"/>
              <a:defRPr/>
            </a:pPr>
            <a:r>
              <a:rPr lang="en-US" altLang="en-US" dirty="0">
                <a:latin typeface="Times New Roman" panose="02020603050405020304" pitchFamily="18" charset="0"/>
                <a:cs typeface="Times New Roman" panose="02020603050405020304" pitchFamily="18" charset="0"/>
              </a:rPr>
              <a:t>Understand Introspection using python.</a:t>
            </a:r>
          </a:p>
          <a:p>
            <a:pPr lvl="1" algn="just">
              <a:lnSpc>
                <a:spcPct val="150000"/>
              </a:lnSpc>
              <a:buFont typeface="Arial" panose="020B0604020202020204" pitchFamily="34" charset="0"/>
              <a:buChar char="•"/>
              <a:defRPr/>
            </a:pPr>
            <a:r>
              <a:rPr lang="en-US" altLang="en-US" dirty="0">
                <a:latin typeface="Times New Roman" panose="02020603050405020304" pitchFamily="18" charset="0"/>
                <a:cs typeface="Times New Roman" panose="02020603050405020304" pitchFamily="18" charset="0"/>
              </a:rPr>
              <a:t>Understand Introspection tools using python.</a:t>
            </a:r>
          </a:p>
          <a:p>
            <a:pPr lvl="1" algn="just">
              <a:lnSpc>
                <a:spcPct val="150000"/>
              </a:lnSpc>
              <a:buFont typeface="Arial" panose="020B0604020202020204" pitchFamily="34" charset="0"/>
              <a:buChar char="•"/>
              <a:defRPr/>
            </a:pPr>
            <a:endParaRPr lang="en-US" altLang="en-US">
              <a:latin typeface="Times New Roman" panose="02020603050405020304" pitchFamily="18" charset="0"/>
              <a:cs typeface="Times New Roman" panose="02020603050405020304" pitchFamily="18" charset="0"/>
            </a:endParaRPr>
          </a:p>
          <a:p>
            <a:pPr lvl="1" algn="just">
              <a:lnSpc>
                <a:spcPct val="150000"/>
              </a:lnSpc>
              <a:buFont typeface="Arial" panose="020B0604020202020204" pitchFamily="34" charset="0"/>
              <a:buChar char="•"/>
              <a:defRPr/>
            </a:pPr>
            <a:endParaRPr lang="en-US" altLang="en-US">
              <a:latin typeface="Times New Roman" panose="02020603050405020304" pitchFamily="18" charset="0"/>
              <a:cs typeface="Times New Roman" panose="02020603050405020304" pitchFamily="18" charset="0"/>
            </a:endParaRPr>
          </a:p>
          <a:p>
            <a:pPr eaLnBrk="1" hangingPunct="1">
              <a:defRPr/>
            </a:pPr>
            <a:endParaRPr lang="en-US" altLang="en-US" sz="2400"/>
          </a:p>
        </p:txBody>
      </p:sp>
      <p:sp>
        <p:nvSpPr>
          <p:cNvPr id="4" name="Date Placeholder 3">
            <a:extLst>
              <a:ext uri="{FF2B5EF4-FFF2-40B4-BE49-F238E27FC236}">
                <a16:creationId xmlns:a16="http://schemas.microsoft.com/office/drawing/2014/main" id="{3E460D54-2481-4A10-9CCB-CFA3ABEEB6C9}"/>
              </a:ext>
            </a:extLst>
          </p:cNvPr>
          <p:cNvSpPr>
            <a:spLocks noGrp="1"/>
          </p:cNvSpPr>
          <p:nvPr>
            <p:ph type="dt" sz="quarter" idx="10"/>
          </p:nvPr>
        </p:nvSpPr>
        <p:spPr/>
        <p:txBody>
          <a:bodyPr/>
          <a:lstStyle/>
          <a:p>
            <a:pPr>
              <a:defRPr/>
            </a:pPr>
            <a:fld id="{A4ABBC88-05F9-46D8-BB30-716A224DDB12}" type="datetime1">
              <a:rPr lang="en-US" smtClean="0"/>
              <a:pPr>
                <a:defRPr/>
              </a:pPr>
              <a:t>5/17/2022</a:t>
            </a:fld>
            <a:endParaRPr lang="en-US"/>
          </a:p>
        </p:txBody>
      </p:sp>
      <p:sp>
        <p:nvSpPr>
          <p:cNvPr id="5" name="Footer Placeholder 4">
            <a:extLst>
              <a:ext uri="{FF2B5EF4-FFF2-40B4-BE49-F238E27FC236}">
                <a16:creationId xmlns:a16="http://schemas.microsoft.com/office/drawing/2014/main" id="{F26FAC44-4A0F-41E1-A097-082DE9C87A3F}"/>
              </a:ext>
            </a:extLst>
          </p:cNvPr>
          <p:cNvSpPr>
            <a:spLocks noGrp="1"/>
          </p:cNvSpPr>
          <p:nvPr>
            <p:ph type="ftr" sz="quarter" idx="11"/>
          </p:nvPr>
        </p:nvSpPr>
        <p:spPr>
          <a:xfrm>
            <a:off x="2971800" y="6248400"/>
            <a:ext cx="6781800" cy="365125"/>
          </a:xfrm>
        </p:spPr>
        <p:txBody>
          <a:bodyPr/>
          <a:lstStyle/>
          <a:p>
            <a:pPr>
              <a:defRPr/>
            </a:pPr>
            <a:r>
              <a:rPr lang="en-US" dirty="0"/>
              <a:t>(Programming in Advanced Python)                                 Unit No:2</a:t>
            </a:r>
          </a:p>
        </p:txBody>
      </p:sp>
      <p:sp>
        <p:nvSpPr>
          <p:cNvPr id="111621" name="Slide Number Placeholder 5">
            <a:extLst>
              <a:ext uri="{FF2B5EF4-FFF2-40B4-BE49-F238E27FC236}">
                <a16:creationId xmlns:a16="http://schemas.microsoft.com/office/drawing/2014/main" id="{C292E7FA-CC93-43F0-8ED3-EB35DF3E1BD4}"/>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DB0A9601-2D2E-4E47-B1D4-BFCA5959A6C1}" type="slidenum">
              <a:rPr lang="en-US" altLang="en-US" sz="1200" dirty="0">
                <a:solidFill>
                  <a:srgbClr val="898989"/>
                </a:solidFill>
              </a:rPr>
              <a:pPr>
                <a:spcBef>
                  <a:spcPct val="0"/>
                </a:spcBef>
                <a:buFontTx/>
                <a:buNone/>
              </a:pPr>
              <a:t>149</a:t>
            </a:fld>
            <a:endParaRPr lang="en-US" altLang="en-US" sz="1200">
              <a:solidFill>
                <a:srgbClr val="898989"/>
              </a:solidFill>
            </a:endParaRPr>
          </a:p>
        </p:txBody>
      </p:sp>
      <p:sp>
        <p:nvSpPr>
          <p:cNvPr id="7" name="Title 1">
            <a:extLst>
              <a:ext uri="{FF2B5EF4-FFF2-40B4-BE49-F238E27FC236}">
                <a16:creationId xmlns:a16="http://schemas.microsoft.com/office/drawing/2014/main" id="{0183C303-9D5F-4CF2-8E4F-719676B8BF0D}"/>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lIns="91440" tIns="45720" rIns="91440" bIns="45720" anchor="ctr"/>
          <a:lstStyle/>
          <a:p>
            <a:pPr algn="ctr" fontAlgn="auto">
              <a:spcAft>
                <a:spcPts val="0"/>
              </a:spcAft>
              <a:defRPr/>
            </a:pPr>
            <a:r>
              <a:rPr lang="en-US" sz="3200" b="1" dirty="0">
                <a:latin typeface="Times New Roman"/>
                <a:cs typeface="Times New Roman"/>
              </a:rPr>
              <a:t>Topic Objectives(CO2)</a:t>
            </a:r>
            <a:endParaRPr lang="en-US" sz="3200" b="1" dirty="0">
              <a:latin typeface="Times New Roman" pitchFamily="18" charset="0"/>
              <a:cs typeface="Times New Roman" pitchFamily="18"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4098">
                                            <p:txEl>
                                              <p:pRg st="0" end="0"/>
                                            </p:txEl>
                                          </p:spTgt>
                                        </p:tgtEl>
                                        <p:attrNameLst>
                                          <p:attrName>style.visibility</p:attrName>
                                        </p:attrNameLst>
                                      </p:cBhvr>
                                      <p:to>
                                        <p:strVal val="visible"/>
                                      </p:to>
                                    </p:set>
                                    <p:animEffect transition="in" filter="box(in)">
                                      <p:cBhvr>
                                        <p:cTn id="7" dur="500"/>
                                        <p:tgtEl>
                                          <p:spTgt spid="4098">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4098">
                                            <p:txEl>
                                              <p:pRg st="1" end="1"/>
                                            </p:txEl>
                                          </p:spTgt>
                                        </p:tgtEl>
                                        <p:attrNameLst>
                                          <p:attrName>style.visibility</p:attrName>
                                        </p:attrNameLst>
                                      </p:cBhvr>
                                      <p:to>
                                        <p:strVal val="visible"/>
                                      </p:to>
                                    </p:set>
                                    <p:animEffect transition="in" filter="box(in)">
                                      <p:cBhvr>
                                        <p:cTn id="12" dur="500"/>
                                        <p:tgtEl>
                                          <p:spTgt spid="4098">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4098">
                                            <p:txEl>
                                              <p:pRg st="2" end="2"/>
                                            </p:txEl>
                                          </p:spTgt>
                                        </p:tgtEl>
                                        <p:attrNameLst>
                                          <p:attrName>style.visibility</p:attrName>
                                        </p:attrNameLst>
                                      </p:cBhvr>
                                      <p:to>
                                        <p:strVal val="visible"/>
                                      </p:to>
                                    </p:set>
                                    <p:animEffect transition="in" filter="box(in)">
                                      <p:cBhvr>
                                        <p:cTn id="17" dur="500"/>
                                        <p:tgtEl>
                                          <p:spTgt spid="409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08A7DA2-2AF4-4B48-BC3F-4B83A16C4301}"/>
              </a:ext>
            </a:extLst>
          </p:cNvPr>
          <p:cNvSpPr>
            <a:spLocks noGrp="1"/>
          </p:cNvSpPr>
          <p:nvPr>
            <p:ph idx="1"/>
          </p:nvPr>
        </p:nvSpPr>
        <p:spPr>
          <a:xfrm>
            <a:off x="1600200" y="990600"/>
            <a:ext cx="10363200" cy="5105400"/>
          </a:xfrm>
        </p:spPr>
        <p:txBody>
          <a:bodyPr/>
          <a:lstStyle/>
          <a:p>
            <a:pPr algn="just">
              <a:defRPr/>
            </a:pPr>
            <a:r>
              <a:rPr lang="en-US" sz="2800" b="1" dirty="0">
                <a:latin typeface="Times New Roman" panose="02020603050405020304" pitchFamily="18" charset="0"/>
                <a:cs typeface="Times New Roman" panose="02020603050405020304" pitchFamily="18" charset="0"/>
              </a:rPr>
              <a:t>Introspection</a:t>
            </a:r>
            <a:r>
              <a:rPr lang="en-US" sz="2800" dirty="0">
                <a:latin typeface="Times New Roman" panose="02020603050405020304" pitchFamily="18" charset="0"/>
                <a:cs typeface="Times New Roman" panose="02020603050405020304" pitchFamily="18" charset="0"/>
              </a:rPr>
              <a:t> is an ability to determine the type of an object at runtime. </a:t>
            </a:r>
          </a:p>
          <a:p>
            <a:pPr algn="just">
              <a:defRPr/>
            </a:pPr>
            <a:r>
              <a:rPr lang="en-US" sz="2800" dirty="0">
                <a:latin typeface="Times New Roman" panose="02020603050405020304" pitchFamily="18" charset="0"/>
                <a:cs typeface="Times New Roman" panose="02020603050405020304" pitchFamily="18" charset="0"/>
              </a:rPr>
              <a:t>Everything in </a:t>
            </a:r>
            <a:r>
              <a:rPr lang="en-US" sz="2800" b="1" dirty="0">
                <a:latin typeface="Times New Roman" panose="02020603050405020304" pitchFamily="18" charset="0"/>
                <a:cs typeface="Times New Roman" panose="02020603050405020304" pitchFamily="18" charset="0"/>
              </a:rPr>
              <a:t>python</a:t>
            </a:r>
            <a:r>
              <a:rPr lang="en-US" sz="2800" dirty="0">
                <a:latin typeface="Times New Roman" panose="02020603050405020304" pitchFamily="18" charset="0"/>
                <a:cs typeface="Times New Roman" panose="02020603050405020304" pitchFamily="18" charset="0"/>
              </a:rPr>
              <a:t> is an object.</a:t>
            </a:r>
          </a:p>
          <a:p>
            <a:pPr algn="just">
              <a:defRPr/>
            </a:pPr>
            <a:r>
              <a:rPr lang="en-US" sz="2800" dirty="0">
                <a:latin typeface="Times New Roman" panose="02020603050405020304" pitchFamily="18" charset="0"/>
                <a:cs typeface="Times New Roman" panose="02020603050405020304" pitchFamily="18" charset="0"/>
              </a:rPr>
              <a:t>Every object in </a:t>
            </a:r>
            <a:r>
              <a:rPr lang="en-US" sz="2800" b="1" dirty="0">
                <a:latin typeface="Times New Roman" panose="02020603050405020304" pitchFamily="18" charset="0"/>
                <a:cs typeface="Times New Roman" panose="02020603050405020304" pitchFamily="18" charset="0"/>
              </a:rPr>
              <a:t>Python</a:t>
            </a:r>
            <a:r>
              <a:rPr lang="en-US" sz="2800" dirty="0">
                <a:latin typeface="Times New Roman" panose="02020603050405020304" pitchFamily="18" charset="0"/>
                <a:cs typeface="Times New Roman" panose="02020603050405020304" pitchFamily="18" charset="0"/>
              </a:rPr>
              <a:t> may have attributes and methods.</a:t>
            </a:r>
          </a:p>
          <a:p>
            <a:pPr algn="just">
              <a:defRPr/>
            </a:pPr>
            <a:r>
              <a:rPr lang="en-US" sz="2800" dirty="0">
                <a:latin typeface="Times New Roman" panose="02020603050405020304" pitchFamily="18" charset="0"/>
                <a:cs typeface="Times New Roman" panose="02020603050405020304" pitchFamily="18" charset="0"/>
              </a:rPr>
              <a:t>Introspection reveals useful information about your program’s objects. </a:t>
            </a:r>
          </a:p>
          <a:p>
            <a:pPr marL="0" indent="0">
              <a:buFont typeface="Arial" panose="020B0604020202020204" pitchFamily="34" charset="0"/>
              <a:buNone/>
              <a:defRPr/>
            </a:pPr>
            <a:endParaRPr lang="en-US" sz="280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ADFAA7EE-3585-4298-8F09-26EEBB85CADF}"/>
              </a:ext>
            </a:extLst>
          </p:cNvPr>
          <p:cNvSpPr>
            <a:spLocks noGrp="1"/>
          </p:cNvSpPr>
          <p:nvPr>
            <p:ph type="dt" sz="quarter" idx="10"/>
          </p:nvPr>
        </p:nvSpPr>
        <p:spPr/>
        <p:txBody>
          <a:bodyPr/>
          <a:lstStyle/>
          <a:p>
            <a:pPr>
              <a:defRPr/>
            </a:pPr>
            <a:fld id="{C0A01454-CC5E-4599-AC39-935A41ED3C4B}" type="datetime1">
              <a:rPr lang="en-US" smtClean="0"/>
              <a:pPr>
                <a:defRPr/>
              </a:pPr>
              <a:t>5/17/2022</a:t>
            </a:fld>
            <a:endParaRPr lang="en-US"/>
          </a:p>
        </p:txBody>
      </p:sp>
      <p:sp>
        <p:nvSpPr>
          <p:cNvPr id="5" name="Footer Placeholder 4">
            <a:extLst>
              <a:ext uri="{FF2B5EF4-FFF2-40B4-BE49-F238E27FC236}">
                <a16:creationId xmlns:a16="http://schemas.microsoft.com/office/drawing/2014/main" id="{94286EF6-1963-401A-B7D3-5932B100B06F}"/>
              </a:ext>
            </a:extLst>
          </p:cNvPr>
          <p:cNvSpPr>
            <a:spLocks noGrp="1"/>
          </p:cNvSpPr>
          <p:nvPr>
            <p:ph type="ftr" sz="quarter" idx="11"/>
          </p:nvPr>
        </p:nvSpPr>
        <p:spPr>
          <a:xfrm>
            <a:off x="2819400" y="6356350"/>
            <a:ext cx="7010400" cy="365125"/>
          </a:xfrm>
        </p:spPr>
        <p:txBody>
          <a:bodyPr/>
          <a:lstStyle/>
          <a:p>
            <a:pPr>
              <a:defRPr/>
            </a:pPr>
            <a:r>
              <a:rPr lang="en-US" dirty="0"/>
              <a:t>(Programming in Advanced Python)                                 Unit No:2</a:t>
            </a:r>
          </a:p>
        </p:txBody>
      </p:sp>
      <p:sp>
        <p:nvSpPr>
          <p:cNvPr id="112645" name="Slide Number Placeholder 5">
            <a:extLst>
              <a:ext uri="{FF2B5EF4-FFF2-40B4-BE49-F238E27FC236}">
                <a16:creationId xmlns:a16="http://schemas.microsoft.com/office/drawing/2014/main" id="{5E2F655A-C35C-48F8-A8E1-854884C2407E}"/>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03925E59-1977-4943-B7B6-6C6533E7656B}" type="slidenum">
              <a:rPr lang="en-US" altLang="en-US" sz="1200" dirty="0">
                <a:solidFill>
                  <a:srgbClr val="898989"/>
                </a:solidFill>
              </a:rPr>
              <a:pPr>
                <a:spcBef>
                  <a:spcPct val="0"/>
                </a:spcBef>
                <a:buFontTx/>
                <a:buNone/>
              </a:pPr>
              <a:t>150</a:t>
            </a:fld>
            <a:endParaRPr lang="en-US" altLang="en-US" sz="1200">
              <a:solidFill>
                <a:srgbClr val="898989"/>
              </a:solidFill>
            </a:endParaRPr>
          </a:p>
        </p:txBody>
      </p:sp>
      <p:sp>
        <p:nvSpPr>
          <p:cNvPr id="8" name="Title 1">
            <a:extLst>
              <a:ext uri="{FF2B5EF4-FFF2-40B4-BE49-F238E27FC236}">
                <a16:creationId xmlns:a16="http://schemas.microsoft.com/office/drawing/2014/main" id="{C8243B80-3411-485A-80E5-E66837AE86BD}"/>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US" sz="3200" b="1" dirty="0">
                <a:latin typeface="Times New Roman" panose="02020603050405020304" pitchFamily="18" charset="0"/>
                <a:cs typeface="Times New Roman" pitchFamily="18" charset="0"/>
              </a:rPr>
              <a:t>Introspection(CO2)</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3AECB2F-E820-4FCA-8454-1496885B0EFB}"/>
              </a:ext>
            </a:extLst>
          </p:cNvPr>
          <p:cNvSpPr>
            <a:spLocks noGrp="1"/>
          </p:cNvSpPr>
          <p:nvPr>
            <p:ph idx="1"/>
          </p:nvPr>
        </p:nvSpPr>
        <p:spPr>
          <a:xfrm>
            <a:off x="1600200" y="990600"/>
            <a:ext cx="10363200" cy="5365750"/>
          </a:xfrm>
        </p:spPr>
        <p:txBody>
          <a:bodyPr/>
          <a:lstStyle/>
          <a:p>
            <a:pPr algn="just">
              <a:defRPr/>
            </a:pPr>
            <a:r>
              <a:rPr lang="en-US" sz="2800" dirty="0">
                <a:latin typeface="Times New Roman" panose="02020603050405020304" pitchFamily="18" charset="0"/>
                <a:cs typeface="Times New Roman" panose="02020603050405020304" pitchFamily="18" charset="0"/>
              </a:rPr>
              <a:t>Code </a:t>
            </a:r>
            <a:r>
              <a:rPr lang="en-US" sz="2800" b="1" dirty="0">
                <a:latin typeface="Times New Roman" panose="02020603050405020304" pitchFamily="18" charset="0"/>
                <a:cs typeface="Times New Roman" panose="02020603050405020304" pitchFamily="18" charset="0"/>
              </a:rPr>
              <a:t>Introspection</a:t>
            </a:r>
            <a:r>
              <a:rPr lang="en-US" sz="2800" dirty="0">
                <a:latin typeface="Times New Roman" panose="02020603050405020304" pitchFamily="18" charset="0"/>
                <a:cs typeface="Times New Roman" panose="02020603050405020304" pitchFamily="18" charset="0"/>
              </a:rPr>
              <a:t> is used for examining the classes, methods, objects, modules, keywords and get information about them so that we can utilize it.</a:t>
            </a:r>
          </a:p>
          <a:p>
            <a:pPr marL="0" indent="0" algn="just">
              <a:buFont typeface="Arial" panose="020B0604020202020204" pitchFamily="34" charset="0"/>
              <a:buNone/>
              <a:defRPr/>
            </a:pPr>
            <a:endParaRPr lang="en-US" sz="2800">
              <a:latin typeface="Times New Roman" panose="02020603050405020304" pitchFamily="18" charset="0"/>
              <a:cs typeface="Times New Roman" panose="02020603050405020304" pitchFamily="18" charset="0"/>
            </a:endParaRPr>
          </a:p>
          <a:p>
            <a:pPr algn="just">
              <a:defRPr/>
            </a:pPr>
            <a:r>
              <a:rPr lang="en-US" sz="2800" dirty="0">
                <a:latin typeface="Times New Roman" panose="02020603050405020304" pitchFamily="18" charset="0"/>
                <a:cs typeface="Times New Roman" panose="02020603050405020304" pitchFamily="18" charset="0"/>
              </a:rPr>
              <a:t>Python, being a dynamic, object-oriented programming language, provides tremendous introspection support. Python’s support for introspection runs deep and wide throughout the language.</a:t>
            </a:r>
          </a:p>
          <a:p>
            <a:pPr>
              <a:defRPr/>
            </a:pPr>
            <a:endParaRPr lang="en-US" altLang="en-US" sz="160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25A7CE1F-C93F-440E-B1BA-3D8D91306DE0}"/>
              </a:ext>
            </a:extLst>
          </p:cNvPr>
          <p:cNvSpPr>
            <a:spLocks noGrp="1"/>
          </p:cNvSpPr>
          <p:nvPr>
            <p:ph type="dt" sz="quarter" idx="10"/>
          </p:nvPr>
        </p:nvSpPr>
        <p:spPr/>
        <p:txBody>
          <a:bodyPr/>
          <a:lstStyle/>
          <a:p>
            <a:pPr>
              <a:defRPr/>
            </a:pPr>
            <a:fld id="{B2F459B1-EE17-429D-B1E8-8AF86DEDC2E9}" type="datetime1">
              <a:rPr lang="en-US" smtClean="0"/>
              <a:pPr>
                <a:defRPr/>
              </a:pPr>
              <a:t>5/17/2022</a:t>
            </a:fld>
            <a:endParaRPr lang="en-US"/>
          </a:p>
        </p:txBody>
      </p:sp>
      <p:sp>
        <p:nvSpPr>
          <p:cNvPr id="5" name="Footer Placeholder 4">
            <a:extLst>
              <a:ext uri="{FF2B5EF4-FFF2-40B4-BE49-F238E27FC236}">
                <a16:creationId xmlns:a16="http://schemas.microsoft.com/office/drawing/2014/main" id="{BDD80307-AB75-4C21-A3AC-B6D927603208}"/>
              </a:ext>
            </a:extLst>
          </p:cNvPr>
          <p:cNvSpPr>
            <a:spLocks noGrp="1"/>
          </p:cNvSpPr>
          <p:nvPr>
            <p:ph type="ftr" sz="quarter" idx="11"/>
          </p:nvPr>
        </p:nvSpPr>
        <p:spPr>
          <a:xfrm>
            <a:off x="2819400" y="6356350"/>
            <a:ext cx="7010400" cy="365125"/>
          </a:xfrm>
        </p:spPr>
        <p:txBody>
          <a:bodyPr/>
          <a:lstStyle/>
          <a:p>
            <a:pPr>
              <a:defRPr/>
            </a:pPr>
            <a:r>
              <a:rPr lang="en-US" dirty="0"/>
              <a:t>(Programming in Advanced Python)                                 Unit No:2</a:t>
            </a:r>
          </a:p>
        </p:txBody>
      </p:sp>
      <p:sp>
        <p:nvSpPr>
          <p:cNvPr id="113669" name="Slide Number Placeholder 5">
            <a:extLst>
              <a:ext uri="{FF2B5EF4-FFF2-40B4-BE49-F238E27FC236}">
                <a16:creationId xmlns:a16="http://schemas.microsoft.com/office/drawing/2014/main" id="{9761A6C4-8124-4D0E-A04B-0244B6695F74}"/>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AD501866-7BCC-4664-80A6-E92D9F3ED147}" type="slidenum">
              <a:rPr lang="en-US" altLang="en-US" sz="1200" dirty="0">
                <a:solidFill>
                  <a:srgbClr val="898989"/>
                </a:solidFill>
              </a:rPr>
              <a:pPr>
                <a:spcBef>
                  <a:spcPct val="0"/>
                </a:spcBef>
                <a:buFontTx/>
                <a:buNone/>
              </a:pPr>
              <a:t>151</a:t>
            </a:fld>
            <a:endParaRPr lang="en-US" altLang="en-US" sz="1200">
              <a:solidFill>
                <a:srgbClr val="898989"/>
              </a:solidFill>
            </a:endParaRPr>
          </a:p>
        </p:txBody>
      </p:sp>
      <p:sp>
        <p:nvSpPr>
          <p:cNvPr id="8" name="Title 1">
            <a:extLst>
              <a:ext uri="{FF2B5EF4-FFF2-40B4-BE49-F238E27FC236}">
                <a16:creationId xmlns:a16="http://schemas.microsoft.com/office/drawing/2014/main" id="{E9C95FF5-6558-489C-A740-04FE51C526A9}"/>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US" sz="3200" b="1" dirty="0">
                <a:latin typeface="Times New Roman" panose="02020603050405020304" pitchFamily="18" charset="0"/>
                <a:cs typeface="Times New Roman" pitchFamily="18" charset="0"/>
              </a:rPr>
              <a:t>Code Introspection(CO2)</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B48B32F-3F5C-4B27-B661-01790D5136BA}"/>
              </a:ext>
            </a:extLst>
          </p:cNvPr>
          <p:cNvSpPr>
            <a:spLocks noGrp="1"/>
          </p:cNvSpPr>
          <p:nvPr>
            <p:ph idx="1"/>
          </p:nvPr>
        </p:nvSpPr>
        <p:spPr>
          <a:xfrm>
            <a:off x="1600200" y="990600"/>
            <a:ext cx="10439400" cy="5365750"/>
          </a:xfrm>
        </p:spPr>
        <p:txBody>
          <a:bodyPr/>
          <a:lstStyle/>
          <a:p>
            <a:pPr marL="0" indent="0" algn="just">
              <a:buFont typeface="Arial" panose="020B0604020202020204" pitchFamily="34" charset="0"/>
              <a:buNone/>
              <a:defRPr/>
            </a:pPr>
            <a:r>
              <a:rPr lang="en-US" sz="2800" dirty="0">
                <a:latin typeface="Times New Roman" panose="02020603050405020304" pitchFamily="18" charset="0"/>
                <a:cs typeface="Times New Roman" panose="02020603050405020304" pitchFamily="18" charset="0"/>
              </a:rPr>
              <a:t>Python provides some built-in functions that are used for code introspection. </a:t>
            </a:r>
            <a:r>
              <a:rPr lang="en-US" sz="2800" b="1" dirty="0">
                <a:latin typeface="Times New Roman" panose="02020603050405020304" pitchFamily="18" charset="0"/>
                <a:cs typeface="Times New Roman" panose="02020603050405020304" pitchFamily="18" charset="0"/>
              </a:rPr>
              <a:t>These are following:</a:t>
            </a:r>
          </a:p>
          <a:p>
            <a:pPr algn="just">
              <a:defRPr/>
            </a:pPr>
            <a:r>
              <a:rPr lang="en-US" sz="2800" b="1" dirty="0">
                <a:latin typeface="Times New Roman" panose="02020603050405020304" pitchFamily="18" charset="0"/>
                <a:cs typeface="Times New Roman" panose="02020603050405020304" pitchFamily="18" charset="0"/>
              </a:rPr>
              <a:t>type() :</a:t>
            </a:r>
            <a:r>
              <a:rPr lang="en-US" sz="2800" dirty="0">
                <a:latin typeface="Times New Roman" panose="02020603050405020304" pitchFamily="18" charset="0"/>
                <a:cs typeface="Times New Roman" panose="02020603050405020304" pitchFamily="18" charset="0"/>
              </a:rPr>
              <a:t> This function returns the type of an object</a:t>
            </a:r>
          </a:p>
          <a:p>
            <a:pPr algn="just">
              <a:defRPr/>
            </a:pPr>
            <a:r>
              <a:rPr lang="en-US" sz="2800" b="1" dirty="0" err="1">
                <a:latin typeface="Times New Roman" panose="02020603050405020304" pitchFamily="18" charset="0"/>
                <a:cs typeface="Times New Roman" panose="02020603050405020304" pitchFamily="18" charset="0"/>
              </a:rPr>
              <a:t>dir</a:t>
            </a:r>
            <a:r>
              <a:rPr lang="en-US" sz="2800" b="1"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This function return list of methods and attributes associated with that object.</a:t>
            </a:r>
          </a:p>
          <a:p>
            <a:pPr algn="just">
              <a:defRPr/>
            </a:pPr>
            <a:r>
              <a:rPr lang="en-US" sz="2800" b="1" dirty="0">
                <a:latin typeface="Times New Roman" panose="02020603050405020304" pitchFamily="18" charset="0"/>
                <a:cs typeface="Times New Roman" panose="02020603050405020304" pitchFamily="18" charset="0"/>
              </a:rPr>
              <a:t>str() :</a:t>
            </a:r>
            <a:r>
              <a:rPr lang="en-US" sz="2800" dirty="0">
                <a:latin typeface="Times New Roman" panose="02020603050405020304" pitchFamily="18" charset="0"/>
                <a:cs typeface="Times New Roman" panose="02020603050405020304" pitchFamily="18" charset="0"/>
              </a:rPr>
              <a:t>This function converts everything into a string </a:t>
            </a:r>
          </a:p>
          <a:p>
            <a:pPr algn="just">
              <a:defRPr/>
            </a:pPr>
            <a:r>
              <a:rPr lang="en-US" sz="2800" b="1">
                <a:latin typeface="Times New Roman" panose="02020603050405020304" pitchFamily="18" charset="0"/>
                <a:cs typeface="Times New Roman" panose="02020603050405020304" pitchFamily="18" charset="0"/>
              </a:rPr>
              <a:t>id() :</a:t>
            </a:r>
            <a:r>
              <a:rPr lang="en-US" sz="2800">
                <a:latin typeface="Times New Roman" panose="02020603050405020304" pitchFamily="18" charset="0"/>
                <a:cs typeface="Times New Roman" panose="02020603050405020304" pitchFamily="18" charset="0"/>
              </a:rPr>
              <a:t>This function returns a special id of an object.</a:t>
            </a:r>
          </a:p>
          <a:p>
            <a:pPr algn="just">
              <a:defRPr/>
            </a:pPr>
            <a:r>
              <a:rPr lang="en-US" sz="2800" b="1" err="1">
                <a:latin typeface="Times New Roman" panose="02020603050405020304" pitchFamily="18" charset="0"/>
                <a:cs typeface="Times New Roman" panose="02020603050405020304" pitchFamily="18" charset="0"/>
              </a:rPr>
              <a:t>isinstance</a:t>
            </a:r>
            <a:r>
              <a:rPr lang="en-US" sz="2800" b="1">
                <a:latin typeface="Times New Roman" panose="02020603050405020304" pitchFamily="18" charset="0"/>
                <a:cs typeface="Times New Roman" panose="02020603050405020304" pitchFamily="18" charset="0"/>
              </a:rPr>
              <a:t>(): </a:t>
            </a:r>
            <a:r>
              <a:rPr lang="en-US" sz="2800">
                <a:latin typeface="Times New Roman" panose="02020603050405020304" pitchFamily="18" charset="0"/>
                <a:cs typeface="Times New Roman" panose="02020603050405020304" pitchFamily="18" charset="0"/>
              </a:rPr>
              <a:t>Using this function, we can determine if a certain object is an instance of the specified class.</a:t>
            </a:r>
          </a:p>
          <a:p>
            <a:pPr algn="just">
              <a:defRPr/>
            </a:pPr>
            <a:r>
              <a:rPr lang="en-US" sz="2800" b="1" err="1">
                <a:latin typeface="Times New Roman" panose="02020603050405020304" pitchFamily="18" charset="0"/>
                <a:cs typeface="Times New Roman" panose="02020603050405020304" pitchFamily="18" charset="0"/>
              </a:rPr>
              <a:t>hasattr</a:t>
            </a:r>
            <a:r>
              <a:rPr lang="en-US" sz="2800" b="1">
                <a:latin typeface="Times New Roman" panose="02020603050405020304" pitchFamily="18" charset="0"/>
                <a:cs typeface="Times New Roman" panose="02020603050405020304" pitchFamily="18" charset="0"/>
              </a:rPr>
              <a:t>(): </a:t>
            </a:r>
            <a:r>
              <a:rPr lang="en-US" sz="2800">
                <a:latin typeface="Times New Roman" panose="02020603050405020304" pitchFamily="18" charset="0"/>
                <a:cs typeface="Times New Roman" panose="02020603050405020304" pitchFamily="18" charset="0"/>
              </a:rPr>
              <a:t>to check if it has the attribute</a:t>
            </a:r>
          </a:p>
          <a:p>
            <a:pPr marL="0" indent="0">
              <a:buFont typeface="Arial" panose="020B0604020202020204" pitchFamily="34" charset="0"/>
              <a:buNone/>
              <a:defRPr/>
            </a:pPr>
            <a:endParaRPr lang="en-US" sz="2800">
              <a:latin typeface="Times New Roman" panose="02020603050405020304" pitchFamily="18" charset="0"/>
              <a:cs typeface="Times New Roman" panose="02020603050405020304" pitchFamily="18" charset="0"/>
            </a:endParaRPr>
          </a:p>
          <a:p>
            <a:pPr marL="0" indent="0">
              <a:buFont typeface="Arial" panose="020B0604020202020204" pitchFamily="34" charset="0"/>
              <a:buNone/>
              <a:defRPr/>
            </a:pPr>
            <a:endParaRPr lang="en-US" sz="2800">
              <a:latin typeface="Times New Roman" panose="02020603050405020304" pitchFamily="18" charset="0"/>
              <a:cs typeface="Times New Roman" panose="02020603050405020304" pitchFamily="18" charset="0"/>
            </a:endParaRPr>
          </a:p>
          <a:p>
            <a:pPr marL="0" indent="0">
              <a:buFont typeface="Arial" panose="020B0604020202020204" pitchFamily="34" charset="0"/>
              <a:buNone/>
              <a:defRPr/>
            </a:pPr>
            <a:endParaRPr lang="en-US" sz="2800">
              <a:latin typeface="Times New Roman" panose="02020603050405020304" pitchFamily="18" charset="0"/>
              <a:cs typeface="Times New Roman" panose="02020603050405020304" pitchFamily="18" charset="0"/>
            </a:endParaRPr>
          </a:p>
          <a:p>
            <a:pPr marL="0" indent="0">
              <a:buFont typeface="Arial" panose="020B0604020202020204" pitchFamily="34" charset="0"/>
              <a:buNone/>
              <a:defRPr/>
            </a:pPr>
            <a:endParaRPr lang="en-US" sz="2800">
              <a:latin typeface="Times New Roman" panose="02020603050405020304" pitchFamily="18" charset="0"/>
              <a:cs typeface="Times New Roman" panose="02020603050405020304" pitchFamily="18" charset="0"/>
            </a:endParaRPr>
          </a:p>
          <a:p>
            <a:pPr marL="0" indent="0">
              <a:buFont typeface="Arial" panose="020B0604020202020204" pitchFamily="34" charset="0"/>
              <a:buNone/>
              <a:defRPr/>
            </a:pPr>
            <a:endParaRPr lang="en-US" sz="2800">
              <a:latin typeface="Times New Roman" panose="02020603050405020304" pitchFamily="18" charset="0"/>
              <a:cs typeface="Times New Roman" panose="02020603050405020304" pitchFamily="18" charset="0"/>
            </a:endParaRPr>
          </a:p>
          <a:p>
            <a:pPr marL="0" indent="0">
              <a:buFont typeface="Arial" panose="020B0604020202020204" pitchFamily="34" charset="0"/>
              <a:buNone/>
              <a:defRPr/>
            </a:pPr>
            <a:endParaRPr lang="en-US" sz="2800">
              <a:latin typeface="Times New Roman" panose="02020603050405020304" pitchFamily="18" charset="0"/>
              <a:cs typeface="Times New Roman" panose="02020603050405020304" pitchFamily="18" charset="0"/>
            </a:endParaRPr>
          </a:p>
          <a:p>
            <a:pPr marL="0" indent="0">
              <a:buFont typeface="Arial" panose="020B0604020202020204" pitchFamily="34" charset="0"/>
              <a:buNone/>
              <a:defRPr/>
            </a:pPr>
            <a:endParaRPr lang="en-US" sz="2800">
              <a:latin typeface="Times New Roman" panose="02020603050405020304" pitchFamily="18" charset="0"/>
              <a:cs typeface="Times New Roman" panose="02020603050405020304" pitchFamily="18" charset="0"/>
            </a:endParaRPr>
          </a:p>
          <a:p>
            <a:pPr marL="0" indent="0">
              <a:buFont typeface="Arial" panose="020B0604020202020204" pitchFamily="34" charset="0"/>
              <a:buNone/>
              <a:defRPr/>
            </a:pPr>
            <a:endParaRPr lang="en-US" sz="2800">
              <a:latin typeface="Times New Roman" panose="02020603050405020304" pitchFamily="18" charset="0"/>
              <a:cs typeface="Times New Roman" panose="02020603050405020304" pitchFamily="18" charset="0"/>
            </a:endParaRPr>
          </a:p>
          <a:p>
            <a:pPr marL="0" indent="0">
              <a:buFont typeface="Arial" panose="020B0604020202020204" pitchFamily="34" charset="0"/>
              <a:buNone/>
              <a:defRPr/>
            </a:pPr>
            <a:endParaRPr lang="en-US" sz="2800">
              <a:latin typeface="Times New Roman" panose="02020603050405020304" pitchFamily="18" charset="0"/>
              <a:cs typeface="Times New Roman" panose="02020603050405020304" pitchFamily="18" charset="0"/>
            </a:endParaRPr>
          </a:p>
          <a:p>
            <a:pPr marL="0" indent="0">
              <a:buFont typeface="Arial" panose="020B0604020202020204" pitchFamily="34" charset="0"/>
              <a:buNone/>
              <a:defRPr/>
            </a:pPr>
            <a:endParaRPr lang="en-US" sz="2800">
              <a:latin typeface="Times New Roman" panose="02020603050405020304" pitchFamily="18" charset="0"/>
              <a:cs typeface="Times New Roman" panose="02020603050405020304" pitchFamily="18" charset="0"/>
            </a:endParaRPr>
          </a:p>
          <a:p>
            <a:pPr>
              <a:defRPr/>
            </a:pPr>
            <a:endParaRPr lang="en-US" altLang="en-US" sz="280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5C200567-A275-48B5-BE73-4E1E7729EE1F}"/>
              </a:ext>
            </a:extLst>
          </p:cNvPr>
          <p:cNvSpPr>
            <a:spLocks noGrp="1"/>
          </p:cNvSpPr>
          <p:nvPr>
            <p:ph type="dt" sz="quarter" idx="10"/>
          </p:nvPr>
        </p:nvSpPr>
        <p:spPr/>
        <p:txBody>
          <a:bodyPr/>
          <a:lstStyle/>
          <a:p>
            <a:pPr>
              <a:defRPr/>
            </a:pPr>
            <a:fld id="{027880FC-9BF6-4BFC-B5FA-EDB0D360DBB4}" type="datetime1">
              <a:rPr lang="en-US" smtClean="0"/>
              <a:pPr>
                <a:defRPr/>
              </a:pPr>
              <a:t>5/17/2022</a:t>
            </a:fld>
            <a:endParaRPr lang="en-US"/>
          </a:p>
        </p:txBody>
      </p:sp>
      <p:sp>
        <p:nvSpPr>
          <p:cNvPr id="5" name="Footer Placeholder 4">
            <a:extLst>
              <a:ext uri="{FF2B5EF4-FFF2-40B4-BE49-F238E27FC236}">
                <a16:creationId xmlns:a16="http://schemas.microsoft.com/office/drawing/2014/main" id="{EA89340A-E64A-42C6-A343-2CAD35C480D0}"/>
              </a:ext>
            </a:extLst>
          </p:cNvPr>
          <p:cNvSpPr>
            <a:spLocks noGrp="1"/>
          </p:cNvSpPr>
          <p:nvPr>
            <p:ph type="ftr" sz="quarter" idx="11"/>
          </p:nvPr>
        </p:nvSpPr>
        <p:spPr>
          <a:xfrm>
            <a:off x="2819400" y="6356350"/>
            <a:ext cx="7010400" cy="365125"/>
          </a:xfrm>
        </p:spPr>
        <p:txBody>
          <a:bodyPr/>
          <a:lstStyle/>
          <a:p>
            <a:pPr>
              <a:defRPr/>
            </a:pPr>
            <a:r>
              <a:rPr lang="en-US"/>
              <a:t>(Programming in Advanced Python)                                 Unit No:2</a:t>
            </a:r>
          </a:p>
        </p:txBody>
      </p:sp>
      <p:sp>
        <p:nvSpPr>
          <p:cNvPr id="114693" name="Slide Number Placeholder 5">
            <a:extLst>
              <a:ext uri="{FF2B5EF4-FFF2-40B4-BE49-F238E27FC236}">
                <a16:creationId xmlns:a16="http://schemas.microsoft.com/office/drawing/2014/main" id="{91E13705-1CF2-4E20-9EB5-00A19B24EB84}"/>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C89EB606-754D-4A04-8831-526B04941341}" type="slidenum">
              <a:rPr lang="en-US" altLang="en-US" sz="1200" dirty="0">
                <a:solidFill>
                  <a:srgbClr val="898989"/>
                </a:solidFill>
              </a:rPr>
              <a:pPr>
                <a:spcBef>
                  <a:spcPct val="0"/>
                </a:spcBef>
                <a:buFontTx/>
                <a:buNone/>
              </a:pPr>
              <a:t>152</a:t>
            </a:fld>
            <a:endParaRPr lang="en-US" altLang="en-US" sz="1200">
              <a:solidFill>
                <a:srgbClr val="898989"/>
              </a:solidFill>
            </a:endParaRPr>
          </a:p>
        </p:txBody>
      </p:sp>
      <p:sp>
        <p:nvSpPr>
          <p:cNvPr id="8" name="Title 1">
            <a:extLst>
              <a:ext uri="{FF2B5EF4-FFF2-40B4-BE49-F238E27FC236}">
                <a16:creationId xmlns:a16="http://schemas.microsoft.com/office/drawing/2014/main" id="{E9D7C874-757D-47C3-9232-296DA3F3ABA4}"/>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US" sz="3200" b="1">
                <a:latin typeface="Times New Roman" panose="02020603050405020304" pitchFamily="18" charset="0"/>
                <a:cs typeface="Times New Roman" pitchFamily="18" charset="0"/>
              </a:rPr>
              <a:t>Introspection Types(CO2)</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8B7AD86-DB4A-4649-8CD4-0D63394BBB0F}"/>
              </a:ext>
            </a:extLst>
          </p:cNvPr>
          <p:cNvSpPr>
            <a:spLocks noGrp="1"/>
          </p:cNvSpPr>
          <p:nvPr>
            <p:ph idx="1"/>
          </p:nvPr>
        </p:nvSpPr>
        <p:spPr>
          <a:xfrm>
            <a:off x="1676400" y="990600"/>
            <a:ext cx="8839200" cy="5365750"/>
          </a:xfrm>
        </p:spPr>
        <p:txBody>
          <a:bodyPr/>
          <a:lstStyle/>
          <a:p>
            <a:pPr marL="0" indent="0">
              <a:buFont typeface="Arial" panose="020B0604020202020204" pitchFamily="34" charset="0"/>
              <a:buNone/>
              <a:defRPr/>
            </a:pPr>
            <a:r>
              <a:rPr lang="en-US" sz="2800" b="1" dirty="0">
                <a:latin typeface="Times New Roman" panose="02020603050405020304" pitchFamily="18" charset="0"/>
                <a:cs typeface="Times New Roman" panose="02020603050405020304" pitchFamily="18" charset="0"/>
              </a:rPr>
              <a:t>type() :</a:t>
            </a:r>
            <a:r>
              <a:rPr lang="en-US" sz="2800" dirty="0">
                <a:latin typeface="Times New Roman" panose="02020603050405020304" pitchFamily="18" charset="0"/>
                <a:cs typeface="Times New Roman" panose="02020603050405020304" pitchFamily="18" charset="0"/>
              </a:rPr>
              <a:t> This function returns the type of an object</a:t>
            </a:r>
          </a:p>
          <a:p>
            <a:pPr marL="0" indent="0">
              <a:buFont typeface="Arial" panose="020B0604020202020204" pitchFamily="34" charset="0"/>
              <a:buNone/>
              <a:defRPr/>
            </a:pPr>
            <a:endParaRPr lang="en-US" sz="2400">
              <a:latin typeface="Times New Roman" panose="02020603050405020304" pitchFamily="18" charset="0"/>
              <a:cs typeface="Times New Roman" panose="02020603050405020304" pitchFamily="18" charset="0"/>
            </a:endParaRPr>
          </a:p>
          <a:p>
            <a:pPr marL="0" indent="0">
              <a:buFont typeface="Arial" panose="020B0604020202020204" pitchFamily="34" charset="0"/>
              <a:buNone/>
              <a:defRPr/>
            </a:pPr>
            <a:endParaRPr lang="en-US" sz="2400">
              <a:latin typeface="Times New Roman" panose="02020603050405020304" pitchFamily="18" charset="0"/>
              <a:cs typeface="Times New Roman" panose="02020603050405020304" pitchFamily="18" charset="0"/>
            </a:endParaRPr>
          </a:p>
          <a:p>
            <a:pPr marL="0" indent="0">
              <a:buFont typeface="Arial" panose="020B0604020202020204" pitchFamily="34" charset="0"/>
              <a:buNone/>
              <a:defRPr/>
            </a:pPr>
            <a:endParaRPr lang="en-US"/>
          </a:p>
          <a:p>
            <a:pPr marL="0" indent="0">
              <a:buFont typeface="Arial" panose="020B0604020202020204" pitchFamily="34" charset="0"/>
              <a:buNone/>
              <a:defRPr/>
            </a:pPr>
            <a:endParaRPr lang="en-US" sz="2400">
              <a:latin typeface="Times New Roman" panose="02020603050405020304" pitchFamily="18" charset="0"/>
              <a:cs typeface="Times New Roman" panose="02020603050405020304" pitchFamily="18" charset="0"/>
            </a:endParaRPr>
          </a:p>
          <a:p>
            <a:pPr marL="0" indent="0">
              <a:buFont typeface="Arial" panose="020B0604020202020204" pitchFamily="34" charset="0"/>
              <a:buNone/>
              <a:defRPr/>
            </a:pPr>
            <a:endParaRPr lang="en-US" sz="2400">
              <a:latin typeface="Times New Roman" panose="02020603050405020304" pitchFamily="18" charset="0"/>
              <a:cs typeface="Times New Roman" panose="02020603050405020304" pitchFamily="18" charset="0"/>
            </a:endParaRPr>
          </a:p>
          <a:p>
            <a:pPr>
              <a:defRPr/>
            </a:pPr>
            <a:endParaRPr lang="en-US" altLang="en-US" sz="160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76245F9C-8C74-4C47-8D01-38656A4282CA}"/>
              </a:ext>
            </a:extLst>
          </p:cNvPr>
          <p:cNvSpPr>
            <a:spLocks noGrp="1"/>
          </p:cNvSpPr>
          <p:nvPr>
            <p:ph type="dt" sz="quarter" idx="10"/>
          </p:nvPr>
        </p:nvSpPr>
        <p:spPr/>
        <p:txBody>
          <a:bodyPr/>
          <a:lstStyle/>
          <a:p>
            <a:pPr>
              <a:defRPr/>
            </a:pPr>
            <a:fld id="{6675969E-BD91-42B3-9810-97A362C22642}" type="datetime1">
              <a:rPr lang="en-US" smtClean="0"/>
              <a:pPr>
                <a:defRPr/>
              </a:pPr>
              <a:t>5/17/2022</a:t>
            </a:fld>
            <a:endParaRPr lang="en-US"/>
          </a:p>
        </p:txBody>
      </p:sp>
      <p:sp>
        <p:nvSpPr>
          <p:cNvPr id="5" name="Footer Placeholder 4">
            <a:extLst>
              <a:ext uri="{FF2B5EF4-FFF2-40B4-BE49-F238E27FC236}">
                <a16:creationId xmlns:a16="http://schemas.microsoft.com/office/drawing/2014/main" id="{5199BF43-E63A-4B07-82A3-19B01D1CB3B6}"/>
              </a:ext>
            </a:extLst>
          </p:cNvPr>
          <p:cNvSpPr>
            <a:spLocks noGrp="1"/>
          </p:cNvSpPr>
          <p:nvPr>
            <p:ph type="ftr" sz="quarter" idx="11"/>
          </p:nvPr>
        </p:nvSpPr>
        <p:spPr>
          <a:xfrm>
            <a:off x="2819400" y="6356350"/>
            <a:ext cx="7010400" cy="365125"/>
          </a:xfrm>
        </p:spPr>
        <p:txBody>
          <a:bodyPr/>
          <a:lstStyle/>
          <a:p>
            <a:pPr>
              <a:defRPr/>
            </a:pPr>
            <a:r>
              <a:rPr lang="en-US" dirty="0"/>
              <a:t>(Programming in Advanced Python)                                 Unit No:2</a:t>
            </a:r>
          </a:p>
        </p:txBody>
      </p:sp>
      <p:sp>
        <p:nvSpPr>
          <p:cNvPr id="115717" name="Slide Number Placeholder 5">
            <a:extLst>
              <a:ext uri="{FF2B5EF4-FFF2-40B4-BE49-F238E27FC236}">
                <a16:creationId xmlns:a16="http://schemas.microsoft.com/office/drawing/2014/main" id="{4141C01F-4E8A-4B8E-9270-80BD0C92D21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A1367F74-EB53-4DAA-86F7-EACA6D1561DB}" type="slidenum">
              <a:rPr lang="en-US" altLang="en-US" sz="1200" dirty="0">
                <a:solidFill>
                  <a:srgbClr val="898989"/>
                </a:solidFill>
              </a:rPr>
              <a:pPr>
                <a:spcBef>
                  <a:spcPct val="0"/>
                </a:spcBef>
                <a:buFontTx/>
                <a:buNone/>
              </a:pPr>
              <a:t>153</a:t>
            </a:fld>
            <a:endParaRPr lang="en-US" altLang="en-US" sz="1200">
              <a:solidFill>
                <a:srgbClr val="898989"/>
              </a:solidFill>
            </a:endParaRPr>
          </a:p>
        </p:txBody>
      </p:sp>
      <p:sp>
        <p:nvSpPr>
          <p:cNvPr id="8" name="Title 1">
            <a:extLst>
              <a:ext uri="{FF2B5EF4-FFF2-40B4-BE49-F238E27FC236}">
                <a16:creationId xmlns:a16="http://schemas.microsoft.com/office/drawing/2014/main" id="{AB9317B1-ECB2-4215-A5C4-7E7DC2ED86E5}"/>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US" sz="3200" b="1" dirty="0">
                <a:latin typeface="Times New Roman" panose="02020603050405020304" pitchFamily="18" charset="0"/>
                <a:cs typeface="Times New Roman" pitchFamily="18" charset="0"/>
              </a:rPr>
              <a:t>Code Introspection(CO2)</a:t>
            </a:r>
          </a:p>
        </p:txBody>
      </p:sp>
      <p:pic>
        <p:nvPicPr>
          <p:cNvPr id="115720" name="Picture 5">
            <a:extLst>
              <a:ext uri="{FF2B5EF4-FFF2-40B4-BE49-F238E27FC236}">
                <a16:creationId xmlns:a16="http://schemas.microsoft.com/office/drawing/2014/main" id="{992B1954-19DC-41F7-BC5C-EB5A6DDBFFD0}"/>
              </a:ext>
            </a:extLst>
          </p:cNvPr>
          <p:cNvPicPr>
            <a:picLocks noChangeAspect="1"/>
          </p:cNvPicPr>
          <p:nvPr/>
        </p:nvPicPr>
        <p:blipFill>
          <a:blip r:embed="rId2">
            <a:extLst>
              <a:ext uri="{28A0092B-C50C-407E-A947-70E740481C1C}">
                <a14:useLocalDpi xmlns:a14="http://schemas.microsoft.com/office/drawing/2010/main" val="0"/>
              </a:ext>
            </a:extLst>
          </a:blip>
          <a:srcRect l="3508" b="33826"/>
          <a:stretch>
            <a:fillRect/>
          </a:stretch>
        </p:blipFill>
        <p:spPr bwMode="auto">
          <a:xfrm>
            <a:off x="1678257" y="1779768"/>
            <a:ext cx="5433204" cy="354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5" descr="Table&#10;&#10;Description automatically generated">
            <a:extLst>
              <a:ext uri="{FF2B5EF4-FFF2-40B4-BE49-F238E27FC236}">
                <a16:creationId xmlns:a16="http://schemas.microsoft.com/office/drawing/2014/main" id="{ED6F8CDB-B3F9-43B7-962B-75D4B5DF5B9F}"/>
              </a:ext>
            </a:extLst>
          </p:cNvPr>
          <p:cNvPicPr>
            <a:picLocks noChangeAspect="1"/>
          </p:cNvPicPr>
          <p:nvPr/>
        </p:nvPicPr>
        <p:blipFill>
          <a:blip r:embed="rId3"/>
          <a:stretch>
            <a:fillRect/>
          </a:stretch>
        </p:blipFill>
        <p:spPr>
          <a:xfrm>
            <a:off x="7736547" y="1935643"/>
            <a:ext cx="3476265" cy="354743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15720"/>
                                        </p:tgtEl>
                                        <p:attrNameLst>
                                          <p:attrName>style.visibility</p:attrName>
                                        </p:attrNameLst>
                                      </p:cBhvr>
                                      <p:to>
                                        <p:strVal val="visible"/>
                                      </p:to>
                                    </p:set>
                                    <p:anim calcmode="lin" valueType="num">
                                      <p:cBhvr additive="base">
                                        <p:cTn id="12" dur="500" fill="hold"/>
                                        <p:tgtEl>
                                          <p:spTgt spid="115720"/>
                                        </p:tgtEl>
                                        <p:attrNameLst>
                                          <p:attrName>ppt_x</p:attrName>
                                        </p:attrNameLst>
                                      </p:cBhvr>
                                      <p:tavLst>
                                        <p:tav tm="0">
                                          <p:val>
                                            <p:strVal val="#ppt_x"/>
                                          </p:val>
                                        </p:tav>
                                        <p:tav tm="100000">
                                          <p:val>
                                            <p:strVal val="#ppt_x"/>
                                          </p:val>
                                        </p:tav>
                                      </p:tavLst>
                                    </p:anim>
                                    <p:anim calcmode="lin" valueType="num">
                                      <p:cBhvr additive="base">
                                        <p:cTn id="13" dur="500" fill="hold"/>
                                        <p:tgtEl>
                                          <p:spTgt spid="115720"/>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2"/>
                                        </p:tgtEl>
                                        <p:attrNameLst>
                                          <p:attrName>style.visibility</p:attrName>
                                        </p:attrNameLst>
                                      </p:cBhvr>
                                      <p:to>
                                        <p:strVal val="visible"/>
                                      </p:to>
                                    </p:set>
                                    <p:anim calcmode="lin" valueType="num">
                                      <p:cBhvr additive="base">
                                        <p:cTn id="18" dur="500" fill="hold"/>
                                        <p:tgtEl>
                                          <p:spTgt spid="2"/>
                                        </p:tgtEl>
                                        <p:attrNameLst>
                                          <p:attrName>ppt_x</p:attrName>
                                        </p:attrNameLst>
                                      </p:cBhvr>
                                      <p:tavLst>
                                        <p:tav tm="0">
                                          <p:val>
                                            <p:strVal val="#ppt_x"/>
                                          </p:val>
                                        </p:tav>
                                        <p:tav tm="100000">
                                          <p:val>
                                            <p:strVal val="#ppt_x"/>
                                          </p:val>
                                        </p:tav>
                                      </p:tavLst>
                                    </p:anim>
                                    <p:anim calcmode="lin" valueType="num">
                                      <p:cBhvr additive="base">
                                        <p:cTn id="19"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8B7AD86-DB4A-4649-8CD4-0D63394BBB0F}"/>
              </a:ext>
            </a:extLst>
          </p:cNvPr>
          <p:cNvSpPr>
            <a:spLocks noGrp="1"/>
          </p:cNvSpPr>
          <p:nvPr>
            <p:ph idx="1"/>
          </p:nvPr>
        </p:nvSpPr>
        <p:spPr>
          <a:xfrm>
            <a:off x="1676400" y="990600"/>
            <a:ext cx="8839200" cy="5365750"/>
          </a:xfrm>
        </p:spPr>
        <p:txBody>
          <a:bodyPr/>
          <a:lstStyle/>
          <a:p>
            <a:pPr marL="0" indent="0">
              <a:buNone/>
              <a:defRPr/>
            </a:pPr>
            <a:r>
              <a:rPr lang="en-US" sz="2800" b="1" err="1">
                <a:latin typeface="Times New Roman"/>
                <a:ea typeface="+mn-lt"/>
                <a:cs typeface="+mn-lt"/>
              </a:rPr>
              <a:t>dir</a:t>
            </a:r>
            <a:r>
              <a:rPr lang="en-US" sz="2800" b="1">
                <a:latin typeface="Times New Roman"/>
                <a:ea typeface="+mn-lt"/>
                <a:cs typeface="+mn-lt"/>
              </a:rPr>
              <a:t>() :</a:t>
            </a:r>
            <a:r>
              <a:rPr lang="en-US" sz="2800">
                <a:latin typeface="Times New Roman"/>
                <a:ea typeface="+mn-lt"/>
                <a:cs typeface="+mn-lt"/>
              </a:rPr>
              <a:t>This function return list of methods and attributes associated with that object.</a:t>
            </a:r>
            <a:endParaRPr lang="en-US">
              <a:latin typeface="Times New Roman"/>
            </a:endParaRPr>
          </a:p>
          <a:p>
            <a:pPr marL="0" indent="0">
              <a:buFont typeface="Arial" panose="020B0604020202020204" pitchFamily="34" charset="0"/>
              <a:buNone/>
              <a:defRPr/>
            </a:pPr>
            <a:endParaRPr lang="en-US" sz="2400">
              <a:latin typeface="Times New Roman" panose="02020603050405020304" pitchFamily="18" charset="0"/>
              <a:cs typeface="Times New Roman" panose="02020603050405020304" pitchFamily="18" charset="0"/>
            </a:endParaRPr>
          </a:p>
          <a:p>
            <a:pPr marL="0" indent="0">
              <a:buFont typeface="Arial" panose="020B0604020202020204" pitchFamily="34" charset="0"/>
              <a:buNone/>
              <a:defRPr/>
            </a:pPr>
            <a:endParaRPr lang="en-US" sz="2400">
              <a:latin typeface="Times New Roman" panose="02020603050405020304" pitchFamily="18" charset="0"/>
              <a:cs typeface="Times New Roman" panose="02020603050405020304" pitchFamily="18" charset="0"/>
            </a:endParaRPr>
          </a:p>
          <a:p>
            <a:pPr marL="0" indent="0">
              <a:buFont typeface="Arial" panose="020B0604020202020204" pitchFamily="34" charset="0"/>
              <a:buNone/>
              <a:defRPr/>
            </a:pPr>
            <a:endParaRPr lang="en-US"/>
          </a:p>
          <a:p>
            <a:pPr marL="0" indent="0">
              <a:buFont typeface="Arial" panose="020B0604020202020204" pitchFamily="34" charset="0"/>
              <a:buNone/>
              <a:defRPr/>
            </a:pPr>
            <a:endParaRPr lang="en-US" sz="2400">
              <a:latin typeface="Times New Roman" panose="02020603050405020304" pitchFamily="18" charset="0"/>
              <a:cs typeface="Times New Roman" panose="02020603050405020304" pitchFamily="18" charset="0"/>
            </a:endParaRPr>
          </a:p>
          <a:p>
            <a:pPr marL="0" indent="0">
              <a:buFont typeface="Arial" panose="020B0604020202020204" pitchFamily="34" charset="0"/>
              <a:buNone/>
              <a:defRPr/>
            </a:pPr>
            <a:endParaRPr lang="en-US" sz="2400">
              <a:latin typeface="Times New Roman" panose="02020603050405020304" pitchFamily="18" charset="0"/>
              <a:cs typeface="Times New Roman" panose="02020603050405020304" pitchFamily="18" charset="0"/>
            </a:endParaRPr>
          </a:p>
          <a:p>
            <a:pPr>
              <a:defRPr/>
            </a:pPr>
            <a:endParaRPr lang="en-US" altLang="en-US" sz="160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76245F9C-8C74-4C47-8D01-38656A4282CA}"/>
              </a:ext>
            </a:extLst>
          </p:cNvPr>
          <p:cNvSpPr>
            <a:spLocks noGrp="1"/>
          </p:cNvSpPr>
          <p:nvPr>
            <p:ph type="dt" sz="quarter" idx="10"/>
          </p:nvPr>
        </p:nvSpPr>
        <p:spPr/>
        <p:txBody>
          <a:bodyPr/>
          <a:lstStyle/>
          <a:p>
            <a:pPr>
              <a:defRPr/>
            </a:pPr>
            <a:fld id="{609D9E76-3367-44E7-BAD8-81A208A1D2AD}" type="datetime1">
              <a:rPr lang="en-US" smtClean="0"/>
              <a:pPr>
                <a:defRPr/>
              </a:pPr>
              <a:t>5/17/2022</a:t>
            </a:fld>
            <a:endParaRPr lang="en-US"/>
          </a:p>
        </p:txBody>
      </p:sp>
      <p:sp>
        <p:nvSpPr>
          <p:cNvPr id="5" name="Footer Placeholder 4">
            <a:extLst>
              <a:ext uri="{FF2B5EF4-FFF2-40B4-BE49-F238E27FC236}">
                <a16:creationId xmlns:a16="http://schemas.microsoft.com/office/drawing/2014/main" id="{5199BF43-E63A-4B07-82A3-19B01D1CB3B6}"/>
              </a:ext>
            </a:extLst>
          </p:cNvPr>
          <p:cNvSpPr>
            <a:spLocks noGrp="1"/>
          </p:cNvSpPr>
          <p:nvPr>
            <p:ph type="ftr" sz="quarter" idx="11"/>
          </p:nvPr>
        </p:nvSpPr>
        <p:spPr>
          <a:xfrm>
            <a:off x="2819400" y="6356350"/>
            <a:ext cx="7010400" cy="365125"/>
          </a:xfrm>
        </p:spPr>
        <p:txBody>
          <a:bodyPr/>
          <a:lstStyle/>
          <a:p>
            <a:pPr>
              <a:defRPr/>
            </a:pPr>
            <a:r>
              <a:rPr lang="en-US" dirty="0"/>
              <a:t>(Programming in Advanced Python)                                 Unit No:2</a:t>
            </a:r>
          </a:p>
        </p:txBody>
      </p:sp>
      <p:sp>
        <p:nvSpPr>
          <p:cNvPr id="115717" name="Slide Number Placeholder 5">
            <a:extLst>
              <a:ext uri="{FF2B5EF4-FFF2-40B4-BE49-F238E27FC236}">
                <a16:creationId xmlns:a16="http://schemas.microsoft.com/office/drawing/2014/main" id="{4141C01F-4E8A-4B8E-9270-80BD0C92D21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A1367F74-EB53-4DAA-86F7-EACA6D1561DB}" type="slidenum">
              <a:rPr lang="en-US" altLang="en-US" sz="1200" dirty="0">
                <a:solidFill>
                  <a:srgbClr val="898989"/>
                </a:solidFill>
              </a:rPr>
              <a:pPr>
                <a:spcBef>
                  <a:spcPct val="0"/>
                </a:spcBef>
                <a:buFontTx/>
                <a:buNone/>
              </a:pPr>
              <a:t>154</a:t>
            </a:fld>
            <a:endParaRPr lang="en-US" altLang="en-US" sz="1200">
              <a:solidFill>
                <a:srgbClr val="898989"/>
              </a:solidFill>
            </a:endParaRPr>
          </a:p>
        </p:txBody>
      </p:sp>
      <p:sp>
        <p:nvSpPr>
          <p:cNvPr id="8" name="Title 1">
            <a:extLst>
              <a:ext uri="{FF2B5EF4-FFF2-40B4-BE49-F238E27FC236}">
                <a16:creationId xmlns:a16="http://schemas.microsoft.com/office/drawing/2014/main" id="{AB9317B1-ECB2-4215-A5C4-7E7DC2ED86E5}"/>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US" sz="3200" b="1" dirty="0">
                <a:latin typeface="Times New Roman" panose="02020603050405020304" pitchFamily="18" charset="0"/>
                <a:cs typeface="Times New Roman" pitchFamily="18" charset="0"/>
              </a:rPr>
              <a:t>Code Introspection(CO2)</a:t>
            </a:r>
          </a:p>
        </p:txBody>
      </p:sp>
      <p:pic>
        <p:nvPicPr>
          <p:cNvPr id="6" name="Picture 6" descr="Text&#10;&#10;Description automatically generated">
            <a:extLst>
              <a:ext uri="{FF2B5EF4-FFF2-40B4-BE49-F238E27FC236}">
                <a16:creationId xmlns:a16="http://schemas.microsoft.com/office/drawing/2014/main" id="{3E574F2C-0EA7-4BBE-9D46-507DEED74002}"/>
              </a:ext>
            </a:extLst>
          </p:cNvPr>
          <p:cNvPicPr>
            <a:picLocks noChangeAspect="1"/>
          </p:cNvPicPr>
          <p:nvPr/>
        </p:nvPicPr>
        <p:blipFill>
          <a:blip r:embed="rId2"/>
          <a:stretch>
            <a:fillRect/>
          </a:stretch>
        </p:blipFill>
        <p:spPr>
          <a:xfrm>
            <a:off x="1719532" y="2016829"/>
            <a:ext cx="5187350" cy="3701360"/>
          </a:xfrm>
          <a:prstGeom prst="rect">
            <a:avLst/>
          </a:prstGeom>
        </p:spPr>
      </p:pic>
      <p:pic>
        <p:nvPicPr>
          <p:cNvPr id="7" name="Picture 8">
            <a:extLst>
              <a:ext uri="{FF2B5EF4-FFF2-40B4-BE49-F238E27FC236}">
                <a16:creationId xmlns:a16="http://schemas.microsoft.com/office/drawing/2014/main" id="{FBCDF70E-F822-4FB8-B8A8-625637769441}"/>
              </a:ext>
            </a:extLst>
          </p:cNvPr>
          <p:cNvPicPr>
            <a:picLocks noChangeAspect="1"/>
          </p:cNvPicPr>
          <p:nvPr/>
        </p:nvPicPr>
        <p:blipFill>
          <a:blip r:embed="rId3"/>
          <a:stretch>
            <a:fillRect/>
          </a:stretch>
        </p:blipFill>
        <p:spPr>
          <a:xfrm>
            <a:off x="5241984" y="4333563"/>
            <a:ext cx="6869501" cy="1526421"/>
          </a:xfrm>
          <a:prstGeom prst="rect">
            <a:avLst/>
          </a:prstGeom>
        </p:spPr>
      </p:pic>
    </p:spTree>
    <p:extLst>
      <p:ext uri="{BB962C8B-B14F-4D97-AF65-F5344CB8AC3E}">
        <p14:creationId xmlns:p14="http://schemas.microsoft.com/office/powerpoint/2010/main" val="139295968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ppt_x</p:attrName>
                                        </p:attrNameLst>
                                      </p:cBhvr>
                                      <p:tavLst>
                                        <p:tav tm="0">
                                          <p:val>
                                            <p:strVal val="#ppt_x"/>
                                          </p:val>
                                        </p:tav>
                                        <p:tav tm="100000">
                                          <p:val>
                                            <p:strVal val="#ppt_x"/>
                                          </p:val>
                                        </p:tav>
                                      </p:tavLst>
                                    </p:anim>
                                    <p:anim calcmode="lin" valueType="num">
                                      <p:cBhvr additive="base">
                                        <p:cTn id="13"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 calcmode="lin" valueType="num">
                                      <p:cBhvr additive="base">
                                        <p:cTn id="18" dur="500" fill="hold"/>
                                        <p:tgtEl>
                                          <p:spTgt spid="7"/>
                                        </p:tgtEl>
                                        <p:attrNameLst>
                                          <p:attrName>ppt_x</p:attrName>
                                        </p:attrNameLst>
                                      </p:cBhvr>
                                      <p:tavLst>
                                        <p:tav tm="0">
                                          <p:val>
                                            <p:strVal val="#ppt_x"/>
                                          </p:val>
                                        </p:tav>
                                        <p:tav tm="100000">
                                          <p:val>
                                            <p:strVal val="#ppt_x"/>
                                          </p:val>
                                        </p:tav>
                                      </p:tavLst>
                                    </p:anim>
                                    <p:anim calcmode="lin" valueType="num">
                                      <p:cBhvr additive="base">
                                        <p:cTn id="19"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5832C6C-5B0A-479B-A513-88741DB4F6E1}"/>
              </a:ext>
            </a:extLst>
          </p:cNvPr>
          <p:cNvSpPr>
            <a:spLocks noGrp="1"/>
          </p:cNvSpPr>
          <p:nvPr>
            <p:ph idx="1"/>
          </p:nvPr>
        </p:nvSpPr>
        <p:spPr>
          <a:xfrm>
            <a:off x="1585823" y="1781354"/>
            <a:ext cx="10377577" cy="4574996"/>
          </a:xfrm>
        </p:spPr>
        <p:txBody>
          <a:bodyPr/>
          <a:lstStyle/>
          <a:p>
            <a:pPr marL="0" indent="0">
              <a:buFont typeface="Arial" panose="020B0604020202020204" pitchFamily="34" charset="0"/>
              <a:buNone/>
              <a:defRPr/>
            </a:pPr>
            <a:endParaRPr lang="en-US" sz="2800">
              <a:latin typeface="Times New Roman" panose="02020603050405020304" pitchFamily="18" charset="0"/>
              <a:cs typeface="Times New Roman" panose="02020603050405020304" pitchFamily="18" charset="0"/>
            </a:endParaRPr>
          </a:p>
          <a:p>
            <a:pPr marL="0" indent="0">
              <a:buFont typeface="Arial" panose="020B0604020202020204" pitchFamily="34" charset="0"/>
              <a:buNone/>
              <a:defRPr/>
            </a:pPr>
            <a:endParaRPr lang="en-US" sz="2400">
              <a:latin typeface="Times New Roman" panose="02020603050405020304" pitchFamily="18" charset="0"/>
              <a:cs typeface="Times New Roman" panose="02020603050405020304" pitchFamily="18" charset="0"/>
            </a:endParaRPr>
          </a:p>
          <a:p>
            <a:pPr marL="0" indent="0">
              <a:buFont typeface="Arial" panose="020B0604020202020204" pitchFamily="34" charset="0"/>
              <a:buNone/>
              <a:defRPr/>
            </a:pPr>
            <a:endParaRPr lang="en-US" sz="2400">
              <a:latin typeface="Times New Roman" panose="02020603050405020304" pitchFamily="18" charset="0"/>
              <a:cs typeface="Times New Roman" panose="02020603050405020304" pitchFamily="18" charset="0"/>
            </a:endParaRPr>
          </a:p>
          <a:p>
            <a:pPr marL="0" indent="0">
              <a:buFont typeface="Arial" panose="020B0604020202020204" pitchFamily="34" charset="0"/>
              <a:buNone/>
              <a:defRPr/>
            </a:pPr>
            <a:endParaRPr lang="en-US">
              <a:latin typeface="Times New Roman" panose="02020603050405020304" pitchFamily="18" charset="0"/>
              <a:cs typeface="Times New Roman" panose="02020603050405020304" pitchFamily="18" charset="0"/>
            </a:endParaRPr>
          </a:p>
          <a:p>
            <a:pPr marL="0" indent="0">
              <a:buFont typeface="Arial" panose="020B0604020202020204" pitchFamily="34" charset="0"/>
              <a:buNone/>
              <a:defRPr/>
            </a:pPr>
            <a:endParaRPr lang="en-US" sz="2400">
              <a:latin typeface="Times New Roman" panose="02020603050405020304" pitchFamily="18" charset="0"/>
              <a:cs typeface="Times New Roman" panose="02020603050405020304" pitchFamily="18" charset="0"/>
            </a:endParaRPr>
          </a:p>
          <a:p>
            <a:pPr marL="0" indent="0">
              <a:buFont typeface="Arial" panose="020B0604020202020204" pitchFamily="34" charset="0"/>
              <a:buNone/>
              <a:defRPr/>
            </a:pPr>
            <a:endParaRPr lang="en-US" sz="2400">
              <a:latin typeface="Times New Roman" panose="02020603050405020304" pitchFamily="18" charset="0"/>
              <a:cs typeface="Times New Roman" panose="02020603050405020304" pitchFamily="18" charset="0"/>
            </a:endParaRPr>
          </a:p>
          <a:p>
            <a:pPr>
              <a:defRPr/>
            </a:pPr>
            <a:endParaRPr lang="en-US" altLang="en-US" sz="160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420BE508-1B21-4861-8674-C80A7BBDFA4E}"/>
              </a:ext>
            </a:extLst>
          </p:cNvPr>
          <p:cNvSpPr>
            <a:spLocks noGrp="1"/>
          </p:cNvSpPr>
          <p:nvPr>
            <p:ph type="dt" sz="quarter" idx="10"/>
          </p:nvPr>
        </p:nvSpPr>
        <p:spPr/>
        <p:txBody>
          <a:bodyPr/>
          <a:lstStyle/>
          <a:p>
            <a:pPr>
              <a:defRPr/>
            </a:pPr>
            <a:fld id="{1B12148C-D2F0-40CC-BFF9-2F162BAF588E}" type="datetime1">
              <a:rPr lang="en-US" smtClean="0"/>
              <a:pPr>
                <a:defRPr/>
              </a:pPr>
              <a:t>5/17/2022</a:t>
            </a:fld>
            <a:endParaRPr lang="en-US"/>
          </a:p>
        </p:txBody>
      </p:sp>
      <p:sp>
        <p:nvSpPr>
          <p:cNvPr id="5" name="Footer Placeholder 4">
            <a:extLst>
              <a:ext uri="{FF2B5EF4-FFF2-40B4-BE49-F238E27FC236}">
                <a16:creationId xmlns:a16="http://schemas.microsoft.com/office/drawing/2014/main" id="{6D6D6801-5D4C-4766-A515-F279CD86D7E5}"/>
              </a:ext>
            </a:extLst>
          </p:cNvPr>
          <p:cNvSpPr>
            <a:spLocks noGrp="1"/>
          </p:cNvSpPr>
          <p:nvPr>
            <p:ph type="ftr" sz="quarter" idx="11"/>
          </p:nvPr>
        </p:nvSpPr>
        <p:spPr>
          <a:xfrm>
            <a:off x="2819400" y="6356350"/>
            <a:ext cx="7010400" cy="365125"/>
          </a:xfrm>
        </p:spPr>
        <p:txBody>
          <a:bodyPr/>
          <a:lstStyle/>
          <a:p>
            <a:pPr>
              <a:defRPr/>
            </a:pPr>
            <a:r>
              <a:rPr lang="en-US" dirty="0"/>
              <a:t>(Programming in Advanced Python)                                 Unit No:2</a:t>
            </a:r>
          </a:p>
        </p:txBody>
      </p:sp>
      <p:sp>
        <p:nvSpPr>
          <p:cNvPr id="116741" name="Slide Number Placeholder 5">
            <a:extLst>
              <a:ext uri="{FF2B5EF4-FFF2-40B4-BE49-F238E27FC236}">
                <a16:creationId xmlns:a16="http://schemas.microsoft.com/office/drawing/2014/main" id="{10E9DA6A-B3A6-422D-A48A-8B0E685B39A2}"/>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95DA82CD-AAE7-4E23-8257-C6B1A9B23F97}" type="slidenum">
              <a:rPr lang="en-US" altLang="en-US" sz="1200" dirty="0">
                <a:solidFill>
                  <a:srgbClr val="898989"/>
                </a:solidFill>
              </a:rPr>
              <a:pPr>
                <a:spcBef>
                  <a:spcPct val="0"/>
                </a:spcBef>
                <a:buFontTx/>
                <a:buNone/>
              </a:pPr>
              <a:t>155</a:t>
            </a:fld>
            <a:endParaRPr lang="en-US" altLang="en-US" sz="1200">
              <a:solidFill>
                <a:srgbClr val="898989"/>
              </a:solidFill>
            </a:endParaRPr>
          </a:p>
        </p:txBody>
      </p:sp>
      <p:sp>
        <p:nvSpPr>
          <p:cNvPr id="8" name="Title 1">
            <a:extLst>
              <a:ext uri="{FF2B5EF4-FFF2-40B4-BE49-F238E27FC236}">
                <a16:creationId xmlns:a16="http://schemas.microsoft.com/office/drawing/2014/main" id="{E438D234-EF60-4362-A09C-101D1A1F0BC4}"/>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US" sz="3200" b="1" dirty="0">
                <a:latin typeface="Times New Roman" panose="02020603050405020304" pitchFamily="18" charset="0"/>
                <a:cs typeface="Times New Roman" pitchFamily="18" charset="0"/>
              </a:rPr>
              <a:t>Code Introspection(CO2)</a:t>
            </a:r>
          </a:p>
        </p:txBody>
      </p:sp>
      <p:pic>
        <p:nvPicPr>
          <p:cNvPr id="116744" name="Picture 6">
            <a:extLst>
              <a:ext uri="{FF2B5EF4-FFF2-40B4-BE49-F238E27FC236}">
                <a16:creationId xmlns:a16="http://schemas.microsoft.com/office/drawing/2014/main" id="{6E1877E9-3343-42D7-88D2-BED28D10595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820174" y="1777401"/>
            <a:ext cx="4961626" cy="409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5" descr="Table&#10;&#10;Description automatically generated">
            <a:extLst>
              <a:ext uri="{FF2B5EF4-FFF2-40B4-BE49-F238E27FC236}">
                <a16:creationId xmlns:a16="http://schemas.microsoft.com/office/drawing/2014/main" id="{CE3C60C4-F0E3-407F-88D8-F9B56496A333}"/>
              </a:ext>
            </a:extLst>
          </p:cNvPr>
          <p:cNvPicPr>
            <a:picLocks noChangeAspect="1"/>
          </p:cNvPicPr>
          <p:nvPr/>
        </p:nvPicPr>
        <p:blipFill>
          <a:blip r:embed="rId3"/>
          <a:stretch>
            <a:fillRect/>
          </a:stretch>
        </p:blipFill>
        <p:spPr>
          <a:xfrm>
            <a:off x="7544070" y="2351058"/>
            <a:ext cx="3631181" cy="2687846"/>
          </a:xfrm>
          <a:prstGeom prst="rect">
            <a:avLst/>
          </a:prstGeom>
        </p:spPr>
      </p:pic>
      <p:sp>
        <p:nvSpPr>
          <p:cNvPr id="6" name="TextBox 5">
            <a:extLst>
              <a:ext uri="{FF2B5EF4-FFF2-40B4-BE49-F238E27FC236}">
                <a16:creationId xmlns:a16="http://schemas.microsoft.com/office/drawing/2014/main" id="{CA13B3BA-3FDA-45C4-A392-77347691EBFE}"/>
              </a:ext>
            </a:extLst>
          </p:cNvPr>
          <p:cNvSpPr txBox="1"/>
          <p:nvPr/>
        </p:nvSpPr>
        <p:spPr>
          <a:xfrm>
            <a:off x="1877684" y="1063594"/>
            <a:ext cx="8839199"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dirty="0">
                <a:latin typeface="Times New Roman"/>
                <a:cs typeface="Times New Roman"/>
              </a:rPr>
              <a:t>str() :</a:t>
            </a:r>
            <a:r>
              <a:rPr lang="en-US" sz="3200" dirty="0">
                <a:latin typeface="Times New Roman"/>
                <a:cs typeface="Times New Roman"/>
              </a:rPr>
              <a:t>This function converts everything into a string</a:t>
            </a:r>
            <a:r>
              <a:rPr lang="en-US" dirty="0">
                <a:latin typeface="Times New Roman"/>
                <a:cs typeface="Times New Roman"/>
              </a:rPr>
              <a:t> </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16744"/>
                                        </p:tgtEl>
                                        <p:attrNameLst>
                                          <p:attrName>style.visibility</p:attrName>
                                        </p:attrNameLst>
                                      </p:cBhvr>
                                      <p:to>
                                        <p:strVal val="visible"/>
                                      </p:to>
                                    </p:set>
                                    <p:anim calcmode="lin" valueType="num">
                                      <p:cBhvr additive="base">
                                        <p:cTn id="13" dur="500" fill="hold"/>
                                        <p:tgtEl>
                                          <p:spTgt spid="116744"/>
                                        </p:tgtEl>
                                        <p:attrNameLst>
                                          <p:attrName>ppt_x</p:attrName>
                                        </p:attrNameLst>
                                      </p:cBhvr>
                                      <p:tavLst>
                                        <p:tav tm="0">
                                          <p:val>
                                            <p:strVal val="#ppt_x"/>
                                          </p:val>
                                        </p:tav>
                                        <p:tav tm="100000">
                                          <p:val>
                                            <p:strVal val="#ppt_x"/>
                                          </p:val>
                                        </p:tav>
                                      </p:tavLst>
                                    </p:anim>
                                    <p:anim calcmode="lin" valueType="num">
                                      <p:cBhvr additive="base">
                                        <p:cTn id="14" dur="500" fill="hold"/>
                                        <p:tgtEl>
                                          <p:spTgt spid="11674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ppt_x"/>
                                          </p:val>
                                        </p:tav>
                                        <p:tav tm="100000">
                                          <p:val>
                                            <p:strVal val="#ppt_x"/>
                                          </p:val>
                                        </p:tav>
                                      </p:tavLst>
                                    </p:anim>
                                    <p:anim calcmode="lin" valueType="num">
                                      <p:cBhvr additive="base">
                                        <p:cTn id="2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5832C6C-5B0A-479B-A513-88741DB4F6E1}"/>
              </a:ext>
            </a:extLst>
          </p:cNvPr>
          <p:cNvSpPr>
            <a:spLocks noGrp="1"/>
          </p:cNvSpPr>
          <p:nvPr>
            <p:ph idx="1"/>
          </p:nvPr>
        </p:nvSpPr>
        <p:spPr>
          <a:xfrm>
            <a:off x="1585823" y="1709467"/>
            <a:ext cx="10377577" cy="4646883"/>
          </a:xfrm>
        </p:spPr>
        <p:txBody>
          <a:bodyPr/>
          <a:lstStyle/>
          <a:p>
            <a:pPr marL="0" indent="0">
              <a:buNone/>
              <a:defRPr/>
            </a:pPr>
            <a:endParaRPr lang="en-US" sz="2800">
              <a:latin typeface="Times New Roman"/>
              <a:cs typeface="Times New Roman"/>
            </a:endParaRPr>
          </a:p>
          <a:p>
            <a:pPr marL="0" indent="0">
              <a:buFont typeface="Arial" panose="020B0604020202020204" pitchFamily="34" charset="0"/>
              <a:buNone/>
              <a:defRPr/>
            </a:pPr>
            <a:endParaRPr lang="en-US" sz="2400">
              <a:latin typeface="Times New Roman" panose="02020603050405020304" pitchFamily="18" charset="0"/>
              <a:cs typeface="Times New Roman" panose="02020603050405020304" pitchFamily="18" charset="0"/>
            </a:endParaRPr>
          </a:p>
          <a:p>
            <a:pPr marL="0" indent="0">
              <a:buFont typeface="Arial" panose="020B0604020202020204" pitchFamily="34" charset="0"/>
              <a:buNone/>
              <a:defRPr/>
            </a:pPr>
            <a:endParaRPr lang="en-US" sz="2400">
              <a:latin typeface="Times New Roman" panose="02020603050405020304" pitchFamily="18" charset="0"/>
              <a:cs typeface="Times New Roman" panose="02020603050405020304" pitchFamily="18" charset="0"/>
            </a:endParaRPr>
          </a:p>
          <a:p>
            <a:pPr marL="0" indent="0">
              <a:buFont typeface="Arial" panose="020B0604020202020204" pitchFamily="34" charset="0"/>
              <a:buNone/>
              <a:defRPr/>
            </a:pPr>
            <a:endParaRPr lang="en-US">
              <a:latin typeface="Times New Roman" panose="02020603050405020304" pitchFamily="18" charset="0"/>
              <a:cs typeface="Times New Roman" panose="02020603050405020304" pitchFamily="18" charset="0"/>
            </a:endParaRPr>
          </a:p>
          <a:p>
            <a:pPr marL="0" indent="0">
              <a:buFont typeface="Arial" panose="020B0604020202020204" pitchFamily="34" charset="0"/>
              <a:buNone/>
              <a:defRPr/>
            </a:pPr>
            <a:endParaRPr lang="en-US" sz="2400">
              <a:latin typeface="Times New Roman" panose="02020603050405020304" pitchFamily="18" charset="0"/>
              <a:cs typeface="Times New Roman" panose="02020603050405020304" pitchFamily="18" charset="0"/>
            </a:endParaRPr>
          </a:p>
          <a:p>
            <a:pPr marL="0" indent="0">
              <a:buFont typeface="Arial" panose="020B0604020202020204" pitchFamily="34" charset="0"/>
              <a:buNone/>
              <a:defRPr/>
            </a:pPr>
            <a:endParaRPr lang="en-US" sz="2400">
              <a:latin typeface="Times New Roman" panose="02020603050405020304" pitchFamily="18" charset="0"/>
              <a:cs typeface="Times New Roman" panose="02020603050405020304" pitchFamily="18" charset="0"/>
            </a:endParaRPr>
          </a:p>
          <a:p>
            <a:pPr>
              <a:defRPr/>
            </a:pPr>
            <a:endParaRPr lang="en-US" altLang="en-US" sz="160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420BE508-1B21-4861-8674-C80A7BBDFA4E}"/>
              </a:ext>
            </a:extLst>
          </p:cNvPr>
          <p:cNvSpPr>
            <a:spLocks noGrp="1"/>
          </p:cNvSpPr>
          <p:nvPr>
            <p:ph type="dt" sz="quarter" idx="10"/>
          </p:nvPr>
        </p:nvSpPr>
        <p:spPr/>
        <p:txBody>
          <a:bodyPr/>
          <a:lstStyle/>
          <a:p>
            <a:pPr>
              <a:defRPr/>
            </a:pPr>
            <a:fld id="{73CF5652-D4F2-4B3F-9056-44DBB132A6C3}" type="datetime1">
              <a:rPr lang="en-US" smtClean="0"/>
              <a:pPr>
                <a:defRPr/>
              </a:pPr>
              <a:t>5/17/2022</a:t>
            </a:fld>
            <a:endParaRPr lang="en-US"/>
          </a:p>
        </p:txBody>
      </p:sp>
      <p:sp>
        <p:nvSpPr>
          <p:cNvPr id="5" name="Footer Placeholder 4">
            <a:extLst>
              <a:ext uri="{FF2B5EF4-FFF2-40B4-BE49-F238E27FC236}">
                <a16:creationId xmlns:a16="http://schemas.microsoft.com/office/drawing/2014/main" id="{6D6D6801-5D4C-4766-A515-F279CD86D7E5}"/>
              </a:ext>
            </a:extLst>
          </p:cNvPr>
          <p:cNvSpPr>
            <a:spLocks noGrp="1"/>
          </p:cNvSpPr>
          <p:nvPr>
            <p:ph type="ftr" sz="quarter" idx="11"/>
          </p:nvPr>
        </p:nvSpPr>
        <p:spPr>
          <a:xfrm>
            <a:off x="2819400" y="6356350"/>
            <a:ext cx="7010400" cy="365125"/>
          </a:xfrm>
        </p:spPr>
        <p:txBody>
          <a:bodyPr/>
          <a:lstStyle/>
          <a:p>
            <a:pPr>
              <a:defRPr/>
            </a:pPr>
            <a:r>
              <a:rPr lang="en-US"/>
              <a:t>(Programming in Advanced Python)                                 Unit No:2</a:t>
            </a:r>
          </a:p>
        </p:txBody>
      </p:sp>
      <p:sp>
        <p:nvSpPr>
          <p:cNvPr id="116741" name="Slide Number Placeholder 5">
            <a:extLst>
              <a:ext uri="{FF2B5EF4-FFF2-40B4-BE49-F238E27FC236}">
                <a16:creationId xmlns:a16="http://schemas.microsoft.com/office/drawing/2014/main" id="{10E9DA6A-B3A6-422D-A48A-8B0E685B39A2}"/>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95DA82CD-AAE7-4E23-8257-C6B1A9B23F97}" type="slidenum">
              <a:rPr lang="en-US" altLang="en-US" sz="1200" dirty="0">
                <a:solidFill>
                  <a:srgbClr val="898989"/>
                </a:solidFill>
              </a:rPr>
              <a:pPr>
                <a:spcBef>
                  <a:spcPct val="0"/>
                </a:spcBef>
                <a:buFontTx/>
                <a:buNone/>
              </a:pPr>
              <a:t>156</a:t>
            </a:fld>
            <a:endParaRPr lang="en-US" altLang="en-US" sz="1200">
              <a:solidFill>
                <a:srgbClr val="898989"/>
              </a:solidFill>
            </a:endParaRPr>
          </a:p>
        </p:txBody>
      </p:sp>
      <p:sp>
        <p:nvSpPr>
          <p:cNvPr id="8" name="Title 1">
            <a:extLst>
              <a:ext uri="{FF2B5EF4-FFF2-40B4-BE49-F238E27FC236}">
                <a16:creationId xmlns:a16="http://schemas.microsoft.com/office/drawing/2014/main" id="{E438D234-EF60-4362-A09C-101D1A1F0BC4}"/>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US" sz="3200" b="1" dirty="0">
                <a:latin typeface="Times New Roman" panose="02020603050405020304" pitchFamily="18" charset="0"/>
                <a:cs typeface="Times New Roman" pitchFamily="18" charset="0"/>
              </a:rPr>
              <a:t>Code Introspection(CO2)</a:t>
            </a:r>
          </a:p>
        </p:txBody>
      </p:sp>
      <p:pic>
        <p:nvPicPr>
          <p:cNvPr id="6" name="Picture 6" descr="Text&#10;&#10;Description automatically generated">
            <a:extLst>
              <a:ext uri="{FF2B5EF4-FFF2-40B4-BE49-F238E27FC236}">
                <a16:creationId xmlns:a16="http://schemas.microsoft.com/office/drawing/2014/main" id="{8119174A-F34D-41C4-8DC6-3AA5D448FF26}"/>
              </a:ext>
            </a:extLst>
          </p:cNvPr>
          <p:cNvPicPr>
            <a:picLocks noChangeAspect="1"/>
          </p:cNvPicPr>
          <p:nvPr/>
        </p:nvPicPr>
        <p:blipFill>
          <a:blip r:embed="rId2"/>
          <a:stretch>
            <a:fillRect/>
          </a:stretch>
        </p:blipFill>
        <p:spPr>
          <a:xfrm>
            <a:off x="1797171" y="1965925"/>
            <a:ext cx="3594339" cy="3903810"/>
          </a:xfrm>
          <a:prstGeom prst="rect">
            <a:avLst/>
          </a:prstGeom>
        </p:spPr>
      </p:pic>
      <p:pic>
        <p:nvPicPr>
          <p:cNvPr id="7" name="Picture 8">
            <a:extLst>
              <a:ext uri="{FF2B5EF4-FFF2-40B4-BE49-F238E27FC236}">
                <a16:creationId xmlns:a16="http://schemas.microsoft.com/office/drawing/2014/main" id="{633A732E-E6E6-4FD9-AC65-E30DCE1F4683}"/>
              </a:ext>
            </a:extLst>
          </p:cNvPr>
          <p:cNvPicPr>
            <a:picLocks noChangeAspect="1"/>
          </p:cNvPicPr>
          <p:nvPr/>
        </p:nvPicPr>
        <p:blipFill>
          <a:blip r:embed="rId3"/>
          <a:stretch>
            <a:fillRect/>
          </a:stretch>
        </p:blipFill>
        <p:spPr>
          <a:xfrm>
            <a:off x="6993147" y="2643188"/>
            <a:ext cx="3654724" cy="2678681"/>
          </a:xfrm>
          <a:prstGeom prst="rect">
            <a:avLst/>
          </a:prstGeom>
        </p:spPr>
      </p:pic>
      <p:sp>
        <p:nvSpPr>
          <p:cNvPr id="2" name="TextBox 1">
            <a:extLst>
              <a:ext uri="{FF2B5EF4-FFF2-40B4-BE49-F238E27FC236}">
                <a16:creationId xmlns:a16="http://schemas.microsoft.com/office/drawing/2014/main" id="{CD47991F-0193-4F9D-B17D-760135E30B97}"/>
              </a:ext>
            </a:extLst>
          </p:cNvPr>
          <p:cNvSpPr txBox="1"/>
          <p:nvPr/>
        </p:nvSpPr>
        <p:spPr>
          <a:xfrm rot="10800000" flipV="1">
            <a:off x="1754447" y="1074919"/>
            <a:ext cx="7573992"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latin typeface="Times New Roman"/>
                <a:cs typeface="Times New Roman"/>
              </a:rPr>
              <a:t>id() :</a:t>
            </a:r>
            <a:r>
              <a:rPr lang="en-US" sz="2800" dirty="0">
                <a:latin typeface="Times New Roman"/>
                <a:cs typeface="Times New Roman"/>
              </a:rPr>
              <a:t>This function returns a special id of an object.</a:t>
            </a:r>
            <a:r>
              <a:rPr lang="en-US" dirty="0">
                <a:latin typeface="Times New Roman"/>
                <a:cs typeface="Times New Roman"/>
              </a:rPr>
              <a:t> </a:t>
            </a:r>
            <a:endParaRPr lang="en-US" dirty="0"/>
          </a:p>
        </p:txBody>
      </p:sp>
    </p:spTree>
    <p:extLst>
      <p:ext uri="{BB962C8B-B14F-4D97-AF65-F5344CB8AC3E}">
        <p14:creationId xmlns:p14="http://schemas.microsoft.com/office/powerpoint/2010/main" val="4195424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ppt_x"/>
                                          </p:val>
                                        </p:tav>
                                        <p:tav tm="100000">
                                          <p:val>
                                            <p:strVal val="#ppt_x"/>
                                          </p:val>
                                        </p:tav>
                                      </p:tavLst>
                                    </p:anim>
                                    <p:anim calcmode="lin" valueType="num">
                                      <p:cBhvr additive="base">
                                        <p:cTn id="2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4003FD7-6BF5-4C54-B232-D26BF56CF62C}"/>
              </a:ext>
            </a:extLst>
          </p:cNvPr>
          <p:cNvSpPr>
            <a:spLocks noGrp="1"/>
          </p:cNvSpPr>
          <p:nvPr>
            <p:ph idx="1"/>
          </p:nvPr>
        </p:nvSpPr>
        <p:spPr>
          <a:xfrm>
            <a:off x="2590800" y="990600"/>
            <a:ext cx="7924800" cy="5365750"/>
          </a:xfrm>
        </p:spPr>
        <p:txBody>
          <a:bodyPr/>
          <a:lstStyle/>
          <a:p>
            <a:pPr marL="0" indent="0">
              <a:buFont typeface="Arial" panose="020B0604020202020204" pitchFamily="34" charset="0"/>
              <a:buNone/>
              <a:defRPr/>
            </a:pPr>
            <a:endParaRPr lang="en-US" sz="2400">
              <a:latin typeface="Times New Roman" panose="02020603050405020304" pitchFamily="18" charset="0"/>
              <a:cs typeface="Times New Roman" panose="02020603050405020304" pitchFamily="18" charset="0"/>
            </a:endParaRPr>
          </a:p>
          <a:p>
            <a:pPr marL="0" indent="0">
              <a:buFont typeface="Arial" panose="020B0604020202020204" pitchFamily="34" charset="0"/>
              <a:buNone/>
              <a:defRPr/>
            </a:pPr>
            <a:endParaRPr lang="en-US" sz="2400">
              <a:latin typeface="Times New Roman" panose="02020603050405020304" pitchFamily="18" charset="0"/>
              <a:cs typeface="Times New Roman" panose="02020603050405020304" pitchFamily="18" charset="0"/>
            </a:endParaRPr>
          </a:p>
          <a:p>
            <a:pPr marL="0" indent="0">
              <a:buFont typeface="Arial" panose="020B0604020202020204" pitchFamily="34" charset="0"/>
              <a:buNone/>
              <a:defRPr/>
            </a:pPr>
            <a:endParaRPr lang="en-US"/>
          </a:p>
          <a:p>
            <a:pPr marL="0" indent="0">
              <a:buFont typeface="Arial" panose="020B0604020202020204" pitchFamily="34" charset="0"/>
              <a:buNone/>
              <a:defRPr/>
            </a:pPr>
            <a:endParaRPr lang="en-US" sz="2400">
              <a:latin typeface="Times New Roman" panose="02020603050405020304" pitchFamily="18" charset="0"/>
              <a:cs typeface="Times New Roman" panose="02020603050405020304" pitchFamily="18" charset="0"/>
            </a:endParaRPr>
          </a:p>
          <a:p>
            <a:pPr marL="0" indent="0">
              <a:buFont typeface="Arial" panose="020B0604020202020204" pitchFamily="34" charset="0"/>
              <a:buNone/>
              <a:defRPr/>
            </a:pPr>
            <a:endParaRPr lang="en-US" sz="2400">
              <a:latin typeface="Times New Roman" panose="02020603050405020304" pitchFamily="18" charset="0"/>
              <a:cs typeface="Times New Roman" panose="02020603050405020304" pitchFamily="18" charset="0"/>
            </a:endParaRPr>
          </a:p>
          <a:p>
            <a:pPr>
              <a:defRPr/>
            </a:pPr>
            <a:endParaRPr lang="en-US" altLang="en-US" sz="160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F485754C-EBA3-4DE3-97D2-615DE2B7040A}"/>
              </a:ext>
            </a:extLst>
          </p:cNvPr>
          <p:cNvSpPr>
            <a:spLocks noGrp="1"/>
          </p:cNvSpPr>
          <p:nvPr>
            <p:ph type="dt" sz="quarter" idx="10"/>
          </p:nvPr>
        </p:nvSpPr>
        <p:spPr/>
        <p:txBody>
          <a:bodyPr/>
          <a:lstStyle/>
          <a:p>
            <a:pPr>
              <a:defRPr/>
            </a:pPr>
            <a:fld id="{6D305795-544A-46A3-9408-E0A6926B5C69}" type="datetime1">
              <a:rPr lang="en-US" smtClean="0"/>
              <a:pPr>
                <a:defRPr/>
              </a:pPr>
              <a:t>5/17/2022</a:t>
            </a:fld>
            <a:endParaRPr lang="en-US"/>
          </a:p>
        </p:txBody>
      </p:sp>
      <p:sp>
        <p:nvSpPr>
          <p:cNvPr id="5" name="Footer Placeholder 4">
            <a:extLst>
              <a:ext uri="{FF2B5EF4-FFF2-40B4-BE49-F238E27FC236}">
                <a16:creationId xmlns:a16="http://schemas.microsoft.com/office/drawing/2014/main" id="{F0679D3E-72B6-4FD7-9ED6-FE2524868654}"/>
              </a:ext>
            </a:extLst>
          </p:cNvPr>
          <p:cNvSpPr>
            <a:spLocks noGrp="1"/>
          </p:cNvSpPr>
          <p:nvPr>
            <p:ph type="ftr" sz="quarter" idx="11"/>
          </p:nvPr>
        </p:nvSpPr>
        <p:spPr>
          <a:xfrm>
            <a:off x="2819400" y="6356350"/>
            <a:ext cx="7010400" cy="365125"/>
          </a:xfrm>
        </p:spPr>
        <p:txBody>
          <a:bodyPr/>
          <a:lstStyle/>
          <a:p>
            <a:pPr>
              <a:defRPr/>
            </a:pPr>
            <a:r>
              <a:rPr lang="en-US" dirty="0"/>
              <a:t>(Programming in Advanced Python)                                 Unit No:2</a:t>
            </a:r>
          </a:p>
        </p:txBody>
      </p:sp>
      <p:sp>
        <p:nvSpPr>
          <p:cNvPr id="117765" name="Slide Number Placeholder 5">
            <a:extLst>
              <a:ext uri="{FF2B5EF4-FFF2-40B4-BE49-F238E27FC236}">
                <a16:creationId xmlns:a16="http://schemas.microsoft.com/office/drawing/2014/main" id="{20C558F9-43EE-4635-9A30-DB8E97A6357D}"/>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C2CBC7FF-7CF4-4093-95BC-3F382C7A460B}" type="slidenum">
              <a:rPr lang="en-US" altLang="en-US" sz="1200" dirty="0">
                <a:solidFill>
                  <a:srgbClr val="898989"/>
                </a:solidFill>
              </a:rPr>
              <a:pPr>
                <a:spcBef>
                  <a:spcPct val="0"/>
                </a:spcBef>
                <a:buFontTx/>
                <a:buNone/>
              </a:pPr>
              <a:t>157</a:t>
            </a:fld>
            <a:endParaRPr lang="en-US" altLang="en-US" sz="1200">
              <a:solidFill>
                <a:srgbClr val="898989"/>
              </a:solidFill>
            </a:endParaRPr>
          </a:p>
        </p:txBody>
      </p:sp>
      <p:sp>
        <p:nvSpPr>
          <p:cNvPr id="8" name="Title 1">
            <a:extLst>
              <a:ext uri="{FF2B5EF4-FFF2-40B4-BE49-F238E27FC236}">
                <a16:creationId xmlns:a16="http://schemas.microsoft.com/office/drawing/2014/main" id="{12233B4B-5BE2-44BD-B10F-EBC126651B70}"/>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US" sz="3200" b="1">
                <a:latin typeface="Times New Roman" panose="02020603050405020304" pitchFamily="18" charset="0"/>
                <a:cs typeface="Times New Roman" pitchFamily="18" charset="0"/>
              </a:rPr>
              <a:t>Method Of Code Introspection(CO2)</a:t>
            </a:r>
          </a:p>
        </p:txBody>
      </p:sp>
      <p:graphicFrame>
        <p:nvGraphicFramePr>
          <p:cNvPr id="2" name="Table 5">
            <a:extLst>
              <a:ext uri="{FF2B5EF4-FFF2-40B4-BE49-F238E27FC236}">
                <a16:creationId xmlns:a16="http://schemas.microsoft.com/office/drawing/2014/main" id="{5DDC5896-ED1A-444D-97D0-678EDDA3A037}"/>
              </a:ext>
            </a:extLst>
          </p:cNvPr>
          <p:cNvGraphicFramePr>
            <a:graphicFrameLocks noGrp="1"/>
          </p:cNvGraphicFramePr>
          <p:nvPr>
            <p:extLst>
              <p:ext uri="{D42A27DB-BD31-4B8C-83A1-F6EECF244321}">
                <p14:modId xmlns:p14="http://schemas.microsoft.com/office/powerpoint/2010/main" val="1852863780"/>
              </p:ext>
            </p:extLst>
          </p:nvPr>
        </p:nvGraphicFramePr>
        <p:xfrm>
          <a:off x="1984075" y="1466490"/>
          <a:ext cx="9530513" cy="4541520"/>
        </p:xfrm>
        <a:graphic>
          <a:graphicData uri="http://schemas.openxmlformats.org/drawingml/2006/table">
            <a:tbl>
              <a:tblPr firstRow="1" bandRow="1">
                <a:tableStyleId>{5C22544A-7EE6-4342-B048-85BDC9FD1C3A}</a:tableStyleId>
              </a:tblPr>
              <a:tblGrid>
                <a:gridCol w="2333624">
                  <a:extLst>
                    <a:ext uri="{9D8B030D-6E8A-4147-A177-3AD203B41FA5}">
                      <a16:colId xmlns:a16="http://schemas.microsoft.com/office/drawing/2014/main" val="3569357045"/>
                    </a:ext>
                  </a:extLst>
                </a:gridCol>
                <a:gridCol w="7196889">
                  <a:extLst>
                    <a:ext uri="{9D8B030D-6E8A-4147-A177-3AD203B41FA5}">
                      <a16:colId xmlns:a16="http://schemas.microsoft.com/office/drawing/2014/main" val="3293699282"/>
                    </a:ext>
                  </a:extLst>
                </a:gridCol>
              </a:tblGrid>
              <a:tr h="370839">
                <a:tc>
                  <a:txBody>
                    <a:bodyPr/>
                    <a:lstStyle/>
                    <a:p>
                      <a:r>
                        <a:rPr lang="en-US" sz="2800">
                          <a:solidFill>
                            <a:schemeClr val="tx1"/>
                          </a:solidFill>
                        </a:rPr>
                        <a:t>Function</a:t>
                      </a:r>
                    </a:p>
                  </a:txBody>
                  <a:tcPr/>
                </a:tc>
                <a:tc>
                  <a:txBody>
                    <a:bodyPr/>
                    <a:lstStyle/>
                    <a:p>
                      <a:r>
                        <a:rPr lang="en-US" sz="2800" dirty="0">
                          <a:solidFill>
                            <a:schemeClr val="tx1"/>
                          </a:solidFill>
                        </a:rPr>
                        <a:t>Description</a:t>
                      </a:r>
                    </a:p>
                  </a:txBody>
                  <a:tcPr/>
                </a:tc>
                <a:extLst>
                  <a:ext uri="{0D108BD9-81ED-4DB2-BD59-A6C34878D82A}">
                    <a16:rowId xmlns:a16="http://schemas.microsoft.com/office/drawing/2014/main" val="2707406019"/>
                  </a:ext>
                </a:extLst>
              </a:tr>
              <a:tr h="370838">
                <a:tc>
                  <a:txBody>
                    <a:bodyPr/>
                    <a:lstStyle/>
                    <a:p>
                      <a:pPr lvl="0">
                        <a:buNone/>
                      </a:pPr>
                      <a:r>
                        <a:rPr lang="en-US" sz="2400" dirty="0">
                          <a:solidFill>
                            <a:schemeClr val="tx1"/>
                          </a:solidFill>
                          <a:latin typeface="Times New Roman"/>
                        </a:rPr>
                        <a:t>help()</a:t>
                      </a:r>
                    </a:p>
                  </a:txBody>
                  <a:tcPr/>
                </a:tc>
                <a:tc>
                  <a:txBody>
                    <a:bodyPr/>
                    <a:lstStyle/>
                    <a:p>
                      <a:pPr lvl="0">
                        <a:buNone/>
                      </a:pPr>
                      <a:r>
                        <a:rPr lang="en-US" sz="2400" dirty="0">
                          <a:solidFill>
                            <a:schemeClr val="tx1"/>
                          </a:solidFill>
                          <a:latin typeface="Times New Roman"/>
                        </a:rPr>
                        <a:t>It is used to find what other functions do.</a:t>
                      </a:r>
                    </a:p>
                  </a:txBody>
                  <a:tcPr/>
                </a:tc>
                <a:extLst>
                  <a:ext uri="{0D108BD9-81ED-4DB2-BD59-A6C34878D82A}">
                    <a16:rowId xmlns:a16="http://schemas.microsoft.com/office/drawing/2014/main" val="957143493"/>
                  </a:ext>
                </a:extLst>
              </a:tr>
              <a:tr h="370839">
                <a:tc>
                  <a:txBody>
                    <a:bodyPr/>
                    <a:lstStyle/>
                    <a:p>
                      <a:r>
                        <a:rPr lang="en-US" sz="2400" err="1">
                          <a:solidFill>
                            <a:schemeClr val="tx1"/>
                          </a:solidFill>
                          <a:latin typeface="Times New Roman"/>
                        </a:rPr>
                        <a:t>hasattr</a:t>
                      </a:r>
                      <a:r>
                        <a:rPr lang="en-US" sz="2400">
                          <a:solidFill>
                            <a:schemeClr val="tx1"/>
                          </a:solidFill>
                          <a:latin typeface="Times New Roman"/>
                        </a:rPr>
                        <a:t>()</a:t>
                      </a:r>
                    </a:p>
                  </a:txBody>
                  <a:tcPr/>
                </a:tc>
                <a:tc>
                  <a:txBody>
                    <a:bodyPr/>
                    <a:lstStyle/>
                    <a:p>
                      <a:r>
                        <a:rPr lang="en-US" sz="2400">
                          <a:solidFill>
                            <a:schemeClr val="tx1"/>
                          </a:solidFill>
                          <a:latin typeface="Times New Roman"/>
                        </a:rPr>
                        <a:t>Checks if an object has an attribute.</a:t>
                      </a:r>
                    </a:p>
                  </a:txBody>
                  <a:tcPr/>
                </a:tc>
                <a:extLst>
                  <a:ext uri="{0D108BD9-81ED-4DB2-BD59-A6C34878D82A}">
                    <a16:rowId xmlns:a16="http://schemas.microsoft.com/office/drawing/2014/main" val="3893187089"/>
                  </a:ext>
                </a:extLst>
              </a:tr>
              <a:tr h="370839">
                <a:tc>
                  <a:txBody>
                    <a:bodyPr/>
                    <a:lstStyle/>
                    <a:p>
                      <a:r>
                        <a:rPr lang="en-US" sz="2400" dirty="0" err="1">
                          <a:solidFill>
                            <a:schemeClr val="tx1"/>
                          </a:solidFill>
                          <a:latin typeface="Times New Roman"/>
                        </a:rPr>
                        <a:t>getattr</a:t>
                      </a:r>
                      <a:r>
                        <a:rPr lang="en-US" sz="2400" dirty="0">
                          <a:solidFill>
                            <a:schemeClr val="tx1"/>
                          </a:solidFill>
                          <a:latin typeface="Times New Roman"/>
                        </a:rPr>
                        <a:t>()</a:t>
                      </a:r>
                    </a:p>
                  </a:txBody>
                  <a:tcPr/>
                </a:tc>
                <a:tc>
                  <a:txBody>
                    <a:bodyPr/>
                    <a:lstStyle/>
                    <a:p>
                      <a:r>
                        <a:rPr lang="en-US" sz="2400" dirty="0">
                          <a:solidFill>
                            <a:schemeClr val="tx1"/>
                          </a:solidFill>
                          <a:latin typeface="Times New Roman"/>
                        </a:rPr>
                        <a:t>Returns the contents of an attribute if there are some.</a:t>
                      </a:r>
                    </a:p>
                  </a:txBody>
                  <a:tcPr/>
                </a:tc>
                <a:extLst>
                  <a:ext uri="{0D108BD9-81ED-4DB2-BD59-A6C34878D82A}">
                    <a16:rowId xmlns:a16="http://schemas.microsoft.com/office/drawing/2014/main" val="1502957630"/>
                  </a:ext>
                </a:extLst>
              </a:tr>
              <a:tr h="370839">
                <a:tc>
                  <a:txBody>
                    <a:bodyPr/>
                    <a:lstStyle/>
                    <a:p>
                      <a:r>
                        <a:rPr lang="en-US" sz="2400" dirty="0" err="1">
                          <a:solidFill>
                            <a:schemeClr val="tx1"/>
                          </a:solidFill>
                          <a:latin typeface="Times New Roman"/>
                        </a:rPr>
                        <a:t>repr</a:t>
                      </a:r>
                      <a:r>
                        <a:rPr lang="en-US" sz="2400" dirty="0">
                          <a:solidFill>
                            <a:schemeClr val="tx1"/>
                          </a:solidFill>
                          <a:latin typeface="Times New Roman"/>
                        </a:rPr>
                        <a:t>()</a:t>
                      </a:r>
                    </a:p>
                  </a:txBody>
                  <a:tcPr/>
                </a:tc>
                <a:tc>
                  <a:txBody>
                    <a:bodyPr/>
                    <a:lstStyle/>
                    <a:p>
                      <a:r>
                        <a:rPr lang="en-US" sz="2400" dirty="0">
                          <a:solidFill>
                            <a:schemeClr val="tx1"/>
                          </a:solidFill>
                          <a:latin typeface="Times New Roman"/>
                        </a:rPr>
                        <a:t>Return the string representation of object.</a:t>
                      </a:r>
                    </a:p>
                  </a:txBody>
                  <a:tcPr/>
                </a:tc>
                <a:extLst>
                  <a:ext uri="{0D108BD9-81ED-4DB2-BD59-A6C34878D82A}">
                    <a16:rowId xmlns:a16="http://schemas.microsoft.com/office/drawing/2014/main" val="4197701366"/>
                  </a:ext>
                </a:extLst>
              </a:tr>
              <a:tr h="370839">
                <a:tc>
                  <a:txBody>
                    <a:bodyPr/>
                    <a:lstStyle/>
                    <a:p>
                      <a:r>
                        <a:rPr lang="en-US" sz="2400" dirty="0">
                          <a:solidFill>
                            <a:schemeClr val="tx1"/>
                          </a:solidFill>
                          <a:latin typeface="Times New Roman"/>
                        </a:rPr>
                        <a:t>callable()</a:t>
                      </a:r>
                    </a:p>
                  </a:txBody>
                  <a:tcPr/>
                </a:tc>
                <a:tc>
                  <a:txBody>
                    <a:bodyPr/>
                    <a:lstStyle/>
                    <a:p>
                      <a:pPr lvl="0">
                        <a:buNone/>
                      </a:pPr>
                      <a:r>
                        <a:rPr lang="en-US" sz="2400" b="0" i="0" u="none" strike="noStrike" noProof="0">
                          <a:solidFill>
                            <a:schemeClr val="tx1"/>
                          </a:solidFill>
                          <a:latin typeface="Times New Roman"/>
                        </a:rPr>
                        <a:t>Checks if an object has a callable object or not.</a:t>
                      </a:r>
                      <a:endParaRPr lang="en-US" sz="2400">
                        <a:latin typeface="Times New Roman"/>
                      </a:endParaRPr>
                    </a:p>
                  </a:txBody>
                  <a:tcPr/>
                </a:tc>
                <a:extLst>
                  <a:ext uri="{0D108BD9-81ED-4DB2-BD59-A6C34878D82A}">
                    <a16:rowId xmlns:a16="http://schemas.microsoft.com/office/drawing/2014/main" val="1310302950"/>
                  </a:ext>
                </a:extLst>
              </a:tr>
              <a:tr h="370839">
                <a:tc>
                  <a:txBody>
                    <a:bodyPr/>
                    <a:lstStyle/>
                    <a:p>
                      <a:r>
                        <a:rPr lang="en-US" sz="2400" dirty="0" err="1">
                          <a:solidFill>
                            <a:schemeClr val="tx1"/>
                          </a:solidFill>
                          <a:latin typeface="Times New Roman"/>
                        </a:rPr>
                        <a:t>Issubclass</a:t>
                      </a:r>
                      <a:r>
                        <a:rPr lang="en-US" sz="2400" dirty="0">
                          <a:solidFill>
                            <a:schemeClr val="tx1"/>
                          </a:solidFill>
                          <a:latin typeface="Times New Roman"/>
                        </a:rPr>
                        <a:t>()</a:t>
                      </a:r>
                    </a:p>
                  </a:txBody>
                  <a:tcPr/>
                </a:tc>
                <a:tc>
                  <a:txBody>
                    <a:bodyPr/>
                    <a:lstStyle/>
                    <a:p>
                      <a:pPr lvl="0">
                        <a:buNone/>
                      </a:pPr>
                      <a:r>
                        <a:rPr lang="en-US" sz="2400" b="0" i="0" u="none" strike="noStrike" noProof="0" dirty="0">
                          <a:solidFill>
                            <a:schemeClr val="tx1"/>
                          </a:solidFill>
                          <a:latin typeface="Times New Roman"/>
                        </a:rPr>
                        <a:t>Checks if a specific class is a derived class of another class.</a:t>
                      </a:r>
                      <a:endParaRPr lang="en-US" sz="2400" dirty="0">
                        <a:latin typeface="Times New Roman"/>
                      </a:endParaRPr>
                    </a:p>
                  </a:txBody>
                  <a:tcPr/>
                </a:tc>
                <a:extLst>
                  <a:ext uri="{0D108BD9-81ED-4DB2-BD59-A6C34878D82A}">
                    <a16:rowId xmlns:a16="http://schemas.microsoft.com/office/drawing/2014/main" val="935428455"/>
                  </a:ext>
                </a:extLst>
              </a:tr>
              <a:tr h="370839">
                <a:tc>
                  <a:txBody>
                    <a:bodyPr/>
                    <a:lstStyle/>
                    <a:p>
                      <a:r>
                        <a:rPr lang="en-US" sz="2400" dirty="0" err="1">
                          <a:solidFill>
                            <a:schemeClr val="tx1"/>
                          </a:solidFill>
                          <a:latin typeface="Times New Roman"/>
                        </a:rPr>
                        <a:t>Isinstance</a:t>
                      </a:r>
                      <a:r>
                        <a:rPr lang="en-US" sz="2400" dirty="0">
                          <a:solidFill>
                            <a:schemeClr val="tx1"/>
                          </a:solidFill>
                          <a:latin typeface="Times New Roman"/>
                        </a:rPr>
                        <a:t>()</a:t>
                      </a:r>
                    </a:p>
                  </a:txBody>
                  <a:tcPr/>
                </a:tc>
                <a:tc>
                  <a:txBody>
                    <a:bodyPr/>
                    <a:lstStyle/>
                    <a:p>
                      <a:pPr lvl="0">
                        <a:buNone/>
                      </a:pPr>
                      <a:r>
                        <a:rPr lang="en-US" sz="2400" b="0" i="0" u="none" strike="noStrike" noProof="0">
                          <a:solidFill>
                            <a:schemeClr val="tx1"/>
                          </a:solidFill>
                          <a:latin typeface="Times New Roman"/>
                        </a:rPr>
                        <a:t>Checks if an object is an instance of a specific class.</a:t>
                      </a:r>
                      <a:endParaRPr lang="en-US" sz="2400">
                        <a:latin typeface="Times New Roman"/>
                      </a:endParaRPr>
                    </a:p>
                  </a:txBody>
                  <a:tcPr/>
                </a:tc>
                <a:extLst>
                  <a:ext uri="{0D108BD9-81ED-4DB2-BD59-A6C34878D82A}">
                    <a16:rowId xmlns:a16="http://schemas.microsoft.com/office/drawing/2014/main" val="1538979975"/>
                  </a:ext>
                </a:extLst>
              </a:tr>
              <a:tr h="370839">
                <a:tc>
                  <a:txBody>
                    <a:bodyPr/>
                    <a:lstStyle/>
                    <a:p>
                      <a:r>
                        <a:rPr lang="en-US" sz="2400">
                          <a:solidFill>
                            <a:schemeClr val="tx1"/>
                          </a:solidFill>
                          <a:latin typeface="Times New Roman"/>
                        </a:rPr>
                        <a:t>sys()</a:t>
                      </a:r>
                    </a:p>
                  </a:txBody>
                  <a:tcPr/>
                </a:tc>
                <a:tc>
                  <a:txBody>
                    <a:bodyPr/>
                    <a:lstStyle/>
                    <a:p>
                      <a:r>
                        <a:rPr lang="en-US" sz="2400">
                          <a:solidFill>
                            <a:schemeClr val="tx1"/>
                          </a:solidFill>
                          <a:latin typeface="Times New Roman"/>
                        </a:rPr>
                        <a:t>Give access to system specific variables and functions.</a:t>
                      </a:r>
                    </a:p>
                  </a:txBody>
                  <a:tcPr/>
                </a:tc>
                <a:extLst>
                  <a:ext uri="{0D108BD9-81ED-4DB2-BD59-A6C34878D82A}">
                    <a16:rowId xmlns:a16="http://schemas.microsoft.com/office/drawing/2014/main" val="51792616"/>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830515E-6748-4614-A78C-46A5202E5966}"/>
              </a:ext>
            </a:extLst>
          </p:cNvPr>
          <p:cNvSpPr>
            <a:spLocks noGrp="1"/>
          </p:cNvSpPr>
          <p:nvPr>
            <p:ph idx="1"/>
          </p:nvPr>
        </p:nvSpPr>
        <p:spPr>
          <a:xfrm>
            <a:off x="1585823" y="817563"/>
            <a:ext cx="10453777" cy="995542"/>
          </a:xfrm>
        </p:spPr>
        <p:txBody>
          <a:bodyPr/>
          <a:lstStyle/>
          <a:p>
            <a:pPr marL="457200" indent="-457200" algn="just">
              <a:buFont typeface="+mj-lt"/>
              <a:buAutoNum type="arabicPeriod"/>
              <a:defRPr/>
            </a:pPr>
            <a:r>
              <a:rPr lang="en-US" sz="2800">
                <a:latin typeface="Times New Roman" panose="02020603050405020304" pitchFamily="18" charset="0"/>
                <a:cs typeface="Times New Roman" panose="02020603050405020304" pitchFamily="18" charset="0"/>
              </a:rPr>
              <a:t>In computer programming, </a:t>
            </a:r>
            <a:r>
              <a:rPr lang="en-US" sz="2800" b="1">
                <a:latin typeface="Times New Roman" panose="02020603050405020304" pitchFamily="18" charset="0"/>
                <a:cs typeface="Times New Roman" panose="02020603050405020304" pitchFamily="18" charset="0"/>
              </a:rPr>
              <a:t>introspection</a:t>
            </a:r>
            <a:r>
              <a:rPr lang="en-US" sz="2800">
                <a:latin typeface="Times New Roman" panose="02020603050405020304" pitchFamily="18" charset="0"/>
                <a:cs typeface="Times New Roman" panose="02020603050405020304" pitchFamily="18" charset="0"/>
              </a:rPr>
              <a:t> is the ability to determine the type of an </a:t>
            </a:r>
            <a:r>
              <a:rPr lang="en-US" sz="2800" b="1">
                <a:latin typeface="Times New Roman" panose="02020603050405020304" pitchFamily="18" charset="0"/>
                <a:cs typeface="Times New Roman" panose="02020603050405020304" pitchFamily="18" charset="0"/>
              </a:rPr>
              <a:t>object</a:t>
            </a:r>
            <a:r>
              <a:rPr lang="en-US" sz="2800">
                <a:latin typeface="Times New Roman" panose="02020603050405020304" pitchFamily="18" charset="0"/>
                <a:cs typeface="Times New Roman" panose="02020603050405020304" pitchFamily="18" charset="0"/>
              </a:rPr>
              <a:t> at runtime. </a:t>
            </a:r>
          </a:p>
          <a:p>
            <a:pPr marL="0" indent="0" algn="just">
              <a:buNone/>
              <a:defRPr/>
            </a:pPr>
            <a:endParaRPr lang="en-US" sz="2800" b="1">
              <a:latin typeface="Times New Roman" panose="02020603050405020304" pitchFamily="18" charset="0"/>
              <a:cs typeface="Times New Roman" panose="02020603050405020304" pitchFamily="18" charset="0"/>
            </a:endParaRPr>
          </a:p>
          <a:p>
            <a:pPr marL="0" indent="0">
              <a:buFont typeface="Arial" panose="020B0604020202020204" pitchFamily="34" charset="0"/>
              <a:buNone/>
              <a:defRPr/>
            </a:pPr>
            <a:endParaRPr lang="en-US" altLang="en-US" sz="160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F6B8D0DD-D105-4FFF-A54F-7720EE92DE23}"/>
              </a:ext>
            </a:extLst>
          </p:cNvPr>
          <p:cNvSpPr>
            <a:spLocks noGrp="1"/>
          </p:cNvSpPr>
          <p:nvPr>
            <p:ph type="dt" sz="quarter" idx="10"/>
          </p:nvPr>
        </p:nvSpPr>
        <p:spPr/>
        <p:txBody>
          <a:bodyPr/>
          <a:lstStyle/>
          <a:p>
            <a:pPr>
              <a:defRPr/>
            </a:pPr>
            <a:fld id="{8182E681-D2A6-4102-AEDC-907761244036}" type="datetime1">
              <a:rPr lang="en-US" smtClean="0"/>
              <a:pPr>
                <a:defRPr/>
              </a:pPr>
              <a:t>5/17/2022</a:t>
            </a:fld>
            <a:endParaRPr lang="en-US"/>
          </a:p>
        </p:txBody>
      </p:sp>
      <p:sp>
        <p:nvSpPr>
          <p:cNvPr id="5" name="Footer Placeholder 4">
            <a:extLst>
              <a:ext uri="{FF2B5EF4-FFF2-40B4-BE49-F238E27FC236}">
                <a16:creationId xmlns:a16="http://schemas.microsoft.com/office/drawing/2014/main" id="{63E0FAEC-6440-4AB4-8498-3622461C1BA8}"/>
              </a:ext>
            </a:extLst>
          </p:cNvPr>
          <p:cNvSpPr>
            <a:spLocks noGrp="1"/>
          </p:cNvSpPr>
          <p:nvPr>
            <p:ph type="ftr" sz="quarter" idx="11"/>
          </p:nvPr>
        </p:nvSpPr>
        <p:spPr>
          <a:xfrm>
            <a:off x="2819400" y="6356350"/>
            <a:ext cx="7010400" cy="365125"/>
          </a:xfrm>
        </p:spPr>
        <p:txBody>
          <a:bodyPr/>
          <a:lstStyle/>
          <a:p>
            <a:pPr>
              <a:defRPr/>
            </a:pPr>
            <a:r>
              <a:rPr lang="en-US"/>
              <a:t>(Programming in Advanced Python)                                 Unit No:2</a:t>
            </a:r>
          </a:p>
        </p:txBody>
      </p:sp>
      <p:sp>
        <p:nvSpPr>
          <p:cNvPr id="118789" name="Slide Number Placeholder 5">
            <a:extLst>
              <a:ext uri="{FF2B5EF4-FFF2-40B4-BE49-F238E27FC236}">
                <a16:creationId xmlns:a16="http://schemas.microsoft.com/office/drawing/2014/main" id="{E35D36D1-4C9C-47FE-BF5C-0D200A9856B1}"/>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758FB2DD-0E92-4FD0-990B-5A266B393F11}" type="slidenum">
              <a:rPr lang="en-US" altLang="en-US" sz="1200" dirty="0">
                <a:solidFill>
                  <a:srgbClr val="898989"/>
                </a:solidFill>
              </a:rPr>
              <a:pPr>
                <a:spcBef>
                  <a:spcPct val="0"/>
                </a:spcBef>
                <a:buFontTx/>
                <a:buNone/>
              </a:pPr>
              <a:t>158</a:t>
            </a:fld>
            <a:endParaRPr lang="en-US" altLang="en-US" sz="1200">
              <a:solidFill>
                <a:srgbClr val="898989"/>
              </a:solidFill>
            </a:endParaRPr>
          </a:p>
        </p:txBody>
      </p:sp>
      <p:sp>
        <p:nvSpPr>
          <p:cNvPr id="8" name="Title 1">
            <a:extLst>
              <a:ext uri="{FF2B5EF4-FFF2-40B4-BE49-F238E27FC236}">
                <a16:creationId xmlns:a16="http://schemas.microsoft.com/office/drawing/2014/main" id="{7AFF75F3-FEEF-4E84-AB71-586DDB1C13B2}"/>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US" sz="3200" b="1">
                <a:latin typeface="Times New Roman" pitchFamily="18" charset="0"/>
                <a:cs typeface="Times New Roman" pitchFamily="18" charset="0"/>
              </a:rPr>
              <a:t> Introspection Objects(CO2)</a:t>
            </a:r>
          </a:p>
        </p:txBody>
      </p:sp>
      <p:sp>
        <p:nvSpPr>
          <p:cNvPr id="2" name="TextBox 1">
            <a:extLst>
              <a:ext uri="{FF2B5EF4-FFF2-40B4-BE49-F238E27FC236}">
                <a16:creationId xmlns:a16="http://schemas.microsoft.com/office/drawing/2014/main" id="{55BFAB8D-C183-4187-AF84-7D600153EBDD}"/>
              </a:ext>
            </a:extLst>
          </p:cNvPr>
          <p:cNvSpPr txBox="1"/>
          <p:nvPr/>
        </p:nvSpPr>
        <p:spPr>
          <a:xfrm>
            <a:off x="1604514" y="1877683"/>
            <a:ext cx="10233802" cy="45735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spcBef>
                <a:spcPct val="20000"/>
              </a:spcBef>
            </a:pPr>
            <a:r>
              <a:rPr lang="en-US" sz="2800">
                <a:latin typeface="Times New Roman"/>
                <a:cs typeface="Times New Roman"/>
              </a:rPr>
              <a:t>2. It is one of Python's strengths. Everything in Python is an </a:t>
            </a:r>
            <a:r>
              <a:rPr lang="en-US" sz="2800" b="1">
                <a:latin typeface="Times New Roman"/>
                <a:cs typeface="Times New Roman"/>
              </a:rPr>
              <a:t>object</a:t>
            </a:r>
            <a:r>
              <a:rPr lang="en-US" sz="2800">
                <a:latin typeface="Times New Roman"/>
                <a:cs typeface="Times New Roman"/>
              </a:rPr>
              <a:t> and we can examine those </a:t>
            </a:r>
            <a:r>
              <a:rPr lang="en-US" sz="2800" b="1">
                <a:latin typeface="Times New Roman"/>
                <a:cs typeface="Times New Roman"/>
              </a:rPr>
              <a:t>objects:</a:t>
            </a:r>
            <a:endParaRPr lang="en-US" sz="2800">
              <a:latin typeface="Arial"/>
              <a:cs typeface="Arial"/>
            </a:endParaRPr>
          </a:p>
          <a:p>
            <a:pPr marL="285750" indent="-285750">
              <a:spcBef>
                <a:spcPct val="20000"/>
              </a:spcBef>
              <a:buFont typeface="Arial"/>
              <a:buChar char="•"/>
            </a:pPr>
            <a:r>
              <a:rPr lang="en-US" sz="2800" dirty="0">
                <a:latin typeface="Times New Roman"/>
                <a:cs typeface="Times New Roman"/>
              </a:rPr>
              <a:t>type()</a:t>
            </a:r>
            <a:endParaRPr lang="en-US" sz="2800">
              <a:latin typeface="Arial"/>
              <a:cs typeface="Arial"/>
            </a:endParaRPr>
          </a:p>
          <a:p>
            <a:pPr marL="285750" indent="-285750">
              <a:spcBef>
                <a:spcPct val="20000"/>
              </a:spcBef>
              <a:buFont typeface="Arial"/>
              <a:buChar char="•"/>
            </a:pPr>
            <a:r>
              <a:rPr lang="en-US" sz="2800" dirty="0" err="1">
                <a:latin typeface="Times New Roman"/>
                <a:cs typeface="Times New Roman"/>
              </a:rPr>
              <a:t>dir</a:t>
            </a:r>
            <a:r>
              <a:rPr lang="en-US" sz="2800" dirty="0">
                <a:latin typeface="Times New Roman"/>
                <a:cs typeface="Times New Roman"/>
              </a:rPr>
              <a:t>()</a:t>
            </a:r>
            <a:endParaRPr lang="en-US" sz="2800">
              <a:latin typeface="Arial"/>
              <a:cs typeface="Arial"/>
            </a:endParaRPr>
          </a:p>
          <a:p>
            <a:pPr marL="285750" indent="-285750">
              <a:spcBef>
                <a:spcPct val="20000"/>
              </a:spcBef>
              <a:buFont typeface="Arial"/>
              <a:buChar char="•"/>
            </a:pPr>
            <a:r>
              <a:rPr lang="en-US" sz="2800" dirty="0">
                <a:latin typeface="Times New Roman"/>
                <a:cs typeface="Times New Roman"/>
              </a:rPr>
              <a:t>id()</a:t>
            </a:r>
            <a:endParaRPr lang="en-US" sz="2800">
              <a:latin typeface="Arial"/>
              <a:cs typeface="Arial"/>
            </a:endParaRPr>
          </a:p>
          <a:p>
            <a:pPr marL="285750" indent="-285750">
              <a:spcBef>
                <a:spcPct val="20000"/>
              </a:spcBef>
              <a:buFont typeface="Arial"/>
              <a:buChar char="•"/>
            </a:pPr>
            <a:r>
              <a:rPr lang="en-US" sz="2800" dirty="0" err="1">
                <a:latin typeface="Times New Roman"/>
                <a:cs typeface="Times New Roman"/>
              </a:rPr>
              <a:t>getattr</a:t>
            </a:r>
            <a:r>
              <a:rPr lang="en-US" sz="2800" dirty="0">
                <a:latin typeface="Times New Roman"/>
                <a:cs typeface="Times New Roman"/>
              </a:rPr>
              <a:t>()</a:t>
            </a:r>
            <a:endParaRPr lang="en-US" sz="2800">
              <a:latin typeface="Arial"/>
              <a:cs typeface="Arial"/>
            </a:endParaRPr>
          </a:p>
          <a:p>
            <a:pPr marL="285750" indent="-285750">
              <a:spcBef>
                <a:spcPct val="20000"/>
              </a:spcBef>
              <a:buFont typeface="Arial"/>
              <a:buChar char="•"/>
            </a:pPr>
            <a:r>
              <a:rPr lang="en-US" sz="2800" err="1">
                <a:latin typeface="Times New Roman"/>
                <a:cs typeface="Times New Roman"/>
              </a:rPr>
              <a:t>hasattr</a:t>
            </a:r>
            <a:r>
              <a:rPr lang="en-US" sz="2800">
                <a:latin typeface="Times New Roman"/>
                <a:cs typeface="Times New Roman"/>
              </a:rPr>
              <a:t>()</a:t>
            </a:r>
            <a:endParaRPr lang="en-US" sz="2800">
              <a:latin typeface="Arial"/>
              <a:cs typeface="Arial"/>
            </a:endParaRPr>
          </a:p>
          <a:p>
            <a:pPr marL="285750" indent="-285750">
              <a:spcBef>
                <a:spcPct val="20000"/>
              </a:spcBef>
              <a:buFont typeface="Arial"/>
              <a:buChar char="•"/>
            </a:pPr>
            <a:r>
              <a:rPr lang="en-US" sz="2800" err="1">
                <a:latin typeface="Times New Roman"/>
                <a:cs typeface="Times New Roman"/>
              </a:rPr>
              <a:t>globals</a:t>
            </a:r>
            <a:r>
              <a:rPr lang="en-US" sz="2800">
                <a:latin typeface="Times New Roman"/>
                <a:cs typeface="Times New Roman"/>
              </a:rPr>
              <a:t>()</a:t>
            </a:r>
            <a:endParaRPr lang="en-US" sz="2800">
              <a:latin typeface="Arial"/>
              <a:cs typeface="Arial"/>
            </a:endParaRPr>
          </a:p>
          <a:p>
            <a:pPr marL="285750" indent="-285750" algn="l">
              <a:spcBef>
                <a:spcPct val="20000"/>
              </a:spcBef>
              <a:buFont typeface="Arial"/>
              <a:buChar char="•"/>
            </a:pPr>
            <a:r>
              <a:rPr lang="en-US" sz="2800" dirty="0">
                <a:latin typeface="Times New Roman"/>
                <a:cs typeface="Times New Roman"/>
              </a:rPr>
              <a:t>locals()</a:t>
            </a:r>
            <a:endParaRPr lang="en-US"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p:bld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Content Placeholder 2">
            <a:extLst>
              <a:ext uri="{FF2B5EF4-FFF2-40B4-BE49-F238E27FC236}">
                <a16:creationId xmlns:a16="http://schemas.microsoft.com/office/drawing/2014/main" id="{918C7BD9-1465-4B36-83FB-828AB380AA79}"/>
              </a:ext>
            </a:extLst>
          </p:cNvPr>
          <p:cNvSpPr>
            <a:spLocks noGrp="1"/>
          </p:cNvSpPr>
          <p:nvPr>
            <p:ph idx="1"/>
          </p:nvPr>
        </p:nvSpPr>
        <p:spPr>
          <a:xfrm>
            <a:off x="1600200" y="817563"/>
            <a:ext cx="10515600" cy="5538787"/>
          </a:xfrm>
        </p:spPr>
        <p:txBody>
          <a:bodyPr/>
          <a:lstStyle/>
          <a:p>
            <a:pPr algn="just"/>
            <a:r>
              <a:rPr lang="en-US" altLang="en-US" sz="2800" dirty="0">
                <a:latin typeface="Times New Roman" panose="02020603050405020304" pitchFamily="18" charset="0"/>
                <a:cs typeface="Times New Roman" panose="02020603050405020304" pitchFamily="18" charset="0"/>
              </a:rPr>
              <a:t>Python contains two built-in functions for examining the content of scopes. </a:t>
            </a:r>
          </a:p>
          <a:p>
            <a:pPr algn="just"/>
            <a:r>
              <a:rPr lang="en-US" altLang="en-US" sz="2800" dirty="0">
                <a:latin typeface="Times New Roman" panose="02020603050405020304" pitchFamily="18" charset="0"/>
                <a:cs typeface="Times New Roman" panose="02020603050405020304" pitchFamily="18" charset="0"/>
              </a:rPr>
              <a:t>The first function is </a:t>
            </a:r>
            <a:r>
              <a:rPr lang="en-US" altLang="en-US" sz="2800" dirty="0" err="1">
                <a:latin typeface="Times New Roman" panose="02020603050405020304" pitchFamily="18" charset="0"/>
                <a:cs typeface="Times New Roman" panose="02020603050405020304" pitchFamily="18" charset="0"/>
              </a:rPr>
              <a:t>globals</a:t>
            </a:r>
            <a:r>
              <a:rPr lang="en-US" altLang="en-US" sz="2800" dirty="0">
                <a:latin typeface="Times New Roman" panose="02020603050405020304" pitchFamily="18" charset="0"/>
                <a:cs typeface="Times New Roman" panose="02020603050405020304" pitchFamily="18" charset="0"/>
              </a:rPr>
              <a:t>(). </a:t>
            </a:r>
          </a:p>
          <a:p>
            <a:pPr algn="just"/>
            <a:r>
              <a:rPr lang="en-US" altLang="en-US" sz="2800" dirty="0">
                <a:latin typeface="Times New Roman" panose="02020603050405020304" pitchFamily="18" charset="0"/>
                <a:cs typeface="Times New Roman" panose="02020603050405020304" pitchFamily="18" charset="0"/>
              </a:rPr>
              <a:t>This returns a dictionary which represents the global namespace. </a:t>
            </a:r>
          </a:p>
          <a:p>
            <a:pPr algn="just"/>
            <a:r>
              <a:rPr lang="en-US" altLang="en-US" sz="2800" dirty="0">
                <a:latin typeface="Times New Roman" panose="02020603050405020304" pitchFamily="18" charset="0"/>
                <a:cs typeface="Times New Roman" panose="02020603050405020304" pitchFamily="18" charset="0"/>
              </a:rPr>
              <a:t>Let’s define a variable a = 42 and call </a:t>
            </a:r>
            <a:r>
              <a:rPr lang="en-US" altLang="en-US" sz="2800" dirty="0" err="1">
                <a:latin typeface="Times New Roman" panose="02020603050405020304" pitchFamily="18" charset="0"/>
                <a:cs typeface="Times New Roman" panose="02020603050405020304" pitchFamily="18" charset="0"/>
              </a:rPr>
              <a:t>globals</a:t>
            </a:r>
            <a:r>
              <a:rPr lang="en-US" altLang="en-US" sz="2800" dirty="0">
                <a:latin typeface="Times New Roman" panose="02020603050405020304" pitchFamily="18" charset="0"/>
                <a:cs typeface="Times New Roman" panose="02020603050405020304" pitchFamily="18" charset="0"/>
              </a:rPr>
              <a:t>() again, and we can see that the binding of the name 'a' to the value of 42 has been added to the namespace. </a:t>
            </a:r>
          </a:p>
          <a:p>
            <a:pPr algn="just"/>
            <a:r>
              <a:rPr lang="en-US" altLang="en-US" sz="2800" dirty="0">
                <a:latin typeface="Times New Roman" panose="02020603050405020304" pitchFamily="18" charset="0"/>
                <a:cs typeface="Times New Roman" panose="02020603050405020304" pitchFamily="18" charset="0"/>
              </a:rPr>
              <a:t>In fact, the dictionary returned by </a:t>
            </a:r>
            <a:r>
              <a:rPr lang="en-US" altLang="en-US" sz="2800" dirty="0" err="1">
                <a:latin typeface="Times New Roman" panose="02020603050405020304" pitchFamily="18" charset="0"/>
                <a:cs typeface="Times New Roman" panose="02020603050405020304" pitchFamily="18" charset="0"/>
              </a:rPr>
              <a:t>globals</a:t>
            </a:r>
            <a:r>
              <a:rPr lang="en-US" altLang="en-US" sz="2800" dirty="0">
                <a:latin typeface="Times New Roman" panose="02020603050405020304" pitchFamily="18" charset="0"/>
                <a:cs typeface="Times New Roman" panose="02020603050405020304" pitchFamily="18" charset="0"/>
              </a:rPr>
              <a:t>() is the global namespace. Let's create a variable tau and assign value 6.283185. </a:t>
            </a:r>
          </a:p>
          <a:p>
            <a:r>
              <a:rPr lang="en-US" altLang="en-US" sz="2800" dirty="0">
                <a:latin typeface="Times New Roman" panose="02020603050405020304" pitchFamily="18" charset="0"/>
                <a:cs typeface="Times New Roman" panose="02020603050405020304" pitchFamily="18" charset="0"/>
              </a:rPr>
              <a:t>We can now use this variable just like any other variables. The second function is locals().</a:t>
            </a:r>
            <a:br>
              <a:rPr lang="en-US" altLang="en-US" sz="2400">
                <a:latin typeface="Times New Roman" panose="02020603050405020304" pitchFamily="18" charset="0"/>
                <a:cs typeface="Times New Roman" panose="02020603050405020304" pitchFamily="18" charset="0"/>
              </a:rPr>
            </a:br>
            <a:br>
              <a:rPr lang="en-US" altLang="en-US" sz="2400"/>
            </a:br>
            <a:endParaRPr lang="en-US" altLang="en-US" sz="160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8B5044C2-FF3C-48EB-9876-7B90153D9516}"/>
              </a:ext>
            </a:extLst>
          </p:cNvPr>
          <p:cNvSpPr>
            <a:spLocks noGrp="1"/>
          </p:cNvSpPr>
          <p:nvPr>
            <p:ph type="dt" sz="quarter" idx="10"/>
          </p:nvPr>
        </p:nvSpPr>
        <p:spPr/>
        <p:txBody>
          <a:bodyPr/>
          <a:lstStyle/>
          <a:p>
            <a:pPr>
              <a:defRPr/>
            </a:pPr>
            <a:fld id="{F3C5B29F-3FBD-40AC-AE62-AAF207A208A9}" type="datetime1">
              <a:rPr lang="en-US" smtClean="0"/>
              <a:pPr>
                <a:defRPr/>
              </a:pPr>
              <a:t>5/17/2022</a:t>
            </a:fld>
            <a:endParaRPr lang="en-US"/>
          </a:p>
        </p:txBody>
      </p:sp>
      <p:sp>
        <p:nvSpPr>
          <p:cNvPr id="5" name="Footer Placeholder 4">
            <a:extLst>
              <a:ext uri="{FF2B5EF4-FFF2-40B4-BE49-F238E27FC236}">
                <a16:creationId xmlns:a16="http://schemas.microsoft.com/office/drawing/2014/main" id="{DA3479A0-C3B6-492C-9DB3-AA83B4220C30}"/>
              </a:ext>
            </a:extLst>
          </p:cNvPr>
          <p:cNvSpPr>
            <a:spLocks noGrp="1"/>
          </p:cNvSpPr>
          <p:nvPr>
            <p:ph type="ftr" sz="quarter" idx="11"/>
          </p:nvPr>
        </p:nvSpPr>
        <p:spPr>
          <a:xfrm>
            <a:off x="2819400" y="6356350"/>
            <a:ext cx="7010400" cy="365125"/>
          </a:xfrm>
        </p:spPr>
        <p:txBody>
          <a:bodyPr/>
          <a:lstStyle/>
          <a:p>
            <a:pPr>
              <a:defRPr/>
            </a:pPr>
            <a:r>
              <a:rPr lang="en-US" dirty="0"/>
              <a:t>(Programming in Advanced Python)                                 Unit No:2</a:t>
            </a:r>
          </a:p>
        </p:txBody>
      </p:sp>
      <p:sp>
        <p:nvSpPr>
          <p:cNvPr id="119813" name="Slide Number Placeholder 5">
            <a:extLst>
              <a:ext uri="{FF2B5EF4-FFF2-40B4-BE49-F238E27FC236}">
                <a16:creationId xmlns:a16="http://schemas.microsoft.com/office/drawing/2014/main" id="{9FEB1501-9644-4A3A-83CF-BAFB708E610E}"/>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7938FBB6-3296-445B-8E8C-E389A2B7591A}" type="slidenum">
              <a:rPr lang="en-US" altLang="en-US" sz="1200" dirty="0">
                <a:solidFill>
                  <a:srgbClr val="898989"/>
                </a:solidFill>
              </a:rPr>
              <a:pPr>
                <a:spcBef>
                  <a:spcPct val="0"/>
                </a:spcBef>
                <a:buFontTx/>
                <a:buNone/>
              </a:pPr>
              <a:t>159</a:t>
            </a:fld>
            <a:endParaRPr lang="en-US" altLang="en-US" sz="1200">
              <a:solidFill>
                <a:srgbClr val="898989"/>
              </a:solidFill>
            </a:endParaRPr>
          </a:p>
        </p:txBody>
      </p:sp>
      <p:sp>
        <p:nvSpPr>
          <p:cNvPr id="8" name="Title 1">
            <a:extLst>
              <a:ext uri="{FF2B5EF4-FFF2-40B4-BE49-F238E27FC236}">
                <a16:creationId xmlns:a16="http://schemas.microsoft.com/office/drawing/2014/main" id="{8A3CAEB2-DAF3-4F52-8D5F-E8C572CEDB39}"/>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US" sz="3200" b="1" dirty="0">
                <a:latin typeface="Times New Roman" pitchFamily="18" charset="0"/>
                <a:cs typeface="Times New Roman" pitchFamily="18" charset="0"/>
              </a:rPr>
              <a:t> Introspection Scopes(CO2)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9810"/>
                                        </p:tgtEl>
                                        <p:attrNameLst>
                                          <p:attrName>style.visibility</p:attrName>
                                        </p:attrNameLst>
                                      </p:cBhvr>
                                      <p:to>
                                        <p:strVal val="visible"/>
                                      </p:to>
                                    </p:set>
                                    <p:anim calcmode="lin" valueType="num">
                                      <p:cBhvr additive="base">
                                        <p:cTn id="7" dur="500" fill="hold"/>
                                        <p:tgtEl>
                                          <p:spTgt spid="119810"/>
                                        </p:tgtEl>
                                        <p:attrNameLst>
                                          <p:attrName>ppt_x</p:attrName>
                                        </p:attrNameLst>
                                      </p:cBhvr>
                                      <p:tavLst>
                                        <p:tav tm="0">
                                          <p:val>
                                            <p:strVal val="#ppt_x"/>
                                          </p:val>
                                        </p:tav>
                                        <p:tav tm="100000">
                                          <p:val>
                                            <p:strVal val="#ppt_x"/>
                                          </p:val>
                                        </p:tav>
                                      </p:tavLst>
                                    </p:anim>
                                    <p:anim calcmode="lin" valueType="num">
                                      <p:cBhvr additive="base">
                                        <p:cTn id="8" dur="500" fill="hold"/>
                                        <p:tgtEl>
                                          <p:spTgt spid="1198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810" grpId="0"/>
    </p:bld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Content Placeholder 2">
            <a:extLst>
              <a:ext uri="{FF2B5EF4-FFF2-40B4-BE49-F238E27FC236}">
                <a16:creationId xmlns:a16="http://schemas.microsoft.com/office/drawing/2014/main" id="{D4D1FD65-2F7B-42C3-B23B-00AC279B54B1}"/>
              </a:ext>
            </a:extLst>
          </p:cNvPr>
          <p:cNvSpPr>
            <a:spLocks noGrp="1"/>
          </p:cNvSpPr>
          <p:nvPr>
            <p:ph idx="1"/>
          </p:nvPr>
        </p:nvSpPr>
        <p:spPr>
          <a:xfrm>
            <a:off x="1585823" y="817563"/>
            <a:ext cx="10453777" cy="2548297"/>
          </a:xfrm>
        </p:spPr>
        <p:txBody>
          <a:bodyPr/>
          <a:lstStyle/>
          <a:p>
            <a:pPr marL="0" indent="0">
              <a:buFont typeface="Arial" panose="020B0604020202020204" pitchFamily="34" charset="0"/>
              <a:buNone/>
              <a:defRPr/>
            </a:pPr>
            <a:endParaRPr lang="en-US" altLang="en-US" sz="2400">
              <a:latin typeface="Times New Roman" panose="02020603050405020304" pitchFamily="18" charset="0"/>
              <a:cs typeface="Times New Roman" panose="02020603050405020304" pitchFamily="18" charset="0"/>
            </a:endParaRPr>
          </a:p>
          <a:p>
            <a:pPr algn="just">
              <a:defRPr/>
            </a:pPr>
            <a:r>
              <a:rPr lang="en-US" altLang="en-US" sz="2800" dirty="0">
                <a:latin typeface="Times New Roman" panose="02020603050405020304" pitchFamily="18" charset="0"/>
                <a:cs typeface="Times New Roman" panose="02020603050405020304" pitchFamily="18" charset="0"/>
              </a:rPr>
              <a:t>To really see locals() in action, we're are going to create another local scope, which we can do by defining a function that accepts a single argument, defines a variable X to have a value of 496, and then prints the locals() dictionary with a width of 10 characters. </a:t>
            </a:r>
          </a:p>
          <a:p>
            <a:pPr algn="just">
              <a:defRPr/>
            </a:pPr>
            <a:endParaRPr lang="en-US" altLang="en-US" sz="2800">
              <a:latin typeface="Times New Roman" panose="02020603050405020304" pitchFamily="18" charset="0"/>
              <a:cs typeface="Times New Roman" panose="02020603050405020304" pitchFamily="18" charset="0"/>
            </a:endParaRPr>
          </a:p>
          <a:p>
            <a:pPr marL="0" indent="0" algn="just">
              <a:buNone/>
              <a:defRPr/>
            </a:pPr>
            <a:endParaRPr lang="en-US" altLang="en-US" sz="2800">
              <a:latin typeface="Times New Roman" panose="02020603050405020304" pitchFamily="18" charset="0"/>
              <a:cs typeface="Times New Roman" panose="02020603050405020304" pitchFamily="18" charset="0"/>
            </a:endParaRPr>
          </a:p>
          <a:p>
            <a:pPr marL="0" indent="0">
              <a:buFont typeface="Arial" panose="020B0604020202020204" pitchFamily="34" charset="0"/>
              <a:buNone/>
              <a:defRPr/>
            </a:pPr>
            <a:br>
              <a:rPr lang="en-US" altLang="en-US" sz="2400"/>
            </a:br>
            <a:br>
              <a:rPr lang="en-US" altLang="en-US" sz="2400"/>
            </a:br>
            <a:endParaRPr lang="en-US" altLang="en-US" sz="160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557112E7-5BD0-4DD6-8C51-BC788F823A42}"/>
              </a:ext>
            </a:extLst>
          </p:cNvPr>
          <p:cNvSpPr>
            <a:spLocks noGrp="1"/>
          </p:cNvSpPr>
          <p:nvPr>
            <p:ph type="dt" sz="quarter" idx="10"/>
          </p:nvPr>
        </p:nvSpPr>
        <p:spPr/>
        <p:txBody>
          <a:bodyPr/>
          <a:lstStyle/>
          <a:p>
            <a:pPr>
              <a:defRPr/>
            </a:pPr>
            <a:fld id="{19E85E4E-D59D-42DB-A300-229A0CA63040}" type="datetime1">
              <a:rPr lang="en-US" smtClean="0"/>
              <a:pPr>
                <a:defRPr/>
              </a:pPr>
              <a:t>5/17/2022</a:t>
            </a:fld>
            <a:endParaRPr lang="en-US"/>
          </a:p>
        </p:txBody>
      </p:sp>
      <p:sp>
        <p:nvSpPr>
          <p:cNvPr id="5" name="Footer Placeholder 4">
            <a:extLst>
              <a:ext uri="{FF2B5EF4-FFF2-40B4-BE49-F238E27FC236}">
                <a16:creationId xmlns:a16="http://schemas.microsoft.com/office/drawing/2014/main" id="{A1186DA4-2ED7-400D-AF69-E815B0C57AEC}"/>
              </a:ext>
            </a:extLst>
          </p:cNvPr>
          <p:cNvSpPr>
            <a:spLocks noGrp="1"/>
          </p:cNvSpPr>
          <p:nvPr>
            <p:ph type="ftr" sz="quarter" idx="11"/>
          </p:nvPr>
        </p:nvSpPr>
        <p:spPr>
          <a:xfrm>
            <a:off x="2819400" y="6356350"/>
            <a:ext cx="7010400" cy="365125"/>
          </a:xfrm>
        </p:spPr>
        <p:txBody>
          <a:bodyPr/>
          <a:lstStyle/>
          <a:p>
            <a:pPr>
              <a:defRPr/>
            </a:pPr>
            <a:r>
              <a:rPr lang="en-US" dirty="0"/>
              <a:t>(Programming in Advanced Python)                                 Unit No:2</a:t>
            </a:r>
          </a:p>
        </p:txBody>
      </p:sp>
      <p:sp>
        <p:nvSpPr>
          <p:cNvPr id="120837" name="Slide Number Placeholder 5">
            <a:extLst>
              <a:ext uri="{FF2B5EF4-FFF2-40B4-BE49-F238E27FC236}">
                <a16:creationId xmlns:a16="http://schemas.microsoft.com/office/drawing/2014/main" id="{A67C79AF-0D2F-4AA9-9129-AED172E9C69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468F1CD2-5A79-4F26-A2BA-92F02BFFC151}" type="slidenum">
              <a:rPr lang="en-US" altLang="en-US" sz="1200" dirty="0">
                <a:solidFill>
                  <a:srgbClr val="898989"/>
                </a:solidFill>
              </a:rPr>
              <a:pPr>
                <a:spcBef>
                  <a:spcPct val="0"/>
                </a:spcBef>
                <a:buFontTx/>
                <a:buNone/>
              </a:pPr>
              <a:t>160</a:t>
            </a:fld>
            <a:endParaRPr lang="en-US" altLang="en-US" sz="1200">
              <a:solidFill>
                <a:srgbClr val="898989"/>
              </a:solidFill>
            </a:endParaRPr>
          </a:p>
        </p:txBody>
      </p:sp>
      <p:sp>
        <p:nvSpPr>
          <p:cNvPr id="8" name="Title 1">
            <a:extLst>
              <a:ext uri="{FF2B5EF4-FFF2-40B4-BE49-F238E27FC236}">
                <a16:creationId xmlns:a16="http://schemas.microsoft.com/office/drawing/2014/main" id="{D084DA44-4BB7-4DE6-B266-40A3CA136942}"/>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US" sz="3200" b="1" dirty="0">
                <a:latin typeface="Times New Roman" pitchFamily="18" charset="0"/>
                <a:cs typeface="Times New Roman" pitchFamily="18" charset="0"/>
              </a:rPr>
              <a:t> Introspection Scopes(CO2)</a:t>
            </a:r>
          </a:p>
        </p:txBody>
      </p:sp>
      <p:sp>
        <p:nvSpPr>
          <p:cNvPr id="2" name="TextBox 1">
            <a:extLst>
              <a:ext uri="{FF2B5EF4-FFF2-40B4-BE49-F238E27FC236}">
                <a16:creationId xmlns:a16="http://schemas.microsoft.com/office/drawing/2014/main" id="{3922B893-8986-4593-B3ED-FFB22819DC5A}"/>
              </a:ext>
            </a:extLst>
          </p:cNvPr>
          <p:cNvSpPr txBox="1"/>
          <p:nvPr/>
        </p:nvSpPr>
        <p:spPr>
          <a:xfrm>
            <a:off x="1647647" y="3200400"/>
            <a:ext cx="10219424" cy="13849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indent="-457200">
              <a:buFont typeface="Arial"/>
              <a:buChar char="•"/>
            </a:pPr>
            <a:r>
              <a:rPr lang="en-US" sz="2800" dirty="0">
                <a:latin typeface="Times New Roman"/>
                <a:cs typeface="Times New Roman"/>
              </a:rPr>
              <a:t>When run, we see that this function has the expected three entries in its local namespace. By using locals() to provide the dictionary, we can easily refer to local variables in format strings.</a:t>
            </a:r>
            <a:endParaRPr lang="en-US"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9090"/>
                                        </p:tgtEl>
                                        <p:attrNameLst>
                                          <p:attrName>style.visibility</p:attrName>
                                        </p:attrNameLst>
                                      </p:cBhvr>
                                      <p:to>
                                        <p:strVal val="visible"/>
                                      </p:to>
                                    </p:set>
                                    <p:anim calcmode="lin" valueType="num">
                                      <p:cBhvr additive="base">
                                        <p:cTn id="7" dur="500" fill="hold"/>
                                        <p:tgtEl>
                                          <p:spTgt spid="89090"/>
                                        </p:tgtEl>
                                        <p:attrNameLst>
                                          <p:attrName>ppt_x</p:attrName>
                                        </p:attrNameLst>
                                      </p:cBhvr>
                                      <p:tavLst>
                                        <p:tav tm="0">
                                          <p:val>
                                            <p:strVal val="#ppt_x"/>
                                          </p:val>
                                        </p:tav>
                                        <p:tav tm="100000">
                                          <p:val>
                                            <p:strVal val="#ppt_x"/>
                                          </p:val>
                                        </p:tav>
                                      </p:tavLst>
                                    </p:anim>
                                    <p:anim calcmode="lin" valueType="num">
                                      <p:cBhvr additive="base">
                                        <p:cTn id="8" dur="500" fill="hold"/>
                                        <p:tgtEl>
                                          <p:spTgt spid="8909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090" grpId="0"/>
      <p:bldP spid="2" grpId="0"/>
    </p:bld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Content Placeholder 2">
            <a:extLst>
              <a:ext uri="{FF2B5EF4-FFF2-40B4-BE49-F238E27FC236}">
                <a16:creationId xmlns:a16="http://schemas.microsoft.com/office/drawing/2014/main" id="{8B7F052E-7D58-4022-AED2-A213CA401B3C}"/>
              </a:ext>
            </a:extLst>
          </p:cNvPr>
          <p:cNvSpPr>
            <a:spLocks noGrp="1"/>
          </p:cNvSpPr>
          <p:nvPr>
            <p:ph idx="1"/>
          </p:nvPr>
        </p:nvSpPr>
        <p:spPr>
          <a:xfrm>
            <a:off x="1585823" y="990600"/>
            <a:ext cx="10453777" cy="1110052"/>
          </a:xfrm>
        </p:spPr>
        <p:txBody>
          <a:bodyPr/>
          <a:lstStyle/>
          <a:p>
            <a:pPr algn="just"/>
            <a:r>
              <a:rPr lang="en-US" altLang="en-US" sz="2800" dirty="0">
                <a:latin typeface="Times New Roman" panose="02020603050405020304" pitchFamily="18" charset="0"/>
                <a:cs typeface="Times New Roman" panose="02020603050405020304" pitchFamily="18" charset="0"/>
              </a:rPr>
              <a:t>The inspect module helps in checking the objects present in the code that we have written. </a:t>
            </a:r>
          </a:p>
          <a:p>
            <a:pPr algn="just"/>
            <a:endParaRPr lang="en-US" altLang="en-US" sz="2800">
              <a:latin typeface="Times New Roman" panose="02020603050405020304" pitchFamily="18" charset="0"/>
              <a:cs typeface="Times New Roman" panose="02020603050405020304" pitchFamily="18" charset="0"/>
            </a:endParaRPr>
          </a:p>
          <a:p>
            <a:pPr marL="0" indent="0" algn="just">
              <a:buNone/>
            </a:pPr>
            <a:endParaRPr lang="en-US" altLang="en-US" sz="280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FAD52BCB-795E-4E50-A929-6D5476629F79}"/>
              </a:ext>
            </a:extLst>
          </p:cNvPr>
          <p:cNvSpPr>
            <a:spLocks noGrp="1"/>
          </p:cNvSpPr>
          <p:nvPr>
            <p:ph type="dt" sz="quarter" idx="10"/>
          </p:nvPr>
        </p:nvSpPr>
        <p:spPr/>
        <p:txBody>
          <a:bodyPr/>
          <a:lstStyle/>
          <a:p>
            <a:pPr>
              <a:defRPr/>
            </a:pPr>
            <a:fld id="{FCFF1150-C517-4CE0-89EB-C7E0F06D6533}" type="datetime1">
              <a:rPr lang="en-US" smtClean="0"/>
              <a:pPr>
                <a:defRPr/>
              </a:pPr>
              <a:t>5/17/2022</a:t>
            </a:fld>
            <a:endParaRPr lang="en-US"/>
          </a:p>
        </p:txBody>
      </p:sp>
      <p:sp>
        <p:nvSpPr>
          <p:cNvPr id="5" name="Footer Placeholder 4">
            <a:extLst>
              <a:ext uri="{FF2B5EF4-FFF2-40B4-BE49-F238E27FC236}">
                <a16:creationId xmlns:a16="http://schemas.microsoft.com/office/drawing/2014/main" id="{388A34BA-72BB-448A-9BA8-FD740BB84B30}"/>
              </a:ext>
            </a:extLst>
          </p:cNvPr>
          <p:cNvSpPr>
            <a:spLocks noGrp="1"/>
          </p:cNvSpPr>
          <p:nvPr>
            <p:ph type="ftr" sz="quarter" idx="11"/>
          </p:nvPr>
        </p:nvSpPr>
        <p:spPr>
          <a:xfrm>
            <a:off x="2819400" y="6356350"/>
            <a:ext cx="7010400" cy="365125"/>
          </a:xfrm>
        </p:spPr>
        <p:txBody>
          <a:bodyPr/>
          <a:lstStyle/>
          <a:p>
            <a:pPr>
              <a:defRPr/>
            </a:pPr>
            <a:r>
              <a:rPr lang="en-US" dirty="0"/>
              <a:t>(Programming in Advanced Python)                                 Unit No:2</a:t>
            </a:r>
          </a:p>
        </p:txBody>
      </p:sp>
      <p:sp>
        <p:nvSpPr>
          <p:cNvPr id="121861" name="Slide Number Placeholder 5">
            <a:extLst>
              <a:ext uri="{FF2B5EF4-FFF2-40B4-BE49-F238E27FC236}">
                <a16:creationId xmlns:a16="http://schemas.microsoft.com/office/drawing/2014/main" id="{666FFF1A-FAB6-4234-A859-4962AE487860}"/>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F1F85B7E-8F51-47D3-9F78-B7A98A101A34}" type="slidenum">
              <a:rPr lang="en-US" altLang="en-US" sz="1200" dirty="0">
                <a:solidFill>
                  <a:srgbClr val="898989"/>
                </a:solidFill>
              </a:rPr>
              <a:pPr>
                <a:spcBef>
                  <a:spcPct val="0"/>
                </a:spcBef>
                <a:buFontTx/>
                <a:buNone/>
              </a:pPr>
              <a:t>161</a:t>
            </a:fld>
            <a:endParaRPr lang="en-US" altLang="en-US" sz="1200">
              <a:solidFill>
                <a:srgbClr val="898989"/>
              </a:solidFill>
            </a:endParaRPr>
          </a:p>
        </p:txBody>
      </p:sp>
      <p:sp>
        <p:nvSpPr>
          <p:cNvPr id="8" name="Title 1">
            <a:extLst>
              <a:ext uri="{FF2B5EF4-FFF2-40B4-BE49-F238E27FC236}">
                <a16:creationId xmlns:a16="http://schemas.microsoft.com/office/drawing/2014/main" id="{10CB8105-0272-4855-97AE-8926AFA045FA}"/>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US" sz="3200" b="1" dirty="0">
                <a:latin typeface="Times New Roman" pitchFamily="18" charset="0"/>
                <a:cs typeface="Times New Roman" pitchFamily="18" charset="0"/>
              </a:rPr>
              <a:t> Inspect Module (CO2)</a:t>
            </a:r>
          </a:p>
        </p:txBody>
      </p:sp>
      <p:sp>
        <p:nvSpPr>
          <p:cNvPr id="2" name="TextBox 1">
            <a:extLst>
              <a:ext uri="{FF2B5EF4-FFF2-40B4-BE49-F238E27FC236}">
                <a16:creationId xmlns:a16="http://schemas.microsoft.com/office/drawing/2014/main" id="{B3FE40CE-9324-4770-AF27-5464FD22D8E8}"/>
              </a:ext>
            </a:extLst>
          </p:cNvPr>
          <p:cNvSpPr txBox="1"/>
          <p:nvPr/>
        </p:nvSpPr>
        <p:spPr>
          <a:xfrm>
            <a:off x="1604514" y="2222740"/>
            <a:ext cx="10377575" cy="233294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just">
              <a:spcBef>
                <a:spcPct val="20000"/>
              </a:spcBef>
              <a:buFont typeface="Arial"/>
              <a:buChar char="•"/>
            </a:pPr>
            <a:r>
              <a:rPr lang="en-US" sz="2800" dirty="0">
                <a:latin typeface="Times New Roman"/>
                <a:cs typeface="Times New Roman"/>
              </a:rPr>
              <a:t>As Python is an OOP language and all the code that is written is basically an interaction between these objects, hence the inspect module becomes very useful in inspecting certain modules or certain objects. </a:t>
            </a:r>
            <a:endParaRPr lang="en-US" sz="2800" dirty="0">
              <a:latin typeface="Arial"/>
              <a:cs typeface="Arial"/>
            </a:endParaRPr>
          </a:p>
          <a:p>
            <a:pPr algn="just">
              <a:spcBef>
                <a:spcPct val="20000"/>
              </a:spcBef>
            </a:pPr>
            <a:endParaRPr lang="en-US" sz="2800">
              <a:latin typeface="Arial"/>
              <a:cs typeface="Arial"/>
            </a:endParaRPr>
          </a:p>
        </p:txBody>
      </p:sp>
      <p:sp>
        <p:nvSpPr>
          <p:cNvPr id="3" name="TextBox 2">
            <a:extLst>
              <a:ext uri="{FF2B5EF4-FFF2-40B4-BE49-F238E27FC236}">
                <a16:creationId xmlns:a16="http://schemas.microsoft.com/office/drawing/2014/main" id="{F0FF138D-C053-4163-A206-9C5EE5F8E177}"/>
              </a:ext>
            </a:extLst>
          </p:cNvPr>
          <p:cNvSpPr txBox="1"/>
          <p:nvPr/>
        </p:nvSpPr>
        <p:spPr>
          <a:xfrm>
            <a:off x="1603616" y="4550974"/>
            <a:ext cx="10377575"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indent="-457200">
              <a:buFont typeface="Arial"/>
              <a:buChar char="•"/>
            </a:pPr>
            <a:r>
              <a:rPr lang="en-US" sz="2800" dirty="0">
                <a:latin typeface="Times New Roman"/>
                <a:cs typeface="Times New Roman"/>
              </a:rPr>
              <a:t>We can also use it to get a detailed analysis of certain function calls or tracebacks so that debugging can be easier.</a:t>
            </a:r>
            <a:endParaRPr lang="en-US"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1858"/>
                                        </p:tgtEl>
                                        <p:attrNameLst>
                                          <p:attrName>style.visibility</p:attrName>
                                        </p:attrNameLst>
                                      </p:cBhvr>
                                      <p:to>
                                        <p:strVal val="visible"/>
                                      </p:to>
                                    </p:set>
                                    <p:anim calcmode="lin" valueType="num">
                                      <p:cBhvr additive="base">
                                        <p:cTn id="7" dur="500" fill="hold"/>
                                        <p:tgtEl>
                                          <p:spTgt spid="121858"/>
                                        </p:tgtEl>
                                        <p:attrNameLst>
                                          <p:attrName>ppt_x</p:attrName>
                                        </p:attrNameLst>
                                      </p:cBhvr>
                                      <p:tavLst>
                                        <p:tav tm="0">
                                          <p:val>
                                            <p:strVal val="#ppt_x"/>
                                          </p:val>
                                        </p:tav>
                                        <p:tav tm="100000">
                                          <p:val>
                                            <p:strVal val="#ppt_x"/>
                                          </p:val>
                                        </p:tav>
                                      </p:tavLst>
                                    </p:anim>
                                    <p:anim calcmode="lin" valueType="num">
                                      <p:cBhvr additive="base">
                                        <p:cTn id="8" dur="500" fill="hold"/>
                                        <p:tgtEl>
                                          <p:spTgt spid="12185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500"/>
                                        <p:tgtEl>
                                          <p:spTgt spid="2"/>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3"/>
                                        </p:tgtEl>
                                        <p:attrNameLst>
                                          <p:attrName>style.visibility</p:attrName>
                                        </p:attrNameLst>
                                      </p:cBhvr>
                                      <p:to>
                                        <p:strVal val="visible"/>
                                      </p:to>
                                    </p:set>
                                    <p:anim calcmode="lin" valueType="num">
                                      <p:cBhvr additive="base">
                                        <p:cTn id="18" dur="500" fill="hold"/>
                                        <p:tgtEl>
                                          <p:spTgt spid="3"/>
                                        </p:tgtEl>
                                        <p:attrNameLst>
                                          <p:attrName>ppt_x</p:attrName>
                                        </p:attrNameLst>
                                      </p:cBhvr>
                                      <p:tavLst>
                                        <p:tav tm="0">
                                          <p:val>
                                            <p:strVal val="#ppt_x"/>
                                          </p:val>
                                        </p:tav>
                                        <p:tav tm="100000">
                                          <p:val>
                                            <p:strVal val="#ppt_x"/>
                                          </p:val>
                                        </p:tav>
                                      </p:tavLst>
                                    </p:anim>
                                    <p:anim calcmode="lin" valueType="num">
                                      <p:cBhvr additive="base">
                                        <p:cTn id="19"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858" grpId="0"/>
      <p:bldP spid="2" grpId="0"/>
      <p:bldP spid="3" grpId="0"/>
    </p:bld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Content Placeholder 2">
            <a:extLst>
              <a:ext uri="{FF2B5EF4-FFF2-40B4-BE49-F238E27FC236}">
                <a16:creationId xmlns:a16="http://schemas.microsoft.com/office/drawing/2014/main" id="{2B7B2297-2480-414F-97C0-9BF6C2E6CB59}"/>
              </a:ext>
            </a:extLst>
          </p:cNvPr>
          <p:cNvSpPr>
            <a:spLocks noGrp="1"/>
          </p:cNvSpPr>
          <p:nvPr>
            <p:ph idx="1"/>
          </p:nvPr>
        </p:nvSpPr>
        <p:spPr>
          <a:xfrm>
            <a:off x="1585823" y="817563"/>
            <a:ext cx="10377577" cy="1340599"/>
          </a:xfrm>
        </p:spPr>
        <p:txBody>
          <a:bodyPr/>
          <a:lstStyle/>
          <a:p>
            <a:pPr algn="just">
              <a:defRPr/>
            </a:pPr>
            <a:r>
              <a:rPr lang="en-US" altLang="en-US" sz="2800" dirty="0">
                <a:latin typeface="Times New Roman"/>
                <a:cs typeface="Times New Roman"/>
              </a:rPr>
              <a:t>The inspect module provides a lot of methods, these methods can be classified into two categories i.e. methods to verify the type of token and methods to retrieve the source of token.</a:t>
            </a:r>
          </a:p>
          <a:p>
            <a:pPr marL="0" indent="0" algn="just">
              <a:buNone/>
              <a:defRPr/>
            </a:pPr>
            <a:endParaRPr lang="en-US" altLang="en-US" sz="2800" b="1">
              <a:latin typeface="Times New Roman"/>
              <a:cs typeface="Times New Roman"/>
            </a:endParaRPr>
          </a:p>
          <a:p>
            <a:pPr>
              <a:defRPr/>
            </a:pPr>
            <a:endParaRPr lang="en-US" altLang="en-US" sz="2400">
              <a:latin typeface="Times New Roman" panose="02020603050405020304" pitchFamily="18" charset="0"/>
              <a:cs typeface="Times New Roman" panose="02020603050405020304" pitchFamily="18" charset="0"/>
            </a:endParaRPr>
          </a:p>
          <a:p>
            <a:pPr marL="0" indent="0">
              <a:buFont typeface="Arial" panose="020B0604020202020204" pitchFamily="34" charset="0"/>
              <a:buNone/>
              <a:defRPr/>
            </a:pPr>
            <a:endParaRPr lang="en-US" altLang="en-US" sz="2400">
              <a:latin typeface="Times New Roman" panose="02020603050405020304" pitchFamily="18" charset="0"/>
              <a:cs typeface="Times New Roman" panose="02020603050405020304" pitchFamily="18" charset="0"/>
            </a:endParaRPr>
          </a:p>
          <a:p>
            <a:pPr marL="0" indent="0">
              <a:buFont typeface="Arial" panose="020B0604020202020204" pitchFamily="34" charset="0"/>
              <a:buNone/>
              <a:defRPr/>
            </a:pPr>
            <a:endParaRPr lang="en-US" altLang="en-US"/>
          </a:p>
          <a:p>
            <a:pPr marL="0" indent="0">
              <a:buFont typeface="Arial" panose="020B0604020202020204" pitchFamily="34" charset="0"/>
              <a:buNone/>
              <a:defRPr/>
            </a:pPr>
            <a:endParaRPr lang="en-US" altLang="en-US" sz="280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CADDD628-A17F-4D9A-AE27-C422E7223649}"/>
              </a:ext>
            </a:extLst>
          </p:cNvPr>
          <p:cNvSpPr>
            <a:spLocks noGrp="1"/>
          </p:cNvSpPr>
          <p:nvPr>
            <p:ph type="dt" sz="quarter" idx="10"/>
          </p:nvPr>
        </p:nvSpPr>
        <p:spPr/>
        <p:txBody>
          <a:bodyPr/>
          <a:lstStyle/>
          <a:p>
            <a:pPr>
              <a:defRPr/>
            </a:pPr>
            <a:fld id="{5CC67336-06D2-49DE-8006-95733D97FC48}" type="datetime1">
              <a:rPr lang="en-US" smtClean="0"/>
              <a:pPr>
                <a:defRPr/>
              </a:pPr>
              <a:t>5/17/2022</a:t>
            </a:fld>
            <a:endParaRPr lang="en-US"/>
          </a:p>
        </p:txBody>
      </p:sp>
      <p:sp>
        <p:nvSpPr>
          <p:cNvPr id="5" name="Footer Placeholder 4">
            <a:extLst>
              <a:ext uri="{FF2B5EF4-FFF2-40B4-BE49-F238E27FC236}">
                <a16:creationId xmlns:a16="http://schemas.microsoft.com/office/drawing/2014/main" id="{425A85E3-1E45-4821-B14B-04C8689181A3}"/>
              </a:ext>
            </a:extLst>
          </p:cNvPr>
          <p:cNvSpPr>
            <a:spLocks noGrp="1"/>
          </p:cNvSpPr>
          <p:nvPr>
            <p:ph type="ftr" sz="quarter" idx="11"/>
          </p:nvPr>
        </p:nvSpPr>
        <p:spPr>
          <a:xfrm>
            <a:off x="2819400" y="6356350"/>
            <a:ext cx="7010400" cy="365125"/>
          </a:xfrm>
        </p:spPr>
        <p:txBody>
          <a:bodyPr/>
          <a:lstStyle/>
          <a:p>
            <a:pPr>
              <a:defRPr/>
            </a:pPr>
            <a:r>
              <a:rPr lang="en-US" dirty="0"/>
              <a:t>(Programming in Advanced Python)                                 Unit No:2</a:t>
            </a:r>
          </a:p>
        </p:txBody>
      </p:sp>
      <p:sp>
        <p:nvSpPr>
          <p:cNvPr id="122885" name="Slide Number Placeholder 5">
            <a:extLst>
              <a:ext uri="{FF2B5EF4-FFF2-40B4-BE49-F238E27FC236}">
                <a16:creationId xmlns:a16="http://schemas.microsoft.com/office/drawing/2014/main" id="{1520702A-D769-45B0-BC5E-48ED3B289CD8}"/>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7C9D26CA-6094-408C-89B3-64C349BE6D24}" type="slidenum">
              <a:rPr lang="en-US" altLang="en-US" sz="1200" dirty="0">
                <a:solidFill>
                  <a:srgbClr val="898989"/>
                </a:solidFill>
              </a:rPr>
              <a:pPr>
                <a:spcBef>
                  <a:spcPct val="0"/>
                </a:spcBef>
                <a:buFontTx/>
                <a:buNone/>
              </a:pPr>
              <a:t>162</a:t>
            </a:fld>
            <a:endParaRPr lang="en-US" altLang="en-US" sz="1200">
              <a:solidFill>
                <a:srgbClr val="898989"/>
              </a:solidFill>
            </a:endParaRPr>
          </a:p>
        </p:txBody>
      </p:sp>
      <p:sp>
        <p:nvSpPr>
          <p:cNvPr id="8" name="Title 1">
            <a:extLst>
              <a:ext uri="{FF2B5EF4-FFF2-40B4-BE49-F238E27FC236}">
                <a16:creationId xmlns:a16="http://schemas.microsoft.com/office/drawing/2014/main" id="{91CAD48A-A98E-4FED-9543-62B4CF3B118C}"/>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US" sz="3200" b="1" dirty="0">
                <a:latin typeface="Times New Roman" pitchFamily="18" charset="0"/>
                <a:cs typeface="Times New Roman" pitchFamily="18" charset="0"/>
              </a:rPr>
              <a:t> Methods to verify the type of token(CO2)</a:t>
            </a:r>
          </a:p>
        </p:txBody>
      </p:sp>
      <p:sp>
        <p:nvSpPr>
          <p:cNvPr id="2" name="TextBox 1">
            <a:extLst>
              <a:ext uri="{FF2B5EF4-FFF2-40B4-BE49-F238E27FC236}">
                <a16:creationId xmlns:a16="http://schemas.microsoft.com/office/drawing/2014/main" id="{84628BAD-0DE9-4378-9D1B-F3EBBB8F2233}"/>
              </a:ext>
            </a:extLst>
          </p:cNvPr>
          <p:cNvSpPr txBox="1"/>
          <p:nvPr/>
        </p:nvSpPr>
        <p:spPr>
          <a:xfrm>
            <a:off x="1590137" y="2309004"/>
            <a:ext cx="10550103" cy="128650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just">
              <a:spcBef>
                <a:spcPct val="20000"/>
              </a:spcBef>
              <a:buFont typeface="Arial"/>
              <a:buChar char="•"/>
            </a:pPr>
            <a:r>
              <a:rPr lang="en-US" sz="2800" b="1" dirty="0">
                <a:latin typeface="Times New Roman"/>
                <a:cs typeface="Times New Roman"/>
              </a:rPr>
              <a:t>The most commonly used methods of both categories are mentioned below.</a:t>
            </a:r>
            <a:endParaRPr lang="en-US" sz="2800" dirty="0">
              <a:latin typeface="Arial"/>
              <a:cs typeface="Arial"/>
            </a:endParaRPr>
          </a:p>
          <a:p>
            <a:pPr algn="just">
              <a:spcBef>
                <a:spcPct val="20000"/>
              </a:spcBef>
            </a:pPr>
            <a:endParaRPr lang="en-US">
              <a:latin typeface="Times New Roman"/>
              <a:cs typeface="Times New Roman"/>
            </a:endParaRPr>
          </a:p>
        </p:txBody>
      </p:sp>
      <p:sp>
        <p:nvSpPr>
          <p:cNvPr id="3" name="TextBox 2">
            <a:extLst>
              <a:ext uri="{FF2B5EF4-FFF2-40B4-BE49-F238E27FC236}">
                <a16:creationId xmlns:a16="http://schemas.microsoft.com/office/drawing/2014/main" id="{B7B9E70D-3121-46F4-BAB9-11C04E9B10FE}"/>
              </a:ext>
            </a:extLst>
          </p:cNvPr>
          <p:cNvSpPr txBox="1"/>
          <p:nvPr/>
        </p:nvSpPr>
        <p:spPr>
          <a:xfrm>
            <a:off x="1589238" y="3343275"/>
            <a:ext cx="10607613" cy="223445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spcBef>
                <a:spcPct val="20000"/>
              </a:spcBef>
              <a:buFont typeface="Arial,Sans-Serif"/>
              <a:buChar char="•"/>
            </a:pPr>
            <a:r>
              <a:rPr lang="en-US" sz="2800" b="1" dirty="0" err="1">
                <a:latin typeface="Times New Roman"/>
                <a:cs typeface="Times New Roman"/>
              </a:rPr>
              <a:t>isclass</a:t>
            </a:r>
            <a:r>
              <a:rPr lang="en-US" sz="2800" b="1" dirty="0">
                <a:latin typeface="Times New Roman"/>
                <a:cs typeface="Times New Roman"/>
              </a:rPr>
              <a:t>(): </a:t>
            </a:r>
            <a:r>
              <a:rPr lang="en-US" sz="2800" dirty="0">
                <a:latin typeface="Times New Roman"/>
                <a:cs typeface="Times New Roman"/>
              </a:rPr>
              <a:t>The </a:t>
            </a:r>
            <a:r>
              <a:rPr lang="en-US" sz="2800" dirty="0" err="1">
                <a:latin typeface="Times New Roman"/>
                <a:cs typeface="Times New Roman"/>
              </a:rPr>
              <a:t>isclass</a:t>
            </a:r>
            <a:r>
              <a:rPr lang="en-US" sz="2800" dirty="0">
                <a:latin typeface="Times New Roman"/>
                <a:cs typeface="Times New Roman"/>
              </a:rPr>
              <a:t>() method returns True if that object is a class or false otherwise. </a:t>
            </a:r>
            <a:endParaRPr lang="en-US" sz="2800">
              <a:latin typeface="Arial"/>
              <a:cs typeface="Arial"/>
            </a:endParaRPr>
          </a:p>
          <a:p>
            <a:pPr marL="285750" indent="-285750">
              <a:spcBef>
                <a:spcPct val="20000"/>
              </a:spcBef>
              <a:buFont typeface="Arial,Sans-Serif"/>
              <a:buChar char="•"/>
            </a:pPr>
            <a:r>
              <a:rPr lang="en-US" sz="2800" dirty="0">
                <a:latin typeface="Times New Roman"/>
                <a:cs typeface="Times New Roman"/>
              </a:rPr>
              <a:t>When it combined with the </a:t>
            </a:r>
            <a:r>
              <a:rPr lang="en-US" sz="2800" dirty="0" err="1">
                <a:latin typeface="Times New Roman"/>
                <a:cs typeface="Times New Roman"/>
              </a:rPr>
              <a:t>getmembers</a:t>
            </a:r>
            <a:r>
              <a:rPr lang="en-US" sz="2800" dirty="0">
                <a:latin typeface="Times New Roman"/>
                <a:cs typeface="Times New Roman"/>
              </a:rPr>
              <a:t>() functions it shows the class and its type. It is used to inspect live classes.</a:t>
            </a:r>
            <a:endParaRPr lang="en-US" sz="2800" dirty="0">
              <a:latin typeface="Arial"/>
              <a:cs typeface="Arial"/>
            </a:endParaRPr>
          </a:p>
          <a:p>
            <a:pPr algn="just">
              <a:spcBef>
                <a:spcPct val="20000"/>
              </a:spcBef>
            </a:pPr>
            <a:endParaRPr lang="en-US">
              <a:latin typeface="Times New Roman"/>
              <a:cs typeface="Times New Roman"/>
            </a:endParaRPr>
          </a:p>
        </p:txBody>
      </p:sp>
      <p:sp>
        <p:nvSpPr>
          <p:cNvPr id="9" name="TextBox 8">
            <a:extLst>
              <a:ext uri="{FF2B5EF4-FFF2-40B4-BE49-F238E27FC236}">
                <a16:creationId xmlns:a16="http://schemas.microsoft.com/office/drawing/2014/main" id="{49A52496-C6B1-44AF-BB8A-C4C94C07BDBE}"/>
              </a:ext>
            </a:extLst>
          </p:cNvPr>
          <p:cNvSpPr txBox="1"/>
          <p:nvPr/>
        </p:nvSpPr>
        <p:spPr>
          <a:xfrm>
            <a:off x="1586543" y="5295900"/>
            <a:ext cx="10320066"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indent="-457200">
              <a:buFont typeface="Arial"/>
              <a:buChar char="•"/>
            </a:pPr>
            <a:r>
              <a:rPr lang="en-US" sz="2800" b="1" dirty="0" err="1">
                <a:latin typeface="Times New Roman"/>
                <a:cs typeface="Times New Roman"/>
              </a:rPr>
              <a:t>ismodule</a:t>
            </a:r>
            <a:r>
              <a:rPr lang="en-US" sz="2800" b="1" dirty="0">
                <a:latin typeface="Times New Roman"/>
                <a:cs typeface="Times New Roman"/>
              </a:rPr>
              <a:t>(): </a:t>
            </a:r>
            <a:r>
              <a:rPr lang="en-US" sz="2800" dirty="0">
                <a:latin typeface="Times New Roman"/>
                <a:cs typeface="Times New Roman"/>
              </a:rPr>
              <a:t>This returns true if the given argument is an imported module.</a:t>
            </a:r>
            <a:endParaRPr lang="en-US"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1138"/>
                                        </p:tgtEl>
                                        <p:attrNameLst>
                                          <p:attrName>style.visibility</p:attrName>
                                        </p:attrNameLst>
                                      </p:cBhvr>
                                      <p:to>
                                        <p:strVal val="visible"/>
                                      </p:to>
                                    </p:set>
                                    <p:anim calcmode="lin" valueType="num">
                                      <p:cBhvr additive="base">
                                        <p:cTn id="7" dur="500" fill="hold"/>
                                        <p:tgtEl>
                                          <p:spTgt spid="91138"/>
                                        </p:tgtEl>
                                        <p:attrNameLst>
                                          <p:attrName>ppt_x</p:attrName>
                                        </p:attrNameLst>
                                      </p:cBhvr>
                                      <p:tavLst>
                                        <p:tav tm="0">
                                          <p:val>
                                            <p:strVal val="#ppt_x"/>
                                          </p:val>
                                        </p:tav>
                                        <p:tav tm="100000">
                                          <p:val>
                                            <p:strVal val="#ppt_x"/>
                                          </p:val>
                                        </p:tav>
                                      </p:tavLst>
                                    </p:anim>
                                    <p:anim calcmode="lin" valueType="num">
                                      <p:cBhvr additive="base">
                                        <p:cTn id="8" dur="500" fill="hold"/>
                                        <p:tgtEl>
                                          <p:spTgt spid="9113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500"/>
                                        <p:tgtEl>
                                          <p:spTgt spid="2"/>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3"/>
                                        </p:tgtEl>
                                        <p:attrNameLst>
                                          <p:attrName>style.visibility</p:attrName>
                                        </p:attrNameLst>
                                      </p:cBhvr>
                                      <p:to>
                                        <p:strVal val="visible"/>
                                      </p:to>
                                    </p:set>
                                    <p:anim calcmode="lin" valueType="num">
                                      <p:cBhvr additive="base">
                                        <p:cTn id="18" dur="500" fill="hold"/>
                                        <p:tgtEl>
                                          <p:spTgt spid="3"/>
                                        </p:tgtEl>
                                        <p:attrNameLst>
                                          <p:attrName>ppt_x</p:attrName>
                                        </p:attrNameLst>
                                      </p:cBhvr>
                                      <p:tavLst>
                                        <p:tav tm="0">
                                          <p:val>
                                            <p:strVal val="#ppt_x"/>
                                          </p:val>
                                        </p:tav>
                                        <p:tav tm="100000">
                                          <p:val>
                                            <p:strVal val="#ppt_x"/>
                                          </p:val>
                                        </p:tav>
                                      </p:tavLst>
                                    </p:anim>
                                    <p:anim calcmode="lin" valueType="num">
                                      <p:cBhvr additive="base">
                                        <p:cTn id="19"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138" grpId="0"/>
      <p:bldP spid="2" grpId="0"/>
      <p:bldP spid="3" grpId="0"/>
      <p:bldP spid="9" grpId="0"/>
    </p:bld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Content Placeholder 2">
            <a:extLst>
              <a:ext uri="{FF2B5EF4-FFF2-40B4-BE49-F238E27FC236}">
                <a16:creationId xmlns:a16="http://schemas.microsoft.com/office/drawing/2014/main" id="{C0438E38-F4C4-42B5-B829-F0558F80E7B7}"/>
              </a:ext>
            </a:extLst>
          </p:cNvPr>
          <p:cNvSpPr>
            <a:spLocks noGrp="1"/>
          </p:cNvSpPr>
          <p:nvPr>
            <p:ph idx="1"/>
          </p:nvPr>
        </p:nvSpPr>
        <p:spPr>
          <a:xfrm>
            <a:off x="1600200" y="817563"/>
            <a:ext cx="10363200" cy="5538787"/>
          </a:xfrm>
        </p:spPr>
        <p:txBody>
          <a:bodyPr/>
          <a:lstStyle/>
          <a:p>
            <a:pPr marL="0" indent="0" algn="just">
              <a:buFont typeface="Arial" panose="020B0604020202020204" pitchFamily="34" charset="0"/>
              <a:buNone/>
              <a:defRPr/>
            </a:pPr>
            <a:r>
              <a:rPr lang="en-US" altLang="en-US" sz="2800" b="1" dirty="0">
                <a:latin typeface="Times New Roman"/>
                <a:cs typeface="Times New Roman"/>
              </a:rPr>
              <a:t>The most commonly used methods of both categories are mentioned below.</a:t>
            </a:r>
          </a:p>
          <a:p>
            <a:pPr algn="just">
              <a:defRPr/>
            </a:pPr>
            <a:r>
              <a:rPr lang="en-US" altLang="en-US" sz="2800" b="1" dirty="0" err="1">
                <a:latin typeface="Times New Roman" panose="02020603050405020304" pitchFamily="18" charset="0"/>
                <a:cs typeface="Times New Roman" panose="02020603050405020304" pitchFamily="18" charset="0"/>
              </a:rPr>
              <a:t>isfunction</a:t>
            </a:r>
            <a:r>
              <a:rPr lang="en-US" altLang="en-US" sz="2800" b="1" dirty="0">
                <a:latin typeface="Times New Roman" panose="02020603050405020304" pitchFamily="18" charset="0"/>
                <a:cs typeface="Times New Roman" panose="02020603050405020304" pitchFamily="18" charset="0"/>
              </a:rPr>
              <a:t>(): </a:t>
            </a:r>
            <a:r>
              <a:rPr lang="en-US" altLang="en-US" sz="2800" dirty="0">
                <a:latin typeface="Times New Roman" panose="02020603050405020304" pitchFamily="18" charset="0"/>
                <a:cs typeface="Times New Roman" panose="02020603050405020304" pitchFamily="18" charset="0"/>
              </a:rPr>
              <a:t>This method returns </a:t>
            </a:r>
            <a:r>
              <a:rPr lang="en-US" altLang="en-US" sz="2800" i="1" dirty="0">
                <a:latin typeface="Times New Roman" panose="02020603050405020304" pitchFamily="18" charset="0"/>
                <a:cs typeface="Times New Roman" panose="02020603050405020304" pitchFamily="18" charset="0"/>
              </a:rPr>
              <a:t>true </a:t>
            </a:r>
            <a:r>
              <a:rPr lang="en-US" altLang="en-US" sz="2800" dirty="0">
                <a:latin typeface="Times New Roman" panose="02020603050405020304" pitchFamily="18" charset="0"/>
                <a:cs typeface="Times New Roman" panose="02020603050405020304" pitchFamily="18" charset="0"/>
              </a:rPr>
              <a:t>if the given argument is an inbuilt function name.</a:t>
            </a:r>
          </a:p>
          <a:p>
            <a:pPr algn="just">
              <a:defRPr/>
            </a:pPr>
            <a:r>
              <a:rPr lang="en-US" altLang="en-US" sz="2800" b="1" dirty="0" err="1">
                <a:latin typeface="Times New Roman" panose="02020603050405020304" pitchFamily="18" charset="0"/>
                <a:cs typeface="Times New Roman" panose="02020603050405020304" pitchFamily="18" charset="0"/>
              </a:rPr>
              <a:t>ismethod</a:t>
            </a:r>
            <a:r>
              <a:rPr lang="en-US" altLang="en-US" sz="2800" b="1" dirty="0">
                <a:latin typeface="Times New Roman" panose="02020603050405020304" pitchFamily="18" charset="0"/>
                <a:cs typeface="Times New Roman" panose="02020603050405020304" pitchFamily="18" charset="0"/>
              </a:rPr>
              <a:t>():</a:t>
            </a:r>
            <a:r>
              <a:rPr lang="en-US" altLang="en-US" sz="2800" dirty="0">
                <a:latin typeface="Times New Roman" panose="02020603050405020304" pitchFamily="18" charset="0"/>
                <a:cs typeface="Times New Roman" panose="02020603050405020304" pitchFamily="18" charset="0"/>
              </a:rPr>
              <a:t> This method is used to check if the argument passed is the name of a method or not.</a:t>
            </a:r>
          </a:p>
          <a:p>
            <a:pPr marL="0" indent="0">
              <a:buFont typeface="Arial" panose="020B0604020202020204" pitchFamily="34" charset="0"/>
              <a:buNone/>
              <a:defRPr/>
            </a:pPr>
            <a:endParaRPr lang="en-US" altLang="en-US" sz="2400" b="1">
              <a:latin typeface="Times New Roman" panose="02020603050405020304" pitchFamily="18" charset="0"/>
              <a:cs typeface="Times New Roman" panose="02020603050405020304" pitchFamily="18" charset="0"/>
            </a:endParaRPr>
          </a:p>
          <a:p>
            <a:pPr marL="0" indent="0">
              <a:buFont typeface="Arial" panose="020B0604020202020204" pitchFamily="34" charset="0"/>
              <a:buNone/>
              <a:defRPr/>
            </a:pPr>
            <a:endParaRPr lang="en-US" altLang="en-US" sz="2400">
              <a:latin typeface="Times New Roman" panose="02020603050405020304" pitchFamily="18" charset="0"/>
              <a:cs typeface="Times New Roman" panose="02020603050405020304" pitchFamily="18" charset="0"/>
            </a:endParaRPr>
          </a:p>
          <a:p>
            <a:pPr marL="0" indent="0">
              <a:buFont typeface="Arial" panose="020B0604020202020204" pitchFamily="34" charset="0"/>
              <a:buNone/>
              <a:defRPr/>
            </a:pPr>
            <a:r>
              <a:rPr lang="en-US" altLang="en-US" b="1" dirty="0">
                <a:latin typeface="Times New Roman"/>
                <a:cs typeface="Times New Roman"/>
              </a:rPr>
              <a:t>o/p</a:t>
            </a:r>
            <a:r>
              <a:rPr lang="en-US" altLang="en-US" sz="2800" dirty="0">
                <a:latin typeface="Times New Roman"/>
                <a:cs typeface="Times New Roman"/>
              </a:rPr>
              <a:t>---</a:t>
            </a:r>
            <a:r>
              <a:rPr lang="en-US" altLang="en-US" sz="2800" dirty="0">
                <a:solidFill>
                  <a:srgbClr val="0070C0"/>
                </a:solidFill>
                <a:latin typeface="Times New Roman"/>
                <a:cs typeface="Times New Roman"/>
              </a:rPr>
              <a:t>True</a:t>
            </a:r>
            <a:endParaRPr lang="en-US" altLang="en-US" dirty="0">
              <a:solidFill>
                <a:srgbClr val="000000"/>
              </a:solidFill>
              <a:latin typeface="Times New Roman"/>
              <a:cs typeface="Times New Roman"/>
            </a:endParaRPr>
          </a:p>
        </p:txBody>
      </p:sp>
      <p:sp>
        <p:nvSpPr>
          <p:cNvPr id="4" name="Date Placeholder 3">
            <a:extLst>
              <a:ext uri="{FF2B5EF4-FFF2-40B4-BE49-F238E27FC236}">
                <a16:creationId xmlns:a16="http://schemas.microsoft.com/office/drawing/2014/main" id="{14A8F240-AF81-4993-80D3-BBBFFE6A68D1}"/>
              </a:ext>
            </a:extLst>
          </p:cNvPr>
          <p:cNvSpPr>
            <a:spLocks noGrp="1"/>
          </p:cNvSpPr>
          <p:nvPr>
            <p:ph type="dt" sz="quarter" idx="10"/>
          </p:nvPr>
        </p:nvSpPr>
        <p:spPr/>
        <p:txBody>
          <a:bodyPr/>
          <a:lstStyle/>
          <a:p>
            <a:pPr>
              <a:defRPr/>
            </a:pPr>
            <a:fld id="{C4336AEF-F3E5-476B-9CEE-0EECB9DDC706}" type="datetime1">
              <a:rPr lang="en-US" smtClean="0"/>
              <a:pPr>
                <a:defRPr/>
              </a:pPr>
              <a:t>5/17/2022</a:t>
            </a:fld>
            <a:endParaRPr lang="en-US"/>
          </a:p>
        </p:txBody>
      </p:sp>
      <p:sp>
        <p:nvSpPr>
          <p:cNvPr id="5" name="Footer Placeholder 4">
            <a:extLst>
              <a:ext uri="{FF2B5EF4-FFF2-40B4-BE49-F238E27FC236}">
                <a16:creationId xmlns:a16="http://schemas.microsoft.com/office/drawing/2014/main" id="{99B43C02-FA58-42EC-BB95-76C7270DC8D1}"/>
              </a:ext>
            </a:extLst>
          </p:cNvPr>
          <p:cNvSpPr>
            <a:spLocks noGrp="1"/>
          </p:cNvSpPr>
          <p:nvPr>
            <p:ph type="ftr" sz="quarter" idx="11"/>
          </p:nvPr>
        </p:nvSpPr>
        <p:spPr>
          <a:xfrm>
            <a:off x="2819400" y="6356350"/>
            <a:ext cx="7010400" cy="365125"/>
          </a:xfrm>
        </p:spPr>
        <p:txBody>
          <a:bodyPr/>
          <a:lstStyle/>
          <a:p>
            <a:pPr>
              <a:defRPr/>
            </a:pPr>
            <a:r>
              <a:rPr lang="en-US" dirty="0"/>
              <a:t>(Programming in Advanced Python)                                 Unit No:2</a:t>
            </a:r>
          </a:p>
        </p:txBody>
      </p:sp>
      <p:sp>
        <p:nvSpPr>
          <p:cNvPr id="123909" name="Slide Number Placeholder 5">
            <a:extLst>
              <a:ext uri="{FF2B5EF4-FFF2-40B4-BE49-F238E27FC236}">
                <a16:creationId xmlns:a16="http://schemas.microsoft.com/office/drawing/2014/main" id="{DEF93F1D-B740-4586-9A34-968E22DA6E4F}"/>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D343AD7E-F025-4634-BAA6-9E653EBF9723}" type="slidenum">
              <a:rPr lang="en-US" altLang="en-US" sz="1200" dirty="0">
                <a:solidFill>
                  <a:srgbClr val="898989"/>
                </a:solidFill>
              </a:rPr>
              <a:pPr>
                <a:spcBef>
                  <a:spcPct val="0"/>
                </a:spcBef>
                <a:buFontTx/>
                <a:buNone/>
              </a:pPr>
              <a:t>163</a:t>
            </a:fld>
            <a:endParaRPr lang="en-US" altLang="en-US" sz="1200">
              <a:solidFill>
                <a:srgbClr val="898989"/>
              </a:solidFill>
            </a:endParaRPr>
          </a:p>
        </p:txBody>
      </p:sp>
      <p:sp>
        <p:nvSpPr>
          <p:cNvPr id="8" name="Title 1">
            <a:extLst>
              <a:ext uri="{FF2B5EF4-FFF2-40B4-BE49-F238E27FC236}">
                <a16:creationId xmlns:a16="http://schemas.microsoft.com/office/drawing/2014/main" id="{7AFD2E4B-6F26-4F4B-AF80-8D342C207226}"/>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US" sz="3200" b="1" dirty="0">
                <a:latin typeface="Times New Roman" panose="02020603050405020304" pitchFamily="18" charset="0"/>
                <a:cs typeface="Times New Roman" panose="02020603050405020304" pitchFamily="18" charset="0"/>
              </a:rPr>
              <a:t>        Methods to verify the type of token(CO2)</a:t>
            </a:r>
          </a:p>
        </p:txBody>
      </p:sp>
      <p:pic>
        <p:nvPicPr>
          <p:cNvPr id="123912" name="Picture 1">
            <a:extLst>
              <a:ext uri="{FF2B5EF4-FFF2-40B4-BE49-F238E27FC236}">
                <a16:creationId xmlns:a16="http://schemas.microsoft.com/office/drawing/2014/main" id="{2C33B24A-74FB-4B69-8812-44E52E7E55D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786113" y="3434750"/>
            <a:ext cx="3886200" cy="251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2162"/>
                                        </p:tgtEl>
                                        <p:attrNameLst>
                                          <p:attrName>style.visibility</p:attrName>
                                        </p:attrNameLst>
                                      </p:cBhvr>
                                      <p:to>
                                        <p:strVal val="visible"/>
                                      </p:to>
                                    </p:set>
                                    <p:anim calcmode="lin" valueType="num">
                                      <p:cBhvr additive="base">
                                        <p:cTn id="7" dur="500" fill="hold"/>
                                        <p:tgtEl>
                                          <p:spTgt spid="92162"/>
                                        </p:tgtEl>
                                        <p:attrNameLst>
                                          <p:attrName>ppt_x</p:attrName>
                                        </p:attrNameLst>
                                      </p:cBhvr>
                                      <p:tavLst>
                                        <p:tav tm="0">
                                          <p:val>
                                            <p:strVal val="#ppt_x"/>
                                          </p:val>
                                        </p:tav>
                                        <p:tav tm="100000">
                                          <p:val>
                                            <p:strVal val="#ppt_x"/>
                                          </p:val>
                                        </p:tav>
                                      </p:tavLst>
                                    </p:anim>
                                    <p:anim calcmode="lin" valueType="num">
                                      <p:cBhvr additive="base">
                                        <p:cTn id="8" dur="500" fill="hold"/>
                                        <p:tgtEl>
                                          <p:spTgt spid="9216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23912"/>
                                        </p:tgtEl>
                                        <p:attrNameLst>
                                          <p:attrName>style.visibility</p:attrName>
                                        </p:attrNameLst>
                                      </p:cBhvr>
                                      <p:to>
                                        <p:strVal val="visible"/>
                                      </p:to>
                                    </p:set>
                                    <p:anim calcmode="lin" valueType="num">
                                      <p:cBhvr additive="base">
                                        <p:cTn id="13" dur="500" fill="hold"/>
                                        <p:tgtEl>
                                          <p:spTgt spid="123912"/>
                                        </p:tgtEl>
                                        <p:attrNameLst>
                                          <p:attrName>ppt_x</p:attrName>
                                        </p:attrNameLst>
                                      </p:cBhvr>
                                      <p:tavLst>
                                        <p:tav tm="0">
                                          <p:val>
                                            <p:strVal val="#ppt_x"/>
                                          </p:val>
                                        </p:tav>
                                        <p:tav tm="100000">
                                          <p:val>
                                            <p:strVal val="#ppt_x"/>
                                          </p:val>
                                        </p:tav>
                                      </p:tavLst>
                                    </p:anim>
                                    <p:anim calcmode="lin" valueType="num">
                                      <p:cBhvr additive="base">
                                        <p:cTn id="14" dur="500" fill="hold"/>
                                        <p:tgtEl>
                                          <p:spTgt spid="1239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62" grpId="0"/>
    </p:bld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70BCEE-B4C5-408E-B34C-8268F3B62E7B}"/>
              </a:ext>
            </a:extLst>
          </p:cNvPr>
          <p:cNvSpPr>
            <a:spLocks noGrp="1"/>
          </p:cNvSpPr>
          <p:nvPr>
            <p:ph idx="1"/>
          </p:nvPr>
        </p:nvSpPr>
        <p:spPr>
          <a:xfrm>
            <a:off x="1672087" y="817563"/>
            <a:ext cx="10217989" cy="2275127"/>
          </a:xfrm>
        </p:spPr>
        <p:txBody>
          <a:bodyPr/>
          <a:lstStyle/>
          <a:p>
            <a:pPr algn="just">
              <a:defRPr/>
            </a:pPr>
            <a:r>
              <a:rPr lang="en-US" sz="2800" b="1" dirty="0" err="1">
                <a:latin typeface="Times New Roman"/>
                <a:cs typeface="Times New Roman"/>
              </a:rPr>
              <a:t>getclasstree</a:t>
            </a:r>
            <a:r>
              <a:rPr lang="en-US" sz="2800" b="1" dirty="0">
                <a:latin typeface="Times New Roman"/>
                <a:cs typeface="Times New Roman"/>
              </a:rPr>
              <a:t>()</a:t>
            </a:r>
            <a:r>
              <a:rPr lang="en-US" sz="2800" dirty="0">
                <a:latin typeface="Times New Roman"/>
                <a:cs typeface="Times New Roman"/>
              </a:rPr>
              <a:t>: The </a:t>
            </a:r>
            <a:r>
              <a:rPr lang="en-US" sz="2800" dirty="0" err="1">
                <a:latin typeface="Times New Roman"/>
                <a:cs typeface="Times New Roman"/>
              </a:rPr>
              <a:t>getclasstree</a:t>
            </a:r>
            <a:r>
              <a:rPr lang="en-US" sz="2800" dirty="0">
                <a:latin typeface="Times New Roman"/>
                <a:cs typeface="Times New Roman"/>
              </a:rPr>
              <a:t>() method will help in getting and inspecting class hierarchy. It returns a tuple of that class and that of its preceding base classes. That combined with the</a:t>
            </a:r>
            <a:r>
              <a:rPr lang="en-US" sz="2800" b="1" dirty="0">
                <a:latin typeface="Times New Roman"/>
                <a:cs typeface="Times New Roman"/>
              </a:rPr>
              <a:t> </a:t>
            </a:r>
            <a:r>
              <a:rPr lang="en-US" sz="2800" dirty="0" err="1">
                <a:latin typeface="Times New Roman"/>
                <a:cs typeface="Times New Roman"/>
              </a:rPr>
              <a:t>getmro</a:t>
            </a:r>
            <a:r>
              <a:rPr lang="en-US" sz="2800" dirty="0">
                <a:latin typeface="Times New Roman"/>
                <a:cs typeface="Times New Roman"/>
              </a:rPr>
              <a:t>()</a:t>
            </a:r>
            <a:r>
              <a:rPr lang="en-US" sz="2800" b="1" dirty="0">
                <a:latin typeface="Times New Roman"/>
                <a:cs typeface="Times New Roman"/>
              </a:rPr>
              <a:t> </a:t>
            </a:r>
            <a:r>
              <a:rPr lang="en-US" sz="2800" dirty="0">
                <a:latin typeface="Times New Roman"/>
                <a:cs typeface="Times New Roman"/>
              </a:rPr>
              <a:t>method which returns the base classes helps in understanding the class hierarchy.</a:t>
            </a:r>
          </a:p>
          <a:p>
            <a:pPr>
              <a:buFont typeface="Arial" panose="020B0604020202020204" pitchFamily="34" charset="0"/>
              <a:buChar char="•"/>
              <a:defRPr/>
            </a:pPr>
            <a:endParaRPr lang="en-US">
              <a:latin typeface="Calibri"/>
              <a:cs typeface="Calibri"/>
            </a:endParaRPr>
          </a:p>
          <a:p>
            <a:pPr marL="0" indent="0">
              <a:buNone/>
              <a:defRPr/>
            </a:pPr>
            <a:endParaRPr lang="en-US">
              <a:latin typeface="Calibri"/>
              <a:cs typeface="Calibri"/>
            </a:endParaRPr>
          </a:p>
          <a:p>
            <a:pPr>
              <a:defRPr/>
            </a:pPr>
            <a:endParaRPr lang="en-US">
              <a:cs typeface="Calibri"/>
            </a:endParaRPr>
          </a:p>
        </p:txBody>
      </p:sp>
      <p:sp>
        <p:nvSpPr>
          <p:cNvPr id="4" name="Date Placeholder 3">
            <a:extLst>
              <a:ext uri="{FF2B5EF4-FFF2-40B4-BE49-F238E27FC236}">
                <a16:creationId xmlns:a16="http://schemas.microsoft.com/office/drawing/2014/main" id="{059F2942-5F6F-4111-9021-3CE8C536C40E}"/>
              </a:ext>
            </a:extLst>
          </p:cNvPr>
          <p:cNvSpPr>
            <a:spLocks noGrp="1"/>
          </p:cNvSpPr>
          <p:nvPr>
            <p:ph type="dt" sz="quarter" idx="10"/>
          </p:nvPr>
        </p:nvSpPr>
        <p:spPr/>
        <p:txBody>
          <a:bodyPr/>
          <a:lstStyle/>
          <a:p>
            <a:pPr>
              <a:defRPr/>
            </a:pPr>
            <a:fld id="{B7364228-8BC9-423B-A9EA-B8DD4914035F}" type="datetime1">
              <a:rPr lang="en-US" smtClean="0"/>
              <a:pPr>
                <a:defRPr/>
              </a:pPr>
              <a:t>5/17/2022</a:t>
            </a:fld>
            <a:endParaRPr lang="en-US"/>
          </a:p>
        </p:txBody>
      </p:sp>
      <p:sp>
        <p:nvSpPr>
          <p:cNvPr id="5" name="Footer Placeholder 4">
            <a:extLst>
              <a:ext uri="{FF2B5EF4-FFF2-40B4-BE49-F238E27FC236}">
                <a16:creationId xmlns:a16="http://schemas.microsoft.com/office/drawing/2014/main" id="{1CC0EE00-5E75-47A8-838F-759414685820}"/>
              </a:ext>
            </a:extLst>
          </p:cNvPr>
          <p:cNvSpPr>
            <a:spLocks noGrp="1"/>
          </p:cNvSpPr>
          <p:nvPr>
            <p:ph type="ftr" sz="quarter" idx="11"/>
          </p:nvPr>
        </p:nvSpPr>
        <p:spPr>
          <a:xfrm>
            <a:off x="2819400" y="6356350"/>
            <a:ext cx="7010400" cy="365125"/>
          </a:xfrm>
        </p:spPr>
        <p:txBody>
          <a:bodyPr/>
          <a:lstStyle/>
          <a:p>
            <a:pPr>
              <a:defRPr/>
            </a:pPr>
            <a:r>
              <a:rPr lang="en-US" dirty="0"/>
              <a:t>(Programming in Advanced Python)                                 Unit No:2</a:t>
            </a:r>
          </a:p>
        </p:txBody>
      </p:sp>
      <p:sp>
        <p:nvSpPr>
          <p:cNvPr id="124933" name="Slide Number Placeholder 5">
            <a:extLst>
              <a:ext uri="{FF2B5EF4-FFF2-40B4-BE49-F238E27FC236}">
                <a16:creationId xmlns:a16="http://schemas.microsoft.com/office/drawing/2014/main" id="{DA00C77B-159F-4CA5-8F3B-C625A772E322}"/>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FA5F5701-84D8-429F-9A21-6FBBABB8EC09}" type="slidenum">
              <a:rPr lang="en-US" altLang="en-US" sz="1200" dirty="0">
                <a:solidFill>
                  <a:srgbClr val="898989"/>
                </a:solidFill>
              </a:rPr>
              <a:pPr>
                <a:spcBef>
                  <a:spcPct val="0"/>
                </a:spcBef>
                <a:buFontTx/>
                <a:buNone/>
              </a:pPr>
              <a:t>164</a:t>
            </a:fld>
            <a:endParaRPr lang="en-US" altLang="en-US" sz="1200">
              <a:solidFill>
                <a:srgbClr val="898989"/>
              </a:solidFill>
            </a:endParaRPr>
          </a:p>
        </p:txBody>
      </p:sp>
      <p:sp>
        <p:nvSpPr>
          <p:cNvPr id="8" name="Title 1">
            <a:extLst>
              <a:ext uri="{FF2B5EF4-FFF2-40B4-BE49-F238E27FC236}">
                <a16:creationId xmlns:a16="http://schemas.microsoft.com/office/drawing/2014/main" id="{05AD7B24-6FC3-4E8B-8FDA-C96A9D6FE37B}"/>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a:defRPr/>
            </a:pPr>
            <a:r>
              <a:rPr lang="en-US" sz="3200" b="1" dirty="0">
                <a:latin typeface="Times New Roman" pitchFamily="18" charset="0"/>
                <a:cs typeface="Times New Roman" pitchFamily="18" charset="0"/>
              </a:rPr>
              <a:t>    Methods to retrieve the source of token(CO2)</a:t>
            </a:r>
          </a:p>
        </p:txBody>
      </p:sp>
      <p:sp>
        <p:nvSpPr>
          <p:cNvPr id="2" name="TextBox 1">
            <a:extLst>
              <a:ext uri="{FF2B5EF4-FFF2-40B4-BE49-F238E27FC236}">
                <a16:creationId xmlns:a16="http://schemas.microsoft.com/office/drawing/2014/main" id="{1391B1D0-F6D1-414C-BEC4-66F5878D304B}"/>
              </a:ext>
            </a:extLst>
          </p:cNvPr>
          <p:cNvSpPr txBox="1"/>
          <p:nvPr/>
        </p:nvSpPr>
        <p:spPr>
          <a:xfrm>
            <a:off x="1719533" y="3200400"/>
            <a:ext cx="10190670" cy="174817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just">
              <a:spcBef>
                <a:spcPct val="20000"/>
              </a:spcBef>
              <a:buFont typeface="Arial"/>
              <a:buChar char="•"/>
            </a:pPr>
            <a:r>
              <a:rPr lang="en-US" sz="2800" b="1" dirty="0" err="1">
                <a:latin typeface="Times New Roman"/>
                <a:cs typeface="Times New Roman"/>
              </a:rPr>
              <a:t>getmembers</a:t>
            </a:r>
            <a:r>
              <a:rPr lang="en-US" sz="2800" b="1" dirty="0">
                <a:latin typeface="Times New Roman"/>
                <a:cs typeface="Times New Roman"/>
              </a:rPr>
              <a:t>():</a:t>
            </a:r>
            <a:r>
              <a:rPr lang="en-US" sz="2800" dirty="0">
                <a:latin typeface="Times New Roman"/>
                <a:cs typeface="Times New Roman"/>
              </a:rPr>
              <a:t> This method returns the member functions present in the module passed as an argument of this method.</a:t>
            </a:r>
            <a:endParaRPr lang="en-US" sz="2800" dirty="0">
              <a:latin typeface="Arial"/>
              <a:cs typeface="Arial"/>
            </a:endParaRPr>
          </a:p>
          <a:p>
            <a:pPr algn="just">
              <a:spcBef>
                <a:spcPct val="20000"/>
              </a:spcBef>
            </a:pPr>
            <a:endParaRPr lang="en-US" sz="2800">
              <a:latin typeface="Arial"/>
              <a:cs typeface="Arial"/>
            </a:endParaRPr>
          </a:p>
          <a:p>
            <a:endParaRPr lang="en-US"/>
          </a:p>
        </p:txBody>
      </p:sp>
      <p:sp>
        <p:nvSpPr>
          <p:cNvPr id="6" name="TextBox 5">
            <a:extLst>
              <a:ext uri="{FF2B5EF4-FFF2-40B4-BE49-F238E27FC236}">
                <a16:creationId xmlns:a16="http://schemas.microsoft.com/office/drawing/2014/main" id="{C995DD30-3B6B-4E34-B5AE-9E743BDD92E6}"/>
              </a:ext>
            </a:extLst>
          </p:cNvPr>
          <p:cNvSpPr txBox="1"/>
          <p:nvPr/>
        </p:nvSpPr>
        <p:spPr>
          <a:xfrm>
            <a:off x="1718634" y="4536596"/>
            <a:ext cx="9874369"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indent="-457200">
              <a:buFont typeface="Arial"/>
              <a:buChar char="•"/>
            </a:pPr>
            <a:r>
              <a:rPr lang="en-US" sz="2800" b="1" dirty="0">
                <a:latin typeface="Times New Roman"/>
                <a:cs typeface="Times New Roman"/>
              </a:rPr>
              <a:t>stack():</a:t>
            </a:r>
            <a:r>
              <a:rPr lang="en-US" sz="2800" dirty="0">
                <a:latin typeface="Times New Roman"/>
                <a:cs typeface="Times New Roman"/>
              </a:rPr>
              <a:t> This method helps in examining the interpreter stack or the order in which functions were called.</a:t>
            </a:r>
            <a:endParaRPr lang="en-US"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500"/>
                                        <p:tgtEl>
                                          <p:spTgt spid="2"/>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anim calcmode="lin" valueType="num">
                                      <p:cBhvr additive="base">
                                        <p:cTn id="18" dur="500" fill="hold"/>
                                        <p:tgtEl>
                                          <p:spTgt spid="6"/>
                                        </p:tgtEl>
                                        <p:attrNameLst>
                                          <p:attrName>ppt_x</p:attrName>
                                        </p:attrNameLst>
                                      </p:cBhvr>
                                      <p:tavLst>
                                        <p:tav tm="0">
                                          <p:val>
                                            <p:strVal val="#ppt_x"/>
                                          </p:val>
                                        </p:tav>
                                        <p:tav tm="100000">
                                          <p:val>
                                            <p:strVal val="#ppt_x"/>
                                          </p:val>
                                        </p:tav>
                                      </p:tavLst>
                                    </p:anim>
                                    <p:anim calcmode="lin" valueType="num">
                                      <p:cBhvr additive="base">
                                        <p:cTn id="19"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p:bldP spid="6" grpId="0"/>
    </p:bld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Content Placeholder 2">
            <a:extLst>
              <a:ext uri="{FF2B5EF4-FFF2-40B4-BE49-F238E27FC236}">
                <a16:creationId xmlns:a16="http://schemas.microsoft.com/office/drawing/2014/main" id="{75E6EBFD-9619-48B4-AD33-32DC11608C81}"/>
              </a:ext>
            </a:extLst>
          </p:cNvPr>
          <p:cNvSpPr>
            <a:spLocks noGrp="1"/>
          </p:cNvSpPr>
          <p:nvPr>
            <p:ph idx="1"/>
          </p:nvPr>
        </p:nvSpPr>
        <p:spPr>
          <a:xfrm>
            <a:off x="1715219" y="1066800"/>
            <a:ext cx="10171981" cy="1393286"/>
          </a:xfrm>
        </p:spPr>
        <p:txBody>
          <a:bodyPr/>
          <a:lstStyle/>
          <a:p>
            <a:pPr algn="just"/>
            <a:r>
              <a:rPr lang="en-US" altLang="en-US" sz="2800" b="1" dirty="0" err="1">
                <a:latin typeface="Times New Roman"/>
                <a:cs typeface="Times New Roman"/>
              </a:rPr>
              <a:t>getsource</a:t>
            </a:r>
            <a:r>
              <a:rPr lang="en-US" altLang="en-US" sz="2800" b="1" dirty="0">
                <a:latin typeface="Times New Roman"/>
                <a:cs typeface="Times New Roman"/>
              </a:rPr>
              <a:t>(): </a:t>
            </a:r>
            <a:r>
              <a:rPr lang="en-US" altLang="en-US" sz="2800" dirty="0">
                <a:latin typeface="Times New Roman"/>
                <a:cs typeface="Times New Roman"/>
              </a:rPr>
              <a:t>This method returns the source code of a module, class, method, or a function passes as an argument of </a:t>
            </a:r>
            <a:r>
              <a:rPr lang="en-US" altLang="en-US" sz="2800" dirty="0" err="1">
                <a:latin typeface="Times New Roman"/>
                <a:cs typeface="Times New Roman"/>
              </a:rPr>
              <a:t>getsource</a:t>
            </a:r>
            <a:r>
              <a:rPr lang="en-US" altLang="en-US" sz="2800" dirty="0">
                <a:latin typeface="Times New Roman"/>
                <a:cs typeface="Times New Roman"/>
              </a:rPr>
              <a:t>() method.</a:t>
            </a:r>
          </a:p>
          <a:p>
            <a:pPr marL="0" indent="0" algn="just">
              <a:buNone/>
            </a:pPr>
            <a:endParaRPr lang="en-US" altLang="en-US" sz="2800">
              <a:latin typeface="Times New Roman" panose="02020603050405020304" pitchFamily="18" charset="0"/>
              <a:cs typeface="Times New Roman" panose="02020603050405020304" pitchFamily="18" charset="0"/>
            </a:endParaRPr>
          </a:p>
          <a:p>
            <a:pPr algn="just"/>
            <a:endParaRPr lang="en-US" altLang="en-US">
              <a:latin typeface="Calibri"/>
              <a:cs typeface="Calibri"/>
            </a:endParaRPr>
          </a:p>
        </p:txBody>
      </p:sp>
      <p:sp>
        <p:nvSpPr>
          <p:cNvPr id="4" name="Date Placeholder 3">
            <a:extLst>
              <a:ext uri="{FF2B5EF4-FFF2-40B4-BE49-F238E27FC236}">
                <a16:creationId xmlns:a16="http://schemas.microsoft.com/office/drawing/2014/main" id="{6BFD3505-AF96-462A-AC4A-D9D500EE5D04}"/>
              </a:ext>
            </a:extLst>
          </p:cNvPr>
          <p:cNvSpPr>
            <a:spLocks noGrp="1"/>
          </p:cNvSpPr>
          <p:nvPr>
            <p:ph type="dt" sz="quarter" idx="10"/>
          </p:nvPr>
        </p:nvSpPr>
        <p:spPr/>
        <p:txBody>
          <a:bodyPr/>
          <a:lstStyle/>
          <a:p>
            <a:pPr>
              <a:defRPr/>
            </a:pPr>
            <a:fld id="{559D65A3-8DC7-4AC9-A0F0-808CD6302D96}" type="datetime1">
              <a:rPr lang="en-US" smtClean="0"/>
              <a:pPr>
                <a:defRPr/>
              </a:pPr>
              <a:t>5/17/2022</a:t>
            </a:fld>
            <a:endParaRPr lang="en-US"/>
          </a:p>
        </p:txBody>
      </p:sp>
      <p:sp>
        <p:nvSpPr>
          <p:cNvPr id="5" name="Footer Placeholder 4">
            <a:extLst>
              <a:ext uri="{FF2B5EF4-FFF2-40B4-BE49-F238E27FC236}">
                <a16:creationId xmlns:a16="http://schemas.microsoft.com/office/drawing/2014/main" id="{750B1465-41D3-476A-ACE6-9C3EE77888B0}"/>
              </a:ext>
            </a:extLst>
          </p:cNvPr>
          <p:cNvSpPr>
            <a:spLocks noGrp="1"/>
          </p:cNvSpPr>
          <p:nvPr>
            <p:ph type="ftr" sz="quarter" idx="11"/>
          </p:nvPr>
        </p:nvSpPr>
        <p:spPr>
          <a:xfrm>
            <a:off x="2819400" y="6356350"/>
            <a:ext cx="7010400" cy="365125"/>
          </a:xfrm>
        </p:spPr>
        <p:txBody>
          <a:bodyPr/>
          <a:lstStyle/>
          <a:p>
            <a:pPr>
              <a:defRPr/>
            </a:pPr>
            <a:r>
              <a:rPr lang="en-US" dirty="0"/>
              <a:t>(Programming in Advanced Python)                                 Unit No:2</a:t>
            </a:r>
          </a:p>
        </p:txBody>
      </p:sp>
      <p:sp>
        <p:nvSpPr>
          <p:cNvPr id="125957" name="Slide Number Placeholder 5">
            <a:extLst>
              <a:ext uri="{FF2B5EF4-FFF2-40B4-BE49-F238E27FC236}">
                <a16:creationId xmlns:a16="http://schemas.microsoft.com/office/drawing/2014/main" id="{C9FDF6EF-9F70-4909-9FDB-7D0BA0E85F33}"/>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9B29A21E-01A9-4664-88A2-4A978968C925}" type="slidenum">
              <a:rPr lang="en-US" altLang="en-US" sz="1200" dirty="0">
                <a:solidFill>
                  <a:srgbClr val="898989"/>
                </a:solidFill>
              </a:rPr>
              <a:pPr>
                <a:spcBef>
                  <a:spcPct val="0"/>
                </a:spcBef>
                <a:buFontTx/>
                <a:buNone/>
              </a:pPr>
              <a:t>165</a:t>
            </a:fld>
            <a:endParaRPr lang="en-US" altLang="en-US" sz="1200">
              <a:solidFill>
                <a:srgbClr val="898989"/>
              </a:solidFill>
            </a:endParaRPr>
          </a:p>
        </p:txBody>
      </p:sp>
      <p:sp>
        <p:nvSpPr>
          <p:cNvPr id="8" name="Title 1">
            <a:extLst>
              <a:ext uri="{FF2B5EF4-FFF2-40B4-BE49-F238E27FC236}">
                <a16:creationId xmlns:a16="http://schemas.microsoft.com/office/drawing/2014/main" id="{0A175B0C-0BB3-4E95-966A-56BE75310D39}"/>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a:defRPr/>
            </a:pPr>
            <a:r>
              <a:rPr lang="en-US" sz="3200" b="1" dirty="0">
                <a:latin typeface="Times New Roman" pitchFamily="18" charset="0"/>
                <a:cs typeface="Times New Roman" pitchFamily="18" charset="0"/>
              </a:rPr>
              <a:t>    Methods to retrieve the source of token(CO2)</a:t>
            </a:r>
          </a:p>
        </p:txBody>
      </p:sp>
      <p:sp>
        <p:nvSpPr>
          <p:cNvPr id="2" name="TextBox 1">
            <a:extLst>
              <a:ext uri="{FF2B5EF4-FFF2-40B4-BE49-F238E27FC236}">
                <a16:creationId xmlns:a16="http://schemas.microsoft.com/office/drawing/2014/main" id="{2362AC98-04C4-4F41-A278-5B4846291C38}"/>
              </a:ext>
            </a:extLst>
          </p:cNvPr>
          <p:cNvSpPr txBox="1"/>
          <p:nvPr/>
        </p:nvSpPr>
        <p:spPr>
          <a:xfrm>
            <a:off x="1719533" y="2567796"/>
            <a:ext cx="10046897" cy="128650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just">
              <a:spcBef>
                <a:spcPct val="20000"/>
              </a:spcBef>
              <a:buFont typeface="Arial"/>
              <a:buChar char="•"/>
            </a:pPr>
            <a:r>
              <a:rPr lang="en-US" sz="2800" b="1" dirty="0" err="1">
                <a:latin typeface="Times New Roman"/>
                <a:cs typeface="Times New Roman"/>
              </a:rPr>
              <a:t>getmodule</a:t>
            </a:r>
            <a:r>
              <a:rPr lang="en-US" sz="2800" b="1" dirty="0">
                <a:latin typeface="Times New Roman"/>
                <a:cs typeface="Times New Roman"/>
              </a:rPr>
              <a:t>(): </a:t>
            </a:r>
            <a:r>
              <a:rPr lang="en-US" sz="2800" dirty="0">
                <a:latin typeface="Times New Roman"/>
                <a:cs typeface="Times New Roman"/>
              </a:rPr>
              <a:t>This method</a:t>
            </a:r>
            <a:r>
              <a:rPr lang="en-US" sz="2800" b="1" dirty="0">
                <a:latin typeface="Times New Roman"/>
                <a:cs typeface="Times New Roman"/>
              </a:rPr>
              <a:t> </a:t>
            </a:r>
            <a:r>
              <a:rPr lang="en-US" sz="2800" dirty="0">
                <a:latin typeface="Times New Roman"/>
                <a:cs typeface="Times New Roman"/>
              </a:rPr>
              <a:t>returns the module name of a particular object pass as an argument in this method.</a:t>
            </a:r>
            <a:endParaRPr lang="en-US" sz="2800" dirty="0">
              <a:latin typeface="Arial"/>
              <a:cs typeface="Arial"/>
            </a:endParaRPr>
          </a:p>
          <a:p>
            <a:pPr algn="just">
              <a:spcBef>
                <a:spcPct val="20000"/>
              </a:spcBef>
            </a:pPr>
            <a:endParaRPr lang="en-US">
              <a:latin typeface="Times New Roman"/>
              <a:cs typeface="Times New Roman"/>
            </a:endParaRPr>
          </a:p>
        </p:txBody>
      </p:sp>
      <p:sp>
        <p:nvSpPr>
          <p:cNvPr id="3" name="TextBox 2">
            <a:extLst>
              <a:ext uri="{FF2B5EF4-FFF2-40B4-BE49-F238E27FC236}">
                <a16:creationId xmlns:a16="http://schemas.microsoft.com/office/drawing/2014/main" id="{AEBD34DB-6914-40D1-84AF-BFCE5B97474E}"/>
              </a:ext>
            </a:extLst>
          </p:cNvPr>
          <p:cNvSpPr txBox="1"/>
          <p:nvPr/>
        </p:nvSpPr>
        <p:spPr>
          <a:xfrm>
            <a:off x="1718635" y="3774596"/>
            <a:ext cx="10133160" cy="128650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just">
              <a:spcBef>
                <a:spcPct val="20000"/>
              </a:spcBef>
              <a:buFont typeface="Arial,Sans-Serif"/>
              <a:buChar char="•"/>
            </a:pPr>
            <a:r>
              <a:rPr lang="en-US" sz="2800" b="1" dirty="0" err="1">
                <a:latin typeface="Times New Roman"/>
                <a:cs typeface="Times New Roman"/>
              </a:rPr>
              <a:t>getdoc</a:t>
            </a:r>
            <a:r>
              <a:rPr lang="en-US" sz="2800" b="1" dirty="0">
                <a:latin typeface="Times New Roman"/>
                <a:cs typeface="Times New Roman"/>
              </a:rPr>
              <a:t>(): </a:t>
            </a:r>
            <a:r>
              <a:rPr lang="en-US" sz="2800" dirty="0">
                <a:latin typeface="Times New Roman"/>
                <a:cs typeface="Times New Roman"/>
              </a:rPr>
              <a:t>The </a:t>
            </a:r>
            <a:r>
              <a:rPr lang="en-US" sz="2800" dirty="0" err="1">
                <a:latin typeface="Times New Roman"/>
                <a:cs typeface="Times New Roman"/>
              </a:rPr>
              <a:t>getdoc</a:t>
            </a:r>
            <a:r>
              <a:rPr lang="en-US" sz="2800" dirty="0">
                <a:latin typeface="Times New Roman"/>
                <a:cs typeface="Times New Roman"/>
              </a:rPr>
              <a:t>()</a:t>
            </a:r>
            <a:r>
              <a:rPr lang="en-US" sz="2800" b="1" dirty="0">
                <a:latin typeface="Times New Roman"/>
                <a:cs typeface="Times New Roman"/>
              </a:rPr>
              <a:t> </a:t>
            </a:r>
            <a:r>
              <a:rPr lang="en-US" sz="2800" dirty="0">
                <a:latin typeface="Times New Roman"/>
                <a:cs typeface="Times New Roman"/>
              </a:rPr>
              <a:t>method</a:t>
            </a:r>
            <a:r>
              <a:rPr lang="en-US" sz="2800" b="1" dirty="0">
                <a:latin typeface="Times New Roman"/>
                <a:cs typeface="Times New Roman"/>
              </a:rPr>
              <a:t> </a:t>
            </a:r>
            <a:r>
              <a:rPr lang="en-US" sz="2800" dirty="0">
                <a:latin typeface="Times New Roman"/>
                <a:cs typeface="Times New Roman"/>
              </a:rPr>
              <a:t>returns the documentation of the argument in this method as a string.</a:t>
            </a:r>
            <a:endParaRPr lang="en-US" sz="2800" dirty="0">
              <a:latin typeface="Arial"/>
              <a:cs typeface="Arial"/>
            </a:endParaRPr>
          </a:p>
          <a:p>
            <a:pPr algn="just">
              <a:spcBef>
                <a:spcPct val="20000"/>
              </a:spcBef>
            </a:pPr>
            <a:endParaRPr lang="en-US">
              <a:latin typeface="Times New Roman"/>
              <a:cs typeface="Times New Roman"/>
            </a:endParaRPr>
          </a:p>
        </p:txBody>
      </p:sp>
      <p:sp>
        <p:nvSpPr>
          <p:cNvPr id="6" name="TextBox 5">
            <a:extLst>
              <a:ext uri="{FF2B5EF4-FFF2-40B4-BE49-F238E27FC236}">
                <a16:creationId xmlns:a16="http://schemas.microsoft.com/office/drawing/2014/main" id="{30AF6C26-09CE-4C1A-AD44-460A652E7523}"/>
              </a:ext>
            </a:extLst>
          </p:cNvPr>
          <p:cNvSpPr txBox="1"/>
          <p:nvPr/>
        </p:nvSpPr>
        <p:spPr>
          <a:xfrm>
            <a:off x="1717736" y="4981395"/>
            <a:ext cx="10463839"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2800" b="1" dirty="0">
                <a:latin typeface="Times New Roman"/>
                <a:cs typeface="Times New Roman"/>
              </a:rPr>
              <a:t>signature(): </a:t>
            </a:r>
            <a:r>
              <a:rPr lang="en-US" sz="2800" dirty="0">
                <a:latin typeface="Times New Roman"/>
                <a:cs typeface="Times New Roman"/>
              </a:rPr>
              <a:t>The signature() method helps the user in understanding the attributes which are to be passed on to a function.</a:t>
            </a:r>
            <a:endParaRPr lang="en-US"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5954"/>
                                        </p:tgtEl>
                                        <p:attrNameLst>
                                          <p:attrName>style.visibility</p:attrName>
                                        </p:attrNameLst>
                                      </p:cBhvr>
                                      <p:to>
                                        <p:strVal val="visible"/>
                                      </p:to>
                                    </p:set>
                                    <p:anim calcmode="lin" valueType="num">
                                      <p:cBhvr additive="base">
                                        <p:cTn id="7" dur="500" fill="hold"/>
                                        <p:tgtEl>
                                          <p:spTgt spid="125954"/>
                                        </p:tgtEl>
                                        <p:attrNameLst>
                                          <p:attrName>ppt_x</p:attrName>
                                        </p:attrNameLst>
                                      </p:cBhvr>
                                      <p:tavLst>
                                        <p:tav tm="0">
                                          <p:val>
                                            <p:strVal val="#ppt_x"/>
                                          </p:val>
                                        </p:tav>
                                        <p:tav tm="100000">
                                          <p:val>
                                            <p:strVal val="#ppt_x"/>
                                          </p:val>
                                        </p:tav>
                                      </p:tavLst>
                                    </p:anim>
                                    <p:anim calcmode="lin" valueType="num">
                                      <p:cBhvr additive="base">
                                        <p:cTn id="8" dur="500" fill="hold"/>
                                        <p:tgtEl>
                                          <p:spTgt spid="12595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500"/>
                                        <p:tgtEl>
                                          <p:spTgt spid="2"/>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3"/>
                                        </p:tgtEl>
                                        <p:attrNameLst>
                                          <p:attrName>style.visibility</p:attrName>
                                        </p:attrNameLst>
                                      </p:cBhvr>
                                      <p:to>
                                        <p:strVal val="visible"/>
                                      </p:to>
                                    </p:set>
                                    <p:anim calcmode="lin" valueType="num">
                                      <p:cBhvr additive="base">
                                        <p:cTn id="18" dur="500" fill="hold"/>
                                        <p:tgtEl>
                                          <p:spTgt spid="3"/>
                                        </p:tgtEl>
                                        <p:attrNameLst>
                                          <p:attrName>ppt_x</p:attrName>
                                        </p:attrNameLst>
                                      </p:cBhvr>
                                      <p:tavLst>
                                        <p:tav tm="0">
                                          <p:val>
                                            <p:strVal val="#ppt_x"/>
                                          </p:val>
                                        </p:tav>
                                        <p:tav tm="100000">
                                          <p:val>
                                            <p:strVal val="#ppt_x"/>
                                          </p:val>
                                        </p:tav>
                                      </p:tavLst>
                                    </p:anim>
                                    <p:anim calcmode="lin" valueType="num">
                                      <p:cBhvr additive="base">
                                        <p:cTn id="19"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954" grpId="0"/>
      <p:bldP spid="2" grpId="0"/>
      <p:bldP spid="3" grpId="0"/>
      <p:bldP spid="6" grpId="0"/>
    </p:bld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E929F46-F520-4259-959A-89129498642A}"/>
              </a:ext>
            </a:extLst>
          </p:cNvPr>
          <p:cNvSpPr>
            <a:spLocks noGrp="1"/>
          </p:cNvSpPr>
          <p:nvPr>
            <p:ph idx="1"/>
          </p:nvPr>
        </p:nvSpPr>
        <p:spPr>
          <a:xfrm>
            <a:off x="1600200" y="817563"/>
            <a:ext cx="10210800" cy="5538787"/>
          </a:xfrm>
        </p:spPr>
        <p:txBody>
          <a:bodyPr/>
          <a:lstStyle/>
          <a:p>
            <a:pPr>
              <a:defRPr/>
            </a:pPr>
            <a:endParaRPr lang="en-US"/>
          </a:p>
          <a:p>
            <a:pPr marL="0" indent="0">
              <a:buFont typeface="Arial" panose="020B0604020202020204" pitchFamily="34" charset="0"/>
              <a:buNone/>
              <a:defRPr/>
            </a:pPr>
            <a:endParaRPr lang="en-US"/>
          </a:p>
          <a:p>
            <a:pPr>
              <a:defRPr/>
            </a:pPr>
            <a:endParaRPr lang="en-US"/>
          </a:p>
        </p:txBody>
      </p:sp>
      <p:sp>
        <p:nvSpPr>
          <p:cNvPr id="4" name="Date Placeholder 3">
            <a:extLst>
              <a:ext uri="{FF2B5EF4-FFF2-40B4-BE49-F238E27FC236}">
                <a16:creationId xmlns:a16="http://schemas.microsoft.com/office/drawing/2014/main" id="{43F5B0FC-2014-4071-B0D9-0CB8CAC482B8}"/>
              </a:ext>
            </a:extLst>
          </p:cNvPr>
          <p:cNvSpPr>
            <a:spLocks noGrp="1"/>
          </p:cNvSpPr>
          <p:nvPr>
            <p:ph type="dt" sz="quarter" idx="10"/>
          </p:nvPr>
        </p:nvSpPr>
        <p:spPr/>
        <p:txBody>
          <a:bodyPr/>
          <a:lstStyle/>
          <a:p>
            <a:pPr>
              <a:defRPr/>
            </a:pPr>
            <a:fld id="{32B82D06-69BA-4DCF-869C-251B05E338E5}" type="datetime1">
              <a:rPr lang="en-US" smtClean="0"/>
              <a:pPr>
                <a:defRPr/>
              </a:pPr>
              <a:t>5/17/2022</a:t>
            </a:fld>
            <a:endParaRPr lang="en-US"/>
          </a:p>
        </p:txBody>
      </p:sp>
      <p:sp>
        <p:nvSpPr>
          <p:cNvPr id="5" name="Footer Placeholder 4">
            <a:extLst>
              <a:ext uri="{FF2B5EF4-FFF2-40B4-BE49-F238E27FC236}">
                <a16:creationId xmlns:a16="http://schemas.microsoft.com/office/drawing/2014/main" id="{7E6E71AB-74B8-4DF7-B2D4-D5D800CE12F9}"/>
              </a:ext>
            </a:extLst>
          </p:cNvPr>
          <p:cNvSpPr>
            <a:spLocks noGrp="1"/>
          </p:cNvSpPr>
          <p:nvPr>
            <p:ph type="ftr" sz="quarter" idx="11"/>
          </p:nvPr>
        </p:nvSpPr>
        <p:spPr>
          <a:xfrm>
            <a:off x="2819400" y="6356350"/>
            <a:ext cx="7010400" cy="365125"/>
          </a:xfrm>
        </p:spPr>
        <p:txBody>
          <a:bodyPr/>
          <a:lstStyle/>
          <a:p>
            <a:pPr>
              <a:defRPr/>
            </a:pPr>
            <a:r>
              <a:rPr lang="en-US" dirty="0"/>
              <a:t>(Programming in Advanced Python)                                 Unit No:2</a:t>
            </a:r>
          </a:p>
        </p:txBody>
      </p:sp>
      <p:sp>
        <p:nvSpPr>
          <p:cNvPr id="126981" name="Slide Number Placeholder 5">
            <a:extLst>
              <a:ext uri="{FF2B5EF4-FFF2-40B4-BE49-F238E27FC236}">
                <a16:creationId xmlns:a16="http://schemas.microsoft.com/office/drawing/2014/main" id="{2A2020D7-936C-4FEE-884E-33337452A8C4}"/>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4DBA439D-3A45-4C13-9F75-56F9F7D46B81}" type="slidenum">
              <a:rPr lang="en-US" altLang="en-US" sz="1200" dirty="0">
                <a:solidFill>
                  <a:srgbClr val="898989"/>
                </a:solidFill>
              </a:rPr>
              <a:pPr>
                <a:spcBef>
                  <a:spcPct val="0"/>
                </a:spcBef>
                <a:buFontTx/>
                <a:buNone/>
              </a:pPr>
              <a:t>166</a:t>
            </a:fld>
            <a:endParaRPr lang="en-US" altLang="en-US" sz="1200">
              <a:solidFill>
                <a:srgbClr val="898989"/>
              </a:solidFill>
            </a:endParaRPr>
          </a:p>
        </p:txBody>
      </p:sp>
      <p:sp>
        <p:nvSpPr>
          <p:cNvPr id="8" name="Title 1">
            <a:extLst>
              <a:ext uri="{FF2B5EF4-FFF2-40B4-BE49-F238E27FC236}">
                <a16:creationId xmlns:a16="http://schemas.microsoft.com/office/drawing/2014/main" id="{03E4BB0D-5876-4C81-BE81-48F1CA5BC7E1}"/>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lIns="91440" tIns="45720" rIns="91440" bIns="45720" anchor="ctr"/>
          <a:lstStyle/>
          <a:p>
            <a:pPr algn="ctr">
              <a:defRPr/>
            </a:pPr>
            <a:r>
              <a:rPr lang="en-US" sz="3200" b="1" dirty="0">
                <a:latin typeface="Times New Roman"/>
                <a:cs typeface="Times New Roman"/>
              </a:rPr>
              <a:t>    Program of Inspect(CO2)</a:t>
            </a:r>
          </a:p>
        </p:txBody>
      </p:sp>
      <p:pic>
        <p:nvPicPr>
          <p:cNvPr id="126984" name="Picture 1">
            <a:extLst>
              <a:ext uri="{FF2B5EF4-FFF2-40B4-BE49-F238E27FC236}">
                <a16:creationId xmlns:a16="http://schemas.microsoft.com/office/drawing/2014/main" id="{4D219079-9E47-4779-9468-ED2E8DEA186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055848" y="990600"/>
            <a:ext cx="5445484" cy="141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6985" name="Picture 5">
            <a:extLst>
              <a:ext uri="{FF2B5EF4-FFF2-40B4-BE49-F238E27FC236}">
                <a16:creationId xmlns:a16="http://schemas.microsoft.com/office/drawing/2014/main" id="{4977ACD8-D966-49A7-9EC0-C8BFF44EF7E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070225" y="2592388"/>
            <a:ext cx="4473575" cy="199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6986" name="Picture 6">
            <a:extLst>
              <a:ext uri="{FF2B5EF4-FFF2-40B4-BE49-F238E27FC236}">
                <a16:creationId xmlns:a16="http://schemas.microsoft.com/office/drawing/2014/main" id="{6288191C-2BBF-40E8-859E-4C4FA8588384}"/>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486400" y="4581525"/>
            <a:ext cx="4308475" cy="166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6984"/>
                                        </p:tgtEl>
                                        <p:attrNameLst>
                                          <p:attrName>style.visibility</p:attrName>
                                        </p:attrNameLst>
                                      </p:cBhvr>
                                      <p:to>
                                        <p:strVal val="visible"/>
                                      </p:to>
                                    </p:set>
                                    <p:anim calcmode="lin" valueType="num">
                                      <p:cBhvr additive="base">
                                        <p:cTn id="7" dur="500" fill="hold"/>
                                        <p:tgtEl>
                                          <p:spTgt spid="126984"/>
                                        </p:tgtEl>
                                        <p:attrNameLst>
                                          <p:attrName>ppt_x</p:attrName>
                                        </p:attrNameLst>
                                      </p:cBhvr>
                                      <p:tavLst>
                                        <p:tav tm="0">
                                          <p:val>
                                            <p:strVal val="#ppt_x"/>
                                          </p:val>
                                        </p:tav>
                                        <p:tav tm="100000">
                                          <p:val>
                                            <p:strVal val="#ppt_x"/>
                                          </p:val>
                                        </p:tav>
                                      </p:tavLst>
                                    </p:anim>
                                    <p:anim calcmode="lin" valueType="num">
                                      <p:cBhvr additive="base">
                                        <p:cTn id="8" dur="500" fill="hold"/>
                                        <p:tgtEl>
                                          <p:spTgt spid="12698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26985"/>
                                        </p:tgtEl>
                                        <p:attrNameLst>
                                          <p:attrName>style.visibility</p:attrName>
                                        </p:attrNameLst>
                                      </p:cBhvr>
                                      <p:to>
                                        <p:strVal val="visible"/>
                                      </p:to>
                                    </p:set>
                                    <p:anim calcmode="lin" valueType="num">
                                      <p:cBhvr additive="base">
                                        <p:cTn id="13" dur="500" fill="hold"/>
                                        <p:tgtEl>
                                          <p:spTgt spid="126985"/>
                                        </p:tgtEl>
                                        <p:attrNameLst>
                                          <p:attrName>ppt_x</p:attrName>
                                        </p:attrNameLst>
                                      </p:cBhvr>
                                      <p:tavLst>
                                        <p:tav tm="0">
                                          <p:val>
                                            <p:strVal val="#ppt_x"/>
                                          </p:val>
                                        </p:tav>
                                        <p:tav tm="100000">
                                          <p:val>
                                            <p:strVal val="#ppt_x"/>
                                          </p:val>
                                        </p:tav>
                                      </p:tavLst>
                                    </p:anim>
                                    <p:anim calcmode="lin" valueType="num">
                                      <p:cBhvr additive="base">
                                        <p:cTn id="14" dur="500" fill="hold"/>
                                        <p:tgtEl>
                                          <p:spTgt spid="12698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26986"/>
                                        </p:tgtEl>
                                        <p:attrNameLst>
                                          <p:attrName>style.visibility</p:attrName>
                                        </p:attrNameLst>
                                      </p:cBhvr>
                                      <p:to>
                                        <p:strVal val="visible"/>
                                      </p:to>
                                    </p:set>
                                    <p:anim calcmode="lin" valueType="num">
                                      <p:cBhvr additive="base">
                                        <p:cTn id="19" dur="500" fill="hold"/>
                                        <p:tgtEl>
                                          <p:spTgt spid="126986"/>
                                        </p:tgtEl>
                                        <p:attrNameLst>
                                          <p:attrName>ppt_x</p:attrName>
                                        </p:attrNameLst>
                                      </p:cBhvr>
                                      <p:tavLst>
                                        <p:tav tm="0">
                                          <p:val>
                                            <p:strVal val="#ppt_x"/>
                                          </p:val>
                                        </p:tav>
                                        <p:tav tm="100000">
                                          <p:val>
                                            <p:strVal val="#ppt_x"/>
                                          </p:val>
                                        </p:tav>
                                      </p:tavLst>
                                    </p:anim>
                                    <p:anim calcmode="lin" valueType="num">
                                      <p:cBhvr additive="base">
                                        <p:cTn id="20" dur="500" fill="hold"/>
                                        <p:tgtEl>
                                          <p:spTgt spid="12698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Content Placeholder 2">
            <a:extLst>
              <a:ext uri="{FF2B5EF4-FFF2-40B4-BE49-F238E27FC236}">
                <a16:creationId xmlns:a16="http://schemas.microsoft.com/office/drawing/2014/main" id="{5F6D939A-1A93-43AC-8E82-74AB663805D8}"/>
              </a:ext>
            </a:extLst>
          </p:cNvPr>
          <p:cNvSpPr>
            <a:spLocks noGrp="1"/>
          </p:cNvSpPr>
          <p:nvPr>
            <p:ph idx="1"/>
          </p:nvPr>
        </p:nvSpPr>
        <p:spPr>
          <a:xfrm>
            <a:off x="1700841" y="817563"/>
            <a:ext cx="10338759" cy="1513127"/>
          </a:xfrm>
        </p:spPr>
        <p:txBody>
          <a:bodyPr/>
          <a:lstStyle/>
          <a:p>
            <a:pPr algn="just"/>
            <a:r>
              <a:rPr lang="en-US" altLang="en-US" sz="2800" dirty="0">
                <a:latin typeface="Times New Roman"/>
                <a:cs typeface="Times New Roman"/>
              </a:rPr>
              <a:t>We'll now build a tool to introspect objects by leveraging the interesting techniques we've discussed and bring them together into a useful program. </a:t>
            </a:r>
            <a:endParaRPr lang="en-US" altLang="en-US" sz="2800" dirty="0">
              <a:latin typeface="Times New Roman" panose="02020603050405020304" pitchFamily="18" charset="0"/>
              <a:cs typeface="Times New Roman" panose="02020603050405020304" pitchFamily="18" charset="0"/>
            </a:endParaRPr>
          </a:p>
          <a:p>
            <a:pPr marL="0" indent="0" algn="just">
              <a:buNone/>
            </a:pPr>
            <a:endParaRPr lang="en-US" altLang="en-US" sz="280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4EB1AF6C-537A-4173-9F7D-C2B5EC3DC6DE}"/>
              </a:ext>
            </a:extLst>
          </p:cNvPr>
          <p:cNvSpPr>
            <a:spLocks noGrp="1"/>
          </p:cNvSpPr>
          <p:nvPr>
            <p:ph type="dt" sz="quarter" idx="10"/>
          </p:nvPr>
        </p:nvSpPr>
        <p:spPr/>
        <p:txBody>
          <a:bodyPr/>
          <a:lstStyle/>
          <a:p>
            <a:pPr>
              <a:defRPr/>
            </a:pPr>
            <a:fld id="{40CD059E-D14B-4C9C-99CD-979F9111D402}" type="datetime1">
              <a:rPr lang="en-US" smtClean="0"/>
              <a:pPr>
                <a:defRPr/>
              </a:pPr>
              <a:t>5/17/2022</a:t>
            </a:fld>
            <a:endParaRPr lang="en-US"/>
          </a:p>
        </p:txBody>
      </p:sp>
      <p:sp>
        <p:nvSpPr>
          <p:cNvPr id="5" name="Footer Placeholder 4">
            <a:extLst>
              <a:ext uri="{FF2B5EF4-FFF2-40B4-BE49-F238E27FC236}">
                <a16:creationId xmlns:a16="http://schemas.microsoft.com/office/drawing/2014/main" id="{146BDA57-02C1-4FB5-9E5C-5293919A734B}"/>
              </a:ext>
            </a:extLst>
          </p:cNvPr>
          <p:cNvSpPr>
            <a:spLocks noGrp="1"/>
          </p:cNvSpPr>
          <p:nvPr>
            <p:ph type="ftr" sz="quarter" idx="11"/>
          </p:nvPr>
        </p:nvSpPr>
        <p:spPr>
          <a:xfrm>
            <a:off x="2819400" y="6356350"/>
            <a:ext cx="7010400" cy="365125"/>
          </a:xfrm>
        </p:spPr>
        <p:txBody>
          <a:bodyPr/>
          <a:lstStyle/>
          <a:p>
            <a:pPr>
              <a:defRPr/>
            </a:pPr>
            <a:r>
              <a:rPr lang="en-US" dirty="0"/>
              <a:t>(Programming in Advanced Python)                                 Unit No:2</a:t>
            </a:r>
          </a:p>
        </p:txBody>
      </p:sp>
      <p:sp>
        <p:nvSpPr>
          <p:cNvPr id="128005" name="Slide Number Placeholder 5">
            <a:extLst>
              <a:ext uri="{FF2B5EF4-FFF2-40B4-BE49-F238E27FC236}">
                <a16:creationId xmlns:a16="http://schemas.microsoft.com/office/drawing/2014/main" id="{CC556D96-B5E3-415A-94DE-63D4A6F94070}"/>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92752DE3-0A26-494A-932D-8FA0B7AD448C}" type="slidenum">
              <a:rPr lang="en-US" altLang="en-US" sz="1200" dirty="0">
                <a:solidFill>
                  <a:srgbClr val="898989"/>
                </a:solidFill>
              </a:rPr>
              <a:pPr>
                <a:spcBef>
                  <a:spcPct val="0"/>
                </a:spcBef>
                <a:buFontTx/>
                <a:buNone/>
              </a:pPr>
              <a:t>167</a:t>
            </a:fld>
            <a:endParaRPr lang="en-US" altLang="en-US" sz="1200">
              <a:solidFill>
                <a:srgbClr val="898989"/>
              </a:solidFill>
            </a:endParaRPr>
          </a:p>
        </p:txBody>
      </p:sp>
      <p:sp>
        <p:nvSpPr>
          <p:cNvPr id="8" name="Title 1">
            <a:extLst>
              <a:ext uri="{FF2B5EF4-FFF2-40B4-BE49-F238E27FC236}">
                <a16:creationId xmlns:a16="http://schemas.microsoft.com/office/drawing/2014/main" id="{3AE00318-7B03-4D06-9EDB-1B8B4D079B97}"/>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a:defRPr/>
            </a:pPr>
            <a:r>
              <a:rPr lang="en-US" sz="3200" b="1" dirty="0">
                <a:latin typeface="Times New Roman" pitchFamily="18" charset="0"/>
                <a:cs typeface="Times New Roman" pitchFamily="18" charset="0"/>
              </a:rPr>
              <a:t>    </a:t>
            </a:r>
            <a:r>
              <a:rPr lang="en-IN" sz="3200" b="1" dirty="0">
                <a:latin typeface="Times New Roman" panose="02020603050405020304" pitchFamily="18" charset="0"/>
                <a:cs typeface="Times New Roman" panose="02020603050405020304" pitchFamily="18" charset="0"/>
              </a:rPr>
              <a:t>Introspect Tools(CO2)</a:t>
            </a:r>
            <a:endParaRPr lang="en-US" sz="4400" b="1"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56A3FFD8-2DBA-476D-B02B-987DDE3AAEFF}"/>
              </a:ext>
            </a:extLst>
          </p:cNvPr>
          <p:cNvSpPr txBox="1"/>
          <p:nvPr/>
        </p:nvSpPr>
        <p:spPr>
          <a:xfrm>
            <a:off x="1705155" y="2395268"/>
            <a:ext cx="10147539" cy="171739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just">
              <a:spcBef>
                <a:spcPct val="20000"/>
              </a:spcBef>
              <a:buFont typeface="Arial"/>
              <a:buChar char="•"/>
            </a:pPr>
            <a:r>
              <a:rPr lang="en-US" sz="2800" dirty="0">
                <a:latin typeface="Times New Roman"/>
                <a:cs typeface="Times New Roman"/>
              </a:rPr>
              <a:t>Our objective is to create a function, which when passed a single object prints out a nicely formatted dump of that object's attributes with rather more clarity. </a:t>
            </a:r>
            <a:endParaRPr lang="en-US" sz="2800" dirty="0">
              <a:latin typeface="Arial"/>
              <a:cs typeface="Arial"/>
            </a:endParaRPr>
          </a:p>
          <a:p>
            <a:pPr algn="just">
              <a:spcBef>
                <a:spcPct val="20000"/>
              </a:spcBef>
            </a:pPr>
            <a:endParaRPr lang="en-US">
              <a:latin typeface="Times New Roman"/>
              <a:cs typeface="Times New Roman"/>
            </a:endParaRPr>
          </a:p>
        </p:txBody>
      </p:sp>
      <p:sp>
        <p:nvSpPr>
          <p:cNvPr id="3" name="TextBox 2">
            <a:extLst>
              <a:ext uri="{FF2B5EF4-FFF2-40B4-BE49-F238E27FC236}">
                <a16:creationId xmlns:a16="http://schemas.microsoft.com/office/drawing/2014/main" id="{4D49FD99-340D-4D44-971D-2483A3181909}"/>
              </a:ext>
            </a:extLst>
          </p:cNvPr>
          <p:cNvSpPr txBox="1"/>
          <p:nvPr/>
        </p:nvSpPr>
        <p:spPr>
          <a:xfrm>
            <a:off x="1704257" y="4019010"/>
            <a:ext cx="10147538" cy="181588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just">
              <a:spcBef>
                <a:spcPct val="20000"/>
              </a:spcBef>
              <a:buFont typeface="Arial,Sans-Serif"/>
              <a:buChar char="•"/>
            </a:pPr>
            <a:r>
              <a:rPr lang="en-US" sz="2800" dirty="0">
                <a:latin typeface="Times New Roman"/>
                <a:cs typeface="Times New Roman"/>
              </a:rPr>
              <a:t>This is a small tool that we are going to create and the main use case of this tool is to help us identify a different aspect of the objects with respect to its type, methods, attributes, and documentation. </a:t>
            </a:r>
            <a:endParaRPr lang="en-US" sz="2800" dirty="0">
              <a:latin typeface="Arial"/>
              <a:cs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8002"/>
                                        </p:tgtEl>
                                        <p:attrNameLst>
                                          <p:attrName>style.visibility</p:attrName>
                                        </p:attrNameLst>
                                      </p:cBhvr>
                                      <p:to>
                                        <p:strVal val="visible"/>
                                      </p:to>
                                    </p:set>
                                    <p:anim calcmode="lin" valueType="num">
                                      <p:cBhvr additive="base">
                                        <p:cTn id="7" dur="500" fill="hold"/>
                                        <p:tgtEl>
                                          <p:spTgt spid="128002"/>
                                        </p:tgtEl>
                                        <p:attrNameLst>
                                          <p:attrName>ppt_x</p:attrName>
                                        </p:attrNameLst>
                                      </p:cBhvr>
                                      <p:tavLst>
                                        <p:tav tm="0">
                                          <p:val>
                                            <p:strVal val="#ppt_x"/>
                                          </p:val>
                                        </p:tav>
                                        <p:tav tm="100000">
                                          <p:val>
                                            <p:strVal val="#ppt_x"/>
                                          </p:val>
                                        </p:tav>
                                      </p:tavLst>
                                    </p:anim>
                                    <p:anim calcmode="lin" valueType="num">
                                      <p:cBhvr additive="base">
                                        <p:cTn id="8" dur="500" fill="hold"/>
                                        <p:tgtEl>
                                          <p:spTgt spid="12800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ppt_x"/>
                                          </p:val>
                                        </p:tav>
                                        <p:tav tm="100000">
                                          <p:val>
                                            <p:strVal val="#ppt_x"/>
                                          </p:val>
                                        </p:tav>
                                      </p:tavLst>
                                    </p:anim>
                                    <p:anim calcmode="lin" valueType="num">
                                      <p:cBhvr additive="base">
                                        <p:cTn id="2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002" grpId="0"/>
      <p:bldP spid="2" grpId="0"/>
      <p:bldP spid="3" grpId="0"/>
    </p:bld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Content Placeholder 2">
            <a:extLst>
              <a:ext uri="{FF2B5EF4-FFF2-40B4-BE49-F238E27FC236}">
                <a16:creationId xmlns:a16="http://schemas.microsoft.com/office/drawing/2014/main" id="{F887613C-FF71-439A-AB4E-C8C419C5146A}"/>
              </a:ext>
            </a:extLst>
          </p:cNvPr>
          <p:cNvSpPr>
            <a:spLocks noGrp="1"/>
          </p:cNvSpPr>
          <p:nvPr>
            <p:ph idx="1"/>
          </p:nvPr>
        </p:nvSpPr>
        <p:spPr>
          <a:xfrm>
            <a:off x="1585823" y="769189"/>
            <a:ext cx="10363200" cy="4953000"/>
          </a:xfrm>
        </p:spPr>
        <p:txBody>
          <a:bodyPr/>
          <a:lstStyle/>
          <a:p>
            <a:pPr marL="0" indent="0">
              <a:buNone/>
            </a:pPr>
            <a:r>
              <a:rPr lang="en-US" altLang="en-US" sz="2400" dirty="0">
                <a:latin typeface="Times New Roman"/>
                <a:cs typeface="Calibri"/>
              </a:rPr>
              <a:t>Q1. </a:t>
            </a:r>
            <a:r>
              <a:rPr lang="en-US" sz="2400" dirty="0">
                <a:latin typeface="Times New Roman"/>
                <a:cs typeface="Calibri"/>
              </a:rPr>
              <a:t>Python provides some built-in functions that are used for code introspection.           Explain them with examples.</a:t>
            </a:r>
            <a:endParaRPr lang="en-US" altLang="en-US" sz="2400">
              <a:latin typeface="Times New Roman"/>
              <a:cs typeface="Calibri"/>
            </a:endParaRPr>
          </a:p>
          <a:p>
            <a:pPr marL="0" indent="0" algn="just">
              <a:buNone/>
            </a:pPr>
            <a:r>
              <a:rPr lang="en-US" sz="2400" dirty="0">
                <a:latin typeface="Times New Roman"/>
                <a:cs typeface="Calibri"/>
              </a:rPr>
              <a:t>Q2. Write short note on following functions:</a:t>
            </a:r>
            <a:endParaRPr lang="en-US" sz="2400">
              <a:latin typeface="Times New Roman"/>
              <a:cs typeface="Times New Roman"/>
            </a:endParaRPr>
          </a:p>
          <a:p>
            <a:pPr marL="0" indent="0" algn="just">
              <a:buNone/>
            </a:pPr>
            <a:r>
              <a:rPr lang="en-US" sz="2400" dirty="0">
                <a:latin typeface="Times New Roman"/>
                <a:cs typeface="Calibri"/>
              </a:rPr>
              <a:t>    Type()</a:t>
            </a:r>
            <a:endParaRPr lang="en-US" sz="2400">
              <a:latin typeface="Times New Roman"/>
              <a:cs typeface="Times New Roman"/>
            </a:endParaRPr>
          </a:p>
          <a:p>
            <a:pPr marL="0" indent="0" algn="just">
              <a:buNone/>
            </a:pPr>
            <a:r>
              <a:rPr lang="en-US" sz="2400" dirty="0">
                <a:latin typeface="Times New Roman"/>
                <a:cs typeface="Calibri"/>
              </a:rPr>
              <a:t>     Dir()</a:t>
            </a:r>
            <a:endParaRPr lang="en-US" sz="2400">
              <a:latin typeface="Times New Roman"/>
              <a:cs typeface="Times New Roman"/>
            </a:endParaRPr>
          </a:p>
          <a:p>
            <a:pPr marL="0" indent="0" algn="just">
              <a:buNone/>
            </a:pPr>
            <a:r>
              <a:rPr lang="en-US" sz="2400" dirty="0">
                <a:latin typeface="Times New Roman"/>
                <a:cs typeface="Calibri"/>
              </a:rPr>
              <a:t>     Str() </a:t>
            </a:r>
            <a:endParaRPr lang="en-US" sz="2400">
              <a:latin typeface="Times New Roman"/>
              <a:cs typeface="Times New Roman"/>
            </a:endParaRPr>
          </a:p>
          <a:p>
            <a:pPr marL="0" indent="0" algn="just">
              <a:buNone/>
            </a:pPr>
            <a:r>
              <a:rPr lang="en-US" sz="2400" dirty="0">
                <a:latin typeface="Times New Roman"/>
                <a:cs typeface="Calibri"/>
              </a:rPr>
              <a:t>Q3. What are methods of code introspection? Explain.</a:t>
            </a:r>
            <a:endParaRPr lang="en-US" sz="2400">
              <a:latin typeface="Times New Roman"/>
              <a:cs typeface="Times New Roman"/>
            </a:endParaRPr>
          </a:p>
          <a:p>
            <a:pPr marL="0" indent="0" algn="just">
              <a:buNone/>
            </a:pPr>
            <a:r>
              <a:rPr lang="en-US" sz="2400" dirty="0">
                <a:latin typeface="Times New Roman"/>
                <a:cs typeface="Calibri"/>
              </a:rPr>
              <a:t>Q4. What does </a:t>
            </a:r>
            <a:r>
              <a:rPr lang="en-US" sz="2400" dirty="0" err="1">
                <a:latin typeface="Times New Roman"/>
                <a:cs typeface="Calibri"/>
              </a:rPr>
              <a:t>isinstance</a:t>
            </a:r>
            <a:r>
              <a:rPr lang="en-US" sz="2400" dirty="0">
                <a:latin typeface="Times New Roman"/>
                <a:cs typeface="Calibri"/>
              </a:rPr>
              <a:t>() and </a:t>
            </a:r>
            <a:r>
              <a:rPr lang="en-US" sz="2400" dirty="0" err="1">
                <a:latin typeface="Times New Roman"/>
                <a:cs typeface="Calibri"/>
              </a:rPr>
              <a:t>issubclass</a:t>
            </a:r>
            <a:r>
              <a:rPr lang="en-US" sz="2400" dirty="0">
                <a:latin typeface="Times New Roman"/>
                <a:cs typeface="Calibri"/>
              </a:rPr>
              <a:t>() describes?</a:t>
            </a:r>
            <a:endParaRPr lang="en-US" sz="2400">
              <a:latin typeface="Times New Roman"/>
              <a:cs typeface="Times New Roman"/>
            </a:endParaRPr>
          </a:p>
          <a:p>
            <a:pPr marL="0" indent="0" algn="just">
              <a:buNone/>
            </a:pPr>
            <a:r>
              <a:rPr lang="en-US" sz="2400" dirty="0">
                <a:latin typeface="Times New Roman"/>
                <a:cs typeface="Calibri"/>
              </a:rPr>
              <a:t>Q5. What does </a:t>
            </a:r>
            <a:r>
              <a:rPr lang="en-US" sz="2400" dirty="0" err="1">
                <a:latin typeface="Times New Roman"/>
                <a:cs typeface="Calibri"/>
              </a:rPr>
              <a:t>getattr</a:t>
            </a:r>
            <a:r>
              <a:rPr lang="en-US" sz="2400" dirty="0">
                <a:latin typeface="Times New Roman"/>
                <a:cs typeface="Calibri"/>
              </a:rPr>
              <a:t>() and </a:t>
            </a:r>
            <a:r>
              <a:rPr lang="en-US" sz="2400" dirty="0" err="1">
                <a:latin typeface="Times New Roman"/>
                <a:cs typeface="Calibri"/>
              </a:rPr>
              <a:t>hasattr</a:t>
            </a:r>
            <a:r>
              <a:rPr lang="en-US" sz="2400" dirty="0">
                <a:latin typeface="Times New Roman"/>
                <a:cs typeface="Calibri"/>
              </a:rPr>
              <a:t>() method are used for?</a:t>
            </a:r>
            <a:endParaRPr lang="en-US" sz="2400" dirty="0">
              <a:latin typeface="Times New Roman"/>
              <a:cs typeface="Times New Roman"/>
            </a:endParaRPr>
          </a:p>
        </p:txBody>
      </p:sp>
      <p:sp>
        <p:nvSpPr>
          <p:cNvPr id="4" name="Date Placeholder 3">
            <a:extLst>
              <a:ext uri="{FF2B5EF4-FFF2-40B4-BE49-F238E27FC236}">
                <a16:creationId xmlns:a16="http://schemas.microsoft.com/office/drawing/2014/main" id="{A09CBA80-32AA-45B9-B432-E67F0849BC69}"/>
              </a:ext>
            </a:extLst>
          </p:cNvPr>
          <p:cNvSpPr>
            <a:spLocks noGrp="1"/>
          </p:cNvSpPr>
          <p:nvPr>
            <p:ph type="dt" sz="quarter" idx="10"/>
          </p:nvPr>
        </p:nvSpPr>
        <p:spPr/>
        <p:txBody>
          <a:bodyPr/>
          <a:lstStyle/>
          <a:p>
            <a:pPr>
              <a:defRPr/>
            </a:pPr>
            <a:fld id="{9950C045-6D22-47BE-884B-54B0FA8EF6D1}" type="datetime1">
              <a:rPr lang="en-US" smtClean="0"/>
              <a:pPr>
                <a:defRPr/>
              </a:pPr>
              <a:t>5/17/2022</a:t>
            </a:fld>
            <a:endParaRPr lang="en-US"/>
          </a:p>
        </p:txBody>
      </p:sp>
      <p:sp>
        <p:nvSpPr>
          <p:cNvPr id="5" name="Footer Placeholder 4">
            <a:extLst>
              <a:ext uri="{FF2B5EF4-FFF2-40B4-BE49-F238E27FC236}">
                <a16:creationId xmlns:a16="http://schemas.microsoft.com/office/drawing/2014/main" id="{9EEA95B2-B87A-49F9-98C7-D8D546BC90C6}"/>
              </a:ext>
            </a:extLst>
          </p:cNvPr>
          <p:cNvSpPr>
            <a:spLocks noGrp="1"/>
          </p:cNvSpPr>
          <p:nvPr>
            <p:ph type="ftr" sz="quarter" idx="11"/>
          </p:nvPr>
        </p:nvSpPr>
        <p:spPr>
          <a:xfrm>
            <a:off x="2895600" y="6356350"/>
            <a:ext cx="6934200" cy="365125"/>
          </a:xfrm>
        </p:spPr>
        <p:txBody>
          <a:bodyPr/>
          <a:lstStyle/>
          <a:p>
            <a:pPr>
              <a:defRPr/>
            </a:pPr>
            <a:r>
              <a:rPr lang="en-US" dirty="0"/>
              <a:t>(Programming in Advanced Python)                                 Unit No:2</a:t>
            </a:r>
          </a:p>
        </p:txBody>
      </p:sp>
      <p:sp>
        <p:nvSpPr>
          <p:cNvPr id="130053" name="Slide Number Placeholder 5">
            <a:extLst>
              <a:ext uri="{FF2B5EF4-FFF2-40B4-BE49-F238E27FC236}">
                <a16:creationId xmlns:a16="http://schemas.microsoft.com/office/drawing/2014/main" id="{9DCE061D-D444-43AF-8632-FB5B1EFE6FCF}"/>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CE82BBC4-2A9C-41D0-A45F-A80A3C16353D}" type="slidenum">
              <a:rPr lang="en-US" altLang="en-US" sz="1200" dirty="0">
                <a:solidFill>
                  <a:srgbClr val="898989"/>
                </a:solidFill>
              </a:rPr>
              <a:pPr>
                <a:spcBef>
                  <a:spcPct val="0"/>
                </a:spcBef>
                <a:buFontTx/>
                <a:buNone/>
              </a:pPr>
              <a:t>168</a:t>
            </a:fld>
            <a:endParaRPr lang="en-US" altLang="en-US" sz="1200">
              <a:solidFill>
                <a:srgbClr val="898989"/>
              </a:solidFill>
            </a:endParaRPr>
          </a:p>
        </p:txBody>
      </p:sp>
      <p:sp>
        <p:nvSpPr>
          <p:cNvPr id="7" name="Title 1">
            <a:extLst>
              <a:ext uri="{FF2B5EF4-FFF2-40B4-BE49-F238E27FC236}">
                <a16:creationId xmlns:a16="http://schemas.microsoft.com/office/drawing/2014/main" id="{65434811-ED37-4575-A321-C4859EAC1178}"/>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US" sz="3200" b="1" dirty="0">
                <a:latin typeface="Times New Roman" panose="02020603050405020304" pitchFamily="18" charset="0"/>
                <a:cs typeface="Times New Roman" panose="02020603050405020304" pitchFamily="18" charset="0"/>
              </a:rPr>
              <a:t>Weekly Assignment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6386">
                                            <p:txEl>
                                              <p:pRg st="0" end="0"/>
                                            </p:txEl>
                                          </p:spTgt>
                                        </p:tgtEl>
                                        <p:attrNameLst>
                                          <p:attrName>style.visibility</p:attrName>
                                        </p:attrNameLst>
                                      </p:cBhvr>
                                      <p:to>
                                        <p:strVal val="visible"/>
                                      </p:to>
                                    </p:set>
                                    <p:animEffect transition="in" filter="blinds(horizontal)">
                                      <p:cBhvr>
                                        <p:cTn id="7" dur="500"/>
                                        <p:tgtEl>
                                          <p:spTgt spid="1638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6386">
                                            <p:txEl>
                                              <p:pRg st="1" end="1"/>
                                            </p:txEl>
                                          </p:spTgt>
                                        </p:tgtEl>
                                        <p:attrNameLst>
                                          <p:attrName>style.visibility</p:attrName>
                                        </p:attrNameLst>
                                      </p:cBhvr>
                                      <p:to>
                                        <p:strVal val="visible"/>
                                      </p:to>
                                    </p:set>
                                    <p:animEffect transition="in" filter="blinds(horizontal)">
                                      <p:cBhvr>
                                        <p:cTn id="12" dur="500"/>
                                        <p:tgtEl>
                                          <p:spTgt spid="1638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6386">
                                            <p:txEl>
                                              <p:pRg st="2" end="2"/>
                                            </p:txEl>
                                          </p:spTgt>
                                        </p:tgtEl>
                                        <p:attrNameLst>
                                          <p:attrName>style.visibility</p:attrName>
                                        </p:attrNameLst>
                                      </p:cBhvr>
                                      <p:to>
                                        <p:strVal val="visible"/>
                                      </p:to>
                                    </p:set>
                                    <p:animEffect transition="in" filter="blinds(horizontal)">
                                      <p:cBhvr>
                                        <p:cTn id="17" dur="500"/>
                                        <p:tgtEl>
                                          <p:spTgt spid="1638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6386">
                                            <p:txEl>
                                              <p:pRg st="3" end="3"/>
                                            </p:txEl>
                                          </p:spTgt>
                                        </p:tgtEl>
                                        <p:attrNameLst>
                                          <p:attrName>style.visibility</p:attrName>
                                        </p:attrNameLst>
                                      </p:cBhvr>
                                      <p:to>
                                        <p:strVal val="visible"/>
                                      </p:to>
                                    </p:set>
                                    <p:animEffect transition="in" filter="blinds(horizontal)">
                                      <p:cBhvr>
                                        <p:cTn id="22" dur="500"/>
                                        <p:tgtEl>
                                          <p:spTgt spid="1638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6386">
                                            <p:txEl>
                                              <p:pRg st="4" end="4"/>
                                            </p:txEl>
                                          </p:spTgt>
                                        </p:tgtEl>
                                        <p:attrNameLst>
                                          <p:attrName>style.visibility</p:attrName>
                                        </p:attrNameLst>
                                      </p:cBhvr>
                                      <p:to>
                                        <p:strVal val="visible"/>
                                      </p:to>
                                    </p:set>
                                    <p:animEffect transition="in" filter="blinds(horizontal)">
                                      <p:cBhvr>
                                        <p:cTn id="27" dur="500"/>
                                        <p:tgtEl>
                                          <p:spTgt spid="16386">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6386">
                                            <p:txEl>
                                              <p:pRg st="5" end="5"/>
                                            </p:txEl>
                                          </p:spTgt>
                                        </p:tgtEl>
                                        <p:attrNameLst>
                                          <p:attrName>style.visibility</p:attrName>
                                        </p:attrNameLst>
                                      </p:cBhvr>
                                      <p:to>
                                        <p:strVal val="visible"/>
                                      </p:to>
                                    </p:set>
                                    <p:animEffect transition="in" filter="blinds(horizontal)">
                                      <p:cBhvr>
                                        <p:cTn id="32" dur="500"/>
                                        <p:tgtEl>
                                          <p:spTgt spid="16386">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6386">
                                            <p:txEl>
                                              <p:pRg st="6" end="6"/>
                                            </p:txEl>
                                          </p:spTgt>
                                        </p:tgtEl>
                                        <p:attrNameLst>
                                          <p:attrName>style.visibility</p:attrName>
                                        </p:attrNameLst>
                                      </p:cBhvr>
                                      <p:to>
                                        <p:strVal val="visible"/>
                                      </p:to>
                                    </p:set>
                                    <p:animEffect transition="in" filter="blinds(horizontal)">
                                      <p:cBhvr>
                                        <p:cTn id="37" dur="500"/>
                                        <p:tgtEl>
                                          <p:spTgt spid="16386">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6386">
                                            <p:txEl>
                                              <p:pRg st="7" end="7"/>
                                            </p:txEl>
                                          </p:spTgt>
                                        </p:tgtEl>
                                        <p:attrNameLst>
                                          <p:attrName>style.visibility</p:attrName>
                                        </p:attrNameLst>
                                      </p:cBhvr>
                                      <p:to>
                                        <p:strVal val="visible"/>
                                      </p:to>
                                    </p:set>
                                    <p:animEffect transition="in" filter="blinds(horizontal)">
                                      <p:cBhvr>
                                        <p:cTn id="42" dur="500"/>
                                        <p:tgtEl>
                                          <p:spTgt spid="16386">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6" grpId="0" build="p"/>
    </p:bld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Content Placeholder 2">
            <a:extLst>
              <a:ext uri="{FF2B5EF4-FFF2-40B4-BE49-F238E27FC236}">
                <a16:creationId xmlns:a16="http://schemas.microsoft.com/office/drawing/2014/main" id="{34DC4AD4-8911-40D1-979C-E7DCE68EF56D}"/>
              </a:ext>
            </a:extLst>
          </p:cNvPr>
          <p:cNvSpPr>
            <a:spLocks noGrp="1"/>
          </p:cNvSpPr>
          <p:nvPr>
            <p:ph idx="1"/>
          </p:nvPr>
        </p:nvSpPr>
        <p:spPr>
          <a:xfrm>
            <a:off x="1522563" y="2551981"/>
            <a:ext cx="10742761" cy="2809965"/>
          </a:xfrm>
        </p:spPr>
        <p:txBody>
          <a:bodyPr/>
          <a:lstStyle/>
          <a:p>
            <a:pPr marL="0" indent="0" eaLnBrk="1" hangingPunct="1">
              <a:buNone/>
            </a:pPr>
            <a:r>
              <a:rPr lang="en-IN" sz="2400">
                <a:latin typeface="Times New Roman"/>
                <a:ea typeface="+mn-lt"/>
                <a:cs typeface="+mn-lt"/>
              </a:rPr>
              <a:t>               </a:t>
            </a:r>
            <a:r>
              <a:rPr lang="en-IN" sz="2400">
                <a:solidFill>
                  <a:srgbClr val="002060"/>
                </a:solidFill>
                <a:latin typeface="Times New Roman"/>
                <a:ea typeface="+mn-lt"/>
                <a:cs typeface="+mn-lt"/>
              </a:rPr>
              <a:t>                 </a:t>
            </a:r>
            <a:endParaRPr lang="en-IN" sz="2400">
              <a:solidFill>
                <a:srgbClr val="7030A0"/>
              </a:solidFill>
              <a:latin typeface="Times New Roman"/>
              <a:cs typeface="Calibri"/>
            </a:endParaRPr>
          </a:p>
          <a:p>
            <a:pPr marL="0" indent="0">
              <a:buNone/>
            </a:pPr>
            <a:r>
              <a:rPr lang="en-IN" sz="2400">
                <a:latin typeface="Times New Roman"/>
                <a:ea typeface="+mn-lt"/>
                <a:cs typeface="+mn-lt"/>
              </a:rPr>
              <a:t>                     </a:t>
            </a:r>
            <a:r>
              <a:rPr lang="en-IN" sz="2400">
                <a:solidFill>
                  <a:srgbClr val="7030A0"/>
                </a:solidFill>
                <a:latin typeface="Times New Roman"/>
                <a:ea typeface="+mn-lt"/>
                <a:cs typeface="+mn-lt"/>
              </a:rPr>
              <a:t>   </a:t>
            </a:r>
            <a:endParaRPr lang="en-IN" sz="2400">
              <a:solidFill>
                <a:srgbClr val="7030A0"/>
              </a:solidFill>
              <a:latin typeface="Times New Roman"/>
              <a:cs typeface="Calibri"/>
            </a:endParaRPr>
          </a:p>
          <a:p>
            <a:pPr marL="0" indent="0">
              <a:buNone/>
            </a:pPr>
            <a:endParaRPr lang="en-IN" sz="2400">
              <a:latin typeface="Times New Roman"/>
              <a:ea typeface="+mn-lt"/>
              <a:cs typeface="+mn-lt"/>
            </a:endParaRPr>
          </a:p>
          <a:p>
            <a:pPr marL="0" indent="0">
              <a:buNone/>
            </a:pPr>
            <a:r>
              <a:rPr lang="en-IN" sz="2400">
                <a:latin typeface="Times New Roman"/>
                <a:ea typeface="+mn-lt"/>
                <a:cs typeface="+mn-lt"/>
              </a:rPr>
              <a:t>                                                     </a:t>
            </a:r>
            <a:endParaRPr lang="en-IN" sz="2400">
              <a:solidFill>
                <a:srgbClr val="7030A0"/>
              </a:solidFill>
              <a:latin typeface="Times New Roman"/>
              <a:cs typeface="Calibri"/>
            </a:endParaRPr>
          </a:p>
          <a:p>
            <a:endParaRPr lang="en-US" altLang="en-US" sz="2800">
              <a:solidFill>
                <a:srgbClr val="FF0000"/>
              </a:solidFill>
              <a:latin typeface="Times New Roman"/>
              <a:cs typeface="Times New Roman"/>
            </a:endParaRPr>
          </a:p>
        </p:txBody>
      </p:sp>
      <p:sp>
        <p:nvSpPr>
          <p:cNvPr id="4" name="Date Placeholder 3">
            <a:extLst>
              <a:ext uri="{FF2B5EF4-FFF2-40B4-BE49-F238E27FC236}">
                <a16:creationId xmlns:a16="http://schemas.microsoft.com/office/drawing/2014/main" id="{4FE2B60F-5CFC-44D0-98C6-349A59426BCD}"/>
              </a:ext>
            </a:extLst>
          </p:cNvPr>
          <p:cNvSpPr>
            <a:spLocks noGrp="1"/>
          </p:cNvSpPr>
          <p:nvPr>
            <p:ph type="dt" sz="quarter" idx="10"/>
          </p:nvPr>
        </p:nvSpPr>
        <p:spPr/>
        <p:txBody>
          <a:bodyPr/>
          <a:lstStyle/>
          <a:p>
            <a:pPr>
              <a:defRPr/>
            </a:pPr>
            <a:fld id="{BF6636A0-C1C2-4597-BD82-1AC12610F01E}" type="datetime1">
              <a:rPr lang="en-US" smtClean="0"/>
              <a:pPr>
                <a:defRPr/>
              </a:pPr>
              <a:t>5/17/2022</a:t>
            </a:fld>
            <a:endParaRPr lang="en-US"/>
          </a:p>
        </p:txBody>
      </p:sp>
      <p:sp>
        <p:nvSpPr>
          <p:cNvPr id="5" name="Footer Placeholder 4">
            <a:extLst>
              <a:ext uri="{FF2B5EF4-FFF2-40B4-BE49-F238E27FC236}">
                <a16:creationId xmlns:a16="http://schemas.microsoft.com/office/drawing/2014/main" id="{712BC9EF-BEE0-4253-BA55-BC7A6ACABC94}"/>
              </a:ext>
            </a:extLst>
          </p:cNvPr>
          <p:cNvSpPr>
            <a:spLocks noGrp="1"/>
          </p:cNvSpPr>
          <p:nvPr>
            <p:ph type="ftr" sz="quarter" idx="11"/>
          </p:nvPr>
        </p:nvSpPr>
        <p:spPr>
          <a:xfrm>
            <a:off x="2895600" y="6324600"/>
            <a:ext cx="6858000" cy="365125"/>
          </a:xfrm>
        </p:spPr>
        <p:txBody>
          <a:bodyPr/>
          <a:lstStyle/>
          <a:p>
            <a:pPr>
              <a:defRPr/>
            </a:pPr>
            <a:r>
              <a:rPr lang="en-US" dirty="0"/>
              <a:t>(Programming in Advanced Python)                                 Unit No:2</a:t>
            </a:r>
          </a:p>
        </p:txBody>
      </p:sp>
      <p:sp>
        <p:nvSpPr>
          <p:cNvPr id="131077" name="Slide Number Placeholder 5">
            <a:extLst>
              <a:ext uri="{FF2B5EF4-FFF2-40B4-BE49-F238E27FC236}">
                <a16:creationId xmlns:a16="http://schemas.microsoft.com/office/drawing/2014/main" id="{A083C896-6631-4149-9CDE-BB31C5591F3B}"/>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B797D3D3-A2E2-474E-841E-4A887ADF5982}" type="slidenum">
              <a:rPr lang="en-US" altLang="en-US" sz="1200" dirty="0">
                <a:solidFill>
                  <a:srgbClr val="898989"/>
                </a:solidFill>
              </a:rPr>
              <a:pPr>
                <a:spcBef>
                  <a:spcPct val="0"/>
                </a:spcBef>
                <a:buFontTx/>
                <a:buNone/>
              </a:pPr>
              <a:t>169</a:t>
            </a:fld>
            <a:endParaRPr lang="en-US" altLang="en-US" sz="1200">
              <a:solidFill>
                <a:srgbClr val="898989"/>
              </a:solidFill>
            </a:endParaRPr>
          </a:p>
        </p:txBody>
      </p:sp>
      <p:sp>
        <p:nvSpPr>
          <p:cNvPr id="7" name="Title 1">
            <a:extLst>
              <a:ext uri="{FF2B5EF4-FFF2-40B4-BE49-F238E27FC236}">
                <a16:creationId xmlns:a16="http://schemas.microsoft.com/office/drawing/2014/main" id="{0DB01F3A-6A60-44F0-A000-C634615DE228}"/>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lIns="91440" tIns="45720" rIns="91440" bIns="45720" anchor="ctr"/>
          <a:lstStyle/>
          <a:p>
            <a:pPr algn="ctr" eaLnBrk="1" fontAlgn="auto" hangingPunct="1">
              <a:spcAft>
                <a:spcPts val="0"/>
              </a:spcAft>
              <a:defRPr/>
            </a:pPr>
            <a:endParaRPr lang="en-US" sz="3200" b="1">
              <a:latin typeface="Times New Roman"/>
              <a:cs typeface="Times New Roman"/>
            </a:endParaRPr>
          </a:p>
          <a:p>
            <a:pPr algn="ctr">
              <a:spcAft>
                <a:spcPts val="0"/>
              </a:spcAft>
              <a:defRPr/>
            </a:pPr>
            <a:r>
              <a:rPr lang="en-US" sz="3200" b="1" dirty="0">
                <a:latin typeface="Times New Roman"/>
                <a:cs typeface="Times New Roman"/>
              </a:rPr>
              <a:t>MCQs</a:t>
            </a:r>
            <a:endParaRPr lang="en-US" dirty="0"/>
          </a:p>
          <a:p>
            <a:pPr algn="ctr">
              <a:spcAft>
                <a:spcPts val="0"/>
              </a:spcAft>
              <a:defRPr/>
            </a:pPr>
            <a:endParaRPr lang="en-US" sz="3200" b="1">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919215F8-3743-4AC1-B333-791905C55EA9}"/>
              </a:ext>
            </a:extLst>
          </p:cNvPr>
          <p:cNvSpPr txBox="1"/>
          <p:nvPr/>
        </p:nvSpPr>
        <p:spPr>
          <a:xfrm>
            <a:off x="1604513" y="770627"/>
            <a:ext cx="9342407" cy="19389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sz="2400" dirty="0">
                <a:latin typeface="Times New Roman"/>
                <a:cs typeface="Times New Roman"/>
              </a:rPr>
              <a:t>1. Which is not introspection method?</a:t>
            </a:r>
            <a:br>
              <a:rPr lang="en-IN" sz="2400">
                <a:latin typeface="Times New Roman"/>
                <a:cs typeface="Times New Roman"/>
              </a:rPr>
            </a:br>
            <a:r>
              <a:rPr lang="en-IN" sz="2400" dirty="0">
                <a:latin typeface="Times New Roman"/>
                <a:cs typeface="Times New Roman"/>
              </a:rPr>
              <a:t>a) help()</a:t>
            </a:r>
            <a:br>
              <a:rPr lang="en-IN" sz="2400">
                <a:latin typeface="Times New Roman"/>
                <a:cs typeface="Times New Roman"/>
              </a:rPr>
            </a:br>
            <a:r>
              <a:rPr lang="en-IN" sz="2400" dirty="0">
                <a:latin typeface="Times New Roman"/>
                <a:cs typeface="Times New Roman"/>
              </a:rPr>
              <a:t>b) sys()</a:t>
            </a:r>
            <a:br>
              <a:rPr lang="en-IN" sz="2400">
                <a:latin typeface="Times New Roman"/>
                <a:cs typeface="Times New Roman"/>
              </a:rPr>
            </a:br>
            <a:r>
              <a:rPr lang="en-IN" sz="2400" dirty="0">
                <a:latin typeface="Times New Roman"/>
                <a:cs typeface="Times New Roman"/>
              </a:rPr>
              <a:t>c) </a:t>
            </a:r>
            <a:r>
              <a:rPr lang="en-IN" sz="2400" dirty="0" err="1">
                <a:latin typeface="Times New Roman"/>
                <a:cs typeface="Times New Roman"/>
              </a:rPr>
              <a:t>repr</a:t>
            </a:r>
            <a:r>
              <a:rPr lang="en-IN" sz="2400" dirty="0">
                <a:latin typeface="Times New Roman"/>
                <a:cs typeface="Times New Roman"/>
              </a:rPr>
              <a:t>()</a:t>
            </a:r>
            <a:br>
              <a:rPr lang="en-IN" sz="2400">
                <a:latin typeface="Times New Roman"/>
                <a:cs typeface="Times New Roman"/>
              </a:rPr>
            </a:br>
            <a:r>
              <a:rPr lang="en-IN" sz="2400" dirty="0">
                <a:latin typeface="Times New Roman"/>
                <a:cs typeface="Times New Roman"/>
              </a:rPr>
              <a:t>d) remove()</a:t>
            </a:r>
            <a:endParaRPr lang="en-US" sz="2400" dirty="0">
              <a:latin typeface="Arial"/>
              <a:cs typeface="Arial"/>
            </a:endParaRPr>
          </a:p>
        </p:txBody>
      </p:sp>
      <p:sp>
        <p:nvSpPr>
          <p:cNvPr id="3" name="TextBox 2">
            <a:extLst>
              <a:ext uri="{FF2B5EF4-FFF2-40B4-BE49-F238E27FC236}">
                <a16:creationId xmlns:a16="http://schemas.microsoft.com/office/drawing/2014/main" id="{92654053-2103-4C8B-A8CC-4355967ADBEC}"/>
              </a:ext>
            </a:extLst>
          </p:cNvPr>
          <p:cNvSpPr txBox="1"/>
          <p:nvPr/>
        </p:nvSpPr>
        <p:spPr>
          <a:xfrm>
            <a:off x="8289086" y="1819275"/>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dirty="0">
                <a:solidFill>
                  <a:srgbClr val="7030A0"/>
                </a:solidFill>
                <a:latin typeface="Times New Roman"/>
                <a:cs typeface="Times New Roman"/>
              </a:rPr>
              <a:t>Answer: d</a:t>
            </a:r>
            <a:endParaRPr lang="en-US" dirty="0"/>
          </a:p>
        </p:txBody>
      </p:sp>
      <p:sp>
        <p:nvSpPr>
          <p:cNvPr id="6" name="TextBox 5">
            <a:extLst>
              <a:ext uri="{FF2B5EF4-FFF2-40B4-BE49-F238E27FC236}">
                <a16:creationId xmlns:a16="http://schemas.microsoft.com/office/drawing/2014/main" id="{FD2FE2B0-01BE-4454-9AE3-32762F265257}"/>
              </a:ext>
            </a:extLst>
          </p:cNvPr>
          <p:cNvSpPr txBox="1"/>
          <p:nvPr/>
        </p:nvSpPr>
        <p:spPr>
          <a:xfrm>
            <a:off x="1588339" y="2695396"/>
            <a:ext cx="9270520" cy="19389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sz="2400" dirty="0">
                <a:latin typeface="Times New Roman"/>
                <a:cs typeface="Times New Roman"/>
              </a:rPr>
              <a:t>2.Which of the following is not an introspection object?</a:t>
            </a:r>
            <a:br>
              <a:rPr lang="en-IN" sz="2400" dirty="0">
                <a:latin typeface="Times New Roman"/>
                <a:cs typeface="Times New Roman"/>
              </a:rPr>
            </a:br>
            <a:r>
              <a:rPr lang="en-IN" sz="2400" dirty="0">
                <a:latin typeface="Times New Roman"/>
                <a:cs typeface="Times New Roman"/>
              </a:rPr>
              <a:t>a) type()</a:t>
            </a:r>
            <a:br>
              <a:rPr lang="en-IN" sz="2400" dirty="0">
                <a:latin typeface="Times New Roman"/>
                <a:cs typeface="Times New Roman"/>
              </a:rPr>
            </a:br>
            <a:r>
              <a:rPr lang="en-IN" sz="2400" dirty="0">
                <a:latin typeface="Times New Roman"/>
                <a:cs typeface="Times New Roman"/>
              </a:rPr>
              <a:t>b) id()</a:t>
            </a:r>
            <a:br>
              <a:rPr lang="en-IN" sz="2400" dirty="0">
                <a:latin typeface="Times New Roman"/>
                <a:cs typeface="Times New Roman"/>
              </a:rPr>
            </a:br>
            <a:r>
              <a:rPr lang="en-IN" sz="2400" dirty="0">
                <a:latin typeface="Times New Roman"/>
                <a:cs typeface="Times New Roman"/>
              </a:rPr>
              <a:t>c) dir()</a:t>
            </a:r>
            <a:br>
              <a:rPr lang="en-IN" sz="2400" dirty="0">
                <a:latin typeface="Times New Roman"/>
                <a:cs typeface="Times New Roman"/>
              </a:rPr>
            </a:br>
            <a:r>
              <a:rPr lang="en-IN" sz="2400" dirty="0">
                <a:latin typeface="Times New Roman"/>
                <a:cs typeface="Times New Roman"/>
              </a:rPr>
              <a:t>d) Unbounded()  </a:t>
            </a:r>
            <a:endParaRPr lang="en-US" sz="2400" dirty="0"/>
          </a:p>
        </p:txBody>
      </p:sp>
      <p:sp>
        <p:nvSpPr>
          <p:cNvPr id="8" name="TextBox 7">
            <a:extLst>
              <a:ext uri="{FF2B5EF4-FFF2-40B4-BE49-F238E27FC236}">
                <a16:creationId xmlns:a16="http://schemas.microsoft.com/office/drawing/2014/main" id="{65CE9014-8B04-4C1B-82D0-01B1A7D017EE}"/>
              </a:ext>
            </a:extLst>
          </p:cNvPr>
          <p:cNvSpPr txBox="1"/>
          <p:nvPr/>
        </p:nvSpPr>
        <p:spPr>
          <a:xfrm>
            <a:off x="1587442" y="4635441"/>
            <a:ext cx="8767310"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sz="2400" dirty="0">
                <a:latin typeface="Times New Roman"/>
                <a:cs typeface="Times New Roman"/>
              </a:rPr>
              <a:t>3.Special methods need to be explicitly called during object creation.</a:t>
            </a:r>
            <a:br>
              <a:rPr lang="en-IN" sz="2400">
                <a:latin typeface="Times New Roman"/>
                <a:cs typeface="Times New Roman"/>
              </a:rPr>
            </a:br>
            <a:r>
              <a:rPr lang="en-IN" sz="2400" dirty="0">
                <a:latin typeface="Times New Roman"/>
                <a:cs typeface="Times New Roman"/>
              </a:rPr>
              <a:t>a) True</a:t>
            </a:r>
            <a:br>
              <a:rPr lang="en-IN" sz="2400">
                <a:latin typeface="Times New Roman"/>
                <a:cs typeface="Times New Roman"/>
              </a:rPr>
            </a:br>
            <a:r>
              <a:rPr lang="en-IN" sz="2400" dirty="0">
                <a:latin typeface="Times New Roman"/>
                <a:cs typeface="Times New Roman"/>
              </a:rPr>
              <a:t>b) False</a:t>
            </a:r>
            <a:endParaRPr lang="en-US" sz="2400" dirty="0"/>
          </a:p>
        </p:txBody>
      </p:sp>
      <p:sp>
        <p:nvSpPr>
          <p:cNvPr id="9" name="TextBox 8">
            <a:extLst>
              <a:ext uri="{FF2B5EF4-FFF2-40B4-BE49-F238E27FC236}">
                <a16:creationId xmlns:a16="http://schemas.microsoft.com/office/drawing/2014/main" id="{1F1B37D6-599E-43FB-BAE9-8BEFA0B6C49F}"/>
              </a:ext>
            </a:extLst>
          </p:cNvPr>
          <p:cNvSpPr txBox="1"/>
          <p:nvPr/>
        </p:nvSpPr>
        <p:spPr>
          <a:xfrm>
            <a:off x="8387032" y="5367788"/>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dirty="0">
                <a:solidFill>
                  <a:srgbClr val="7030A0"/>
                </a:solidFill>
                <a:latin typeface="Times New Roman"/>
                <a:cs typeface="Times New Roman"/>
              </a:rPr>
              <a:t>Answer: b</a:t>
            </a:r>
            <a:endParaRPr lang="en-US" dirty="0"/>
          </a:p>
        </p:txBody>
      </p:sp>
      <p:sp>
        <p:nvSpPr>
          <p:cNvPr id="10" name="TextBox 9">
            <a:extLst>
              <a:ext uri="{FF2B5EF4-FFF2-40B4-BE49-F238E27FC236}">
                <a16:creationId xmlns:a16="http://schemas.microsoft.com/office/drawing/2014/main" id="{041DFCC2-46C4-425F-BB05-8FECC7DC0ABE}"/>
              </a:ext>
            </a:extLst>
          </p:cNvPr>
          <p:cNvSpPr txBox="1"/>
          <p:nvPr/>
        </p:nvSpPr>
        <p:spPr>
          <a:xfrm>
            <a:off x="8285491" y="3670360"/>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dirty="0">
                <a:solidFill>
                  <a:srgbClr val="7030A0"/>
                </a:solidFill>
                <a:latin typeface="Times New Roman"/>
                <a:cs typeface="Times New Roman"/>
              </a:rPr>
              <a:t> Answer: d</a:t>
            </a:r>
            <a:r>
              <a:rPr lang="en-US" dirty="0">
                <a:latin typeface="Arial"/>
                <a:cs typeface="Arial"/>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7410"/>
                                        </p:tgtEl>
                                        <p:attrNameLst>
                                          <p:attrName>style.visibility</p:attrName>
                                        </p:attrNameLst>
                                      </p:cBhvr>
                                      <p:to>
                                        <p:strVal val="visible"/>
                                      </p:to>
                                    </p:set>
                                    <p:anim calcmode="lin" valueType="num">
                                      <p:cBhvr additive="base">
                                        <p:cTn id="7" dur="500" fill="hold"/>
                                        <p:tgtEl>
                                          <p:spTgt spid="17410"/>
                                        </p:tgtEl>
                                        <p:attrNameLst>
                                          <p:attrName>ppt_x</p:attrName>
                                        </p:attrNameLst>
                                      </p:cBhvr>
                                      <p:tavLst>
                                        <p:tav tm="0">
                                          <p:val>
                                            <p:strVal val="#ppt_x"/>
                                          </p:val>
                                        </p:tav>
                                        <p:tav tm="100000">
                                          <p:val>
                                            <p:strVal val="#ppt_x"/>
                                          </p:val>
                                        </p:tav>
                                      </p:tavLst>
                                    </p:anim>
                                    <p:anim calcmode="lin" valueType="num">
                                      <p:cBhvr additive="base">
                                        <p:cTn id="8" dur="500" fill="hold"/>
                                        <p:tgtEl>
                                          <p:spTgt spid="174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ppt_x"/>
                                          </p:val>
                                        </p:tav>
                                        <p:tav tm="100000">
                                          <p:val>
                                            <p:strVal val="#ppt_x"/>
                                          </p:val>
                                        </p:tav>
                                      </p:tavLst>
                                    </p:anim>
                                    <p:anim calcmode="lin" valueType="num">
                                      <p:cBhvr additive="base">
                                        <p:cTn id="2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additive="base">
                                        <p:cTn id="25" dur="500" fill="hold"/>
                                        <p:tgtEl>
                                          <p:spTgt spid="6"/>
                                        </p:tgtEl>
                                        <p:attrNameLst>
                                          <p:attrName>ppt_x</p:attrName>
                                        </p:attrNameLst>
                                      </p:cBhvr>
                                      <p:tavLst>
                                        <p:tav tm="0">
                                          <p:val>
                                            <p:strVal val="#ppt_x"/>
                                          </p:val>
                                        </p:tav>
                                        <p:tav tm="100000">
                                          <p:val>
                                            <p:strVal val="#ppt_x"/>
                                          </p:val>
                                        </p:tav>
                                      </p:tavLst>
                                    </p:anim>
                                    <p:anim calcmode="lin" valueType="num">
                                      <p:cBhvr additive="base">
                                        <p:cTn id="2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500" fill="hold"/>
                                        <p:tgtEl>
                                          <p:spTgt spid="10"/>
                                        </p:tgtEl>
                                        <p:attrNameLst>
                                          <p:attrName>ppt_x</p:attrName>
                                        </p:attrNameLst>
                                      </p:cBhvr>
                                      <p:tavLst>
                                        <p:tav tm="0">
                                          <p:val>
                                            <p:strVal val="#ppt_x"/>
                                          </p:val>
                                        </p:tav>
                                        <p:tav tm="100000">
                                          <p:val>
                                            <p:strVal val="#ppt_x"/>
                                          </p:val>
                                        </p:tav>
                                      </p:tavLst>
                                    </p:anim>
                                    <p:anim calcmode="lin" valueType="num">
                                      <p:cBhvr additive="base">
                                        <p:cTn id="3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500" fill="hold"/>
                                        <p:tgtEl>
                                          <p:spTgt spid="8"/>
                                        </p:tgtEl>
                                        <p:attrNameLst>
                                          <p:attrName>ppt_x</p:attrName>
                                        </p:attrNameLst>
                                      </p:cBhvr>
                                      <p:tavLst>
                                        <p:tav tm="0">
                                          <p:val>
                                            <p:strVal val="#ppt_x"/>
                                          </p:val>
                                        </p:tav>
                                        <p:tav tm="100000">
                                          <p:val>
                                            <p:strVal val="#ppt_x"/>
                                          </p:val>
                                        </p:tav>
                                      </p:tavLst>
                                    </p:anim>
                                    <p:anim calcmode="lin" valueType="num">
                                      <p:cBhvr additive="base">
                                        <p:cTn id="3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9"/>
                                        </p:tgtEl>
                                        <p:attrNameLst>
                                          <p:attrName>style.visibility</p:attrName>
                                        </p:attrNameLst>
                                      </p:cBhvr>
                                      <p:to>
                                        <p:strVal val="visible"/>
                                      </p:to>
                                    </p:set>
                                    <p:anim calcmode="lin" valueType="num">
                                      <p:cBhvr additive="base">
                                        <p:cTn id="43" dur="500" fill="hold"/>
                                        <p:tgtEl>
                                          <p:spTgt spid="9"/>
                                        </p:tgtEl>
                                        <p:attrNameLst>
                                          <p:attrName>ppt_x</p:attrName>
                                        </p:attrNameLst>
                                      </p:cBhvr>
                                      <p:tavLst>
                                        <p:tav tm="0">
                                          <p:val>
                                            <p:strVal val="#ppt_x"/>
                                          </p:val>
                                        </p:tav>
                                        <p:tav tm="100000">
                                          <p:val>
                                            <p:strVal val="#ppt_x"/>
                                          </p:val>
                                        </p:tav>
                                      </p:tavLst>
                                    </p:anim>
                                    <p:anim calcmode="lin" valueType="num">
                                      <p:cBhvr additive="base">
                                        <p:cTn id="4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0" grpId="0"/>
      <p:bldP spid="2" grpId="0"/>
      <p:bldP spid="3" grpId="0"/>
      <p:bldP spid="6" grpId="0"/>
      <p:bldP spid="8" grpId="0"/>
      <p:bldP spid="9" grpId="0"/>
      <p:bldP spid="10" grpId="0"/>
    </p:bld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None/>
            </a:pPr>
            <a:r>
              <a:rPr lang="en-US" sz="2400" dirty="0">
                <a:latin typeface="Times New Roman" pitchFamily="18" charset="0"/>
                <a:cs typeface="Times New Roman" pitchFamily="18" charset="0"/>
              </a:rPr>
              <a:t>4. The Python interpreter is very open to introspection. You can examine and modify many aspects of the Python runtime environment. Which of the following modules is used to retrieve information about Python runtime?</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a) system</a:t>
            </a:r>
          </a:p>
          <a:p>
            <a:pPr>
              <a:buNone/>
            </a:pPr>
            <a:r>
              <a:rPr lang="en-US" sz="2400" dirty="0">
                <a:latin typeface="Times New Roman" pitchFamily="18" charset="0"/>
                <a:cs typeface="Times New Roman" pitchFamily="18" charset="0"/>
              </a:rPr>
              <a:t>     b) runtime</a:t>
            </a:r>
          </a:p>
          <a:p>
            <a:pPr>
              <a:buNone/>
            </a:pPr>
            <a:r>
              <a:rPr lang="en-US" sz="2400" dirty="0">
                <a:latin typeface="Times New Roman" pitchFamily="18" charset="0"/>
                <a:cs typeface="Times New Roman" pitchFamily="18" charset="0"/>
              </a:rPr>
              <a:t>	c) sys</a:t>
            </a:r>
          </a:p>
          <a:p>
            <a:pPr>
              <a:buNone/>
            </a:pPr>
            <a:r>
              <a:rPr lang="en-US" sz="2400" dirty="0">
                <a:latin typeface="Times New Roman" pitchFamily="18" charset="0"/>
                <a:cs typeface="Times New Roman" pitchFamily="18" charset="0"/>
              </a:rPr>
              <a:t>	d)</a:t>
            </a:r>
            <a:r>
              <a:rPr lang="en-US" sz="2400" dirty="0" err="1">
                <a:latin typeface="Times New Roman" pitchFamily="18" charset="0"/>
                <a:cs typeface="Times New Roman" pitchFamily="18" charset="0"/>
              </a:rPr>
              <a:t>env</a:t>
            </a:r>
            <a:r>
              <a:rPr lang="en-US" sz="2400" dirty="0">
                <a:latin typeface="Times New Roman" pitchFamily="18" charset="0"/>
                <a:cs typeface="Times New Roman" pitchFamily="18" charset="0"/>
              </a:rPr>
              <a:t> </a:t>
            </a:r>
          </a:p>
          <a:p>
            <a:pPr>
              <a:buNone/>
            </a:pPr>
            <a:r>
              <a:rPr lang="en-US" sz="2400" dirty="0">
                <a:latin typeface="Times New Roman" pitchFamily="18" charset="0"/>
                <a:cs typeface="Times New Roman" pitchFamily="18" charset="0"/>
              </a:rPr>
              <a:t>     </a:t>
            </a:r>
            <a:r>
              <a:rPr lang="en-US" sz="2400" dirty="0" err="1">
                <a:solidFill>
                  <a:schemeClr val="tx2">
                    <a:lumMod val="60000"/>
                    <a:lumOff val="40000"/>
                  </a:schemeClr>
                </a:solidFill>
                <a:latin typeface="Times New Roman" pitchFamily="18" charset="0"/>
                <a:cs typeface="Times New Roman" pitchFamily="18" charset="0"/>
              </a:rPr>
              <a:t>Ans</a:t>
            </a:r>
            <a:r>
              <a:rPr lang="en-US" sz="2400" dirty="0">
                <a:solidFill>
                  <a:schemeClr val="tx2">
                    <a:lumMod val="60000"/>
                    <a:lumOff val="40000"/>
                  </a:schemeClr>
                </a:solidFill>
                <a:latin typeface="Times New Roman" pitchFamily="18" charset="0"/>
                <a:cs typeface="Times New Roman" pitchFamily="18" charset="0"/>
              </a:rPr>
              <a:t>: c</a:t>
            </a:r>
          </a:p>
        </p:txBody>
      </p:sp>
      <p:sp>
        <p:nvSpPr>
          <p:cNvPr id="4" name="Date Placeholder 3"/>
          <p:cNvSpPr>
            <a:spLocks noGrp="1"/>
          </p:cNvSpPr>
          <p:nvPr>
            <p:ph type="dt" sz="half" idx="10"/>
          </p:nvPr>
        </p:nvSpPr>
        <p:spPr/>
        <p:txBody>
          <a:bodyPr/>
          <a:lstStyle/>
          <a:p>
            <a:pPr>
              <a:defRPr/>
            </a:pPr>
            <a:fld id="{DDAADE14-7B7F-4773-9C0F-018B4D4CD0EA}" type="datetime1">
              <a:rPr lang="en-US" smtClean="0"/>
              <a:pPr>
                <a:defRPr/>
              </a:pPr>
              <a:t>5/17/2022</a:t>
            </a:fld>
            <a:endParaRPr lang="en-US"/>
          </a:p>
        </p:txBody>
      </p:sp>
      <p:sp>
        <p:nvSpPr>
          <p:cNvPr id="5" name="Footer Placeholder 4"/>
          <p:cNvSpPr>
            <a:spLocks noGrp="1"/>
          </p:cNvSpPr>
          <p:nvPr>
            <p:ph type="ftr" sz="quarter" idx="11"/>
          </p:nvPr>
        </p:nvSpPr>
        <p:spPr/>
        <p:txBody>
          <a:bodyPr/>
          <a:lstStyle/>
          <a:p>
            <a:pPr>
              <a:defRPr/>
            </a:pPr>
            <a:r>
              <a:rPr lang="en-US"/>
              <a:t>(Programming in Advanced Python)                                 Unit No:2</a:t>
            </a:r>
          </a:p>
        </p:txBody>
      </p:sp>
      <p:sp>
        <p:nvSpPr>
          <p:cNvPr id="6" name="Slide Number Placeholder 5"/>
          <p:cNvSpPr>
            <a:spLocks noGrp="1"/>
          </p:cNvSpPr>
          <p:nvPr>
            <p:ph type="sldNum" sz="quarter" idx="12"/>
          </p:nvPr>
        </p:nvSpPr>
        <p:spPr/>
        <p:txBody>
          <a:bodyPr/>
          <a:lstStyle/>
          <a:p>
            <a:fld id="{C77C10F3-51E8-47AA-8570-6B63F9EF7985}" type="slidenum">
              <a:rPr lang="en-US" altLang="en-US" smtClean="0"/>
              <a:pPr/>
              <a:t>170</a:t>
            </a:fld>
            <a:endParaRPr lang="en-US" altLang="en-US"/>
          </a:p>
        </p:txBody>
      </p:sp>
      <p:sp>
        <p:nvSpPr>
          <p:cNvPr id="7" name="Title 1">
            <a:extLst>
              <a:ext uri="{FF2B5EF4-FFF2-40B4-BE49-F238E27FC236}">
                <a16:creationId xmlns:a16="http://schemas.microsoft.com/office/drawing/2014/main" id="{0DB01F3A-6A60-44F0-A000-C634615DE228}"/>
              </a:ext>
            </a:extLst>
          </p:cNvPr>
          <p:cNvSpPr txBox="1">
            <a:spLocks noGrp="1"/>
          </p:cNvSpPr>
          <p:nvPr>
            <p:ph type="title"/>
          </p:nvPr>
        </p:nvSpPr>
        <p:spPr>
          <a:prstGeom prst="rect">
            <a:avLst/>
          </a:prstGeom>
        </p:spPr>
        <p:style>
          <a:lnRef idx="1">
            <a:schemeClr val="accent5"/>
          </a:lnRef>
          <a:fillRef idx="2">
            <a:schemeClr val="accent5"/>
          </a:fillRef>
          <a:effectRef idx="1">
            <a:schemeClr val="accent5"/>
          </a:effectRef>
          <a:fontRef idx="minor">
            <a:schemeClr val="dk1"/>
          </a:fontRef>
        </p:style>
        <p:txBody>
          <a:bodyPr lIns="91440" tIns="45720" rIns="91440" bIns="45720" anchor="ctr"/>
          <a:lstStyle/>
          <a:p>
            <a:pPr algn="ctr" eaLnBrk="1" fontAlgn="auto" hangingPunct="1">
              <a:spcAft>
                <a:spcPts val="0"/>
              </a:spcAft>
              <a:defRPr/>
            </a:pPr>
            <a:endParaRPr lang="en-US" sz="3200" b="1">
              <a:latin typeface="Times New Roman"/>
              <a:cs typeface="Times New Roman"/>
            </a:endParaRPr>
          </a:p>
          <a:p>
            <a:pPr algn="ctr">
              <a:spcAft>
                <a:spcPts val="0"/>
              </a:spcAft>
              <a:defRPr/>
            </a:pPr>
            <a:r>
              <a:rPr lang="en-US" sz="3200" b="1" dirty="0">
                <a:latin typeface="Times New Roman"/>
                <a:cs typeface="Times New Roman"/>
              </a:rPr>
              <a:t>MCQs</a:t>
            </a:r>
            <a:endParaRPr lang="en-US" dirty="0"/>
          </a:p>
          <a:p>
            <a:pPr algn="ctr">
              <a:spcAft>
                <a:spcPts val="0"/>
              </a:spcAft>
              <a:defRPr/>
            </a:pPr>
            <a:endParaRPr lang="en-US" sz="3200" b="1">
              <a:latin typeface="Times New Roman" panose="02020603050405020304" pitchFamily="18" charset="0"/>
              <a:cs typeface="Times New Roman" panose="02020603050405020304" pitchFamily="18" charset="0"/>
            </a:endParaRPr>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Content Placeholder 2">
            <a:extLst>
              <a:ext uri="{FF2B5EF4-FFF2-40B4-BE49-F238E27FC236}">
                <a16:creationId xmlns:a16="http://schemas.microsoft.com/office/drawing/2014/main" id="{34DC4AD4-8911-40D1-979C-E7DCE68EF56D}"/>
              </a:ext>
            </a:extLst>
          </p:cNvPr>
          <p:cNvSpPr>
            <a:spLocks noGrp="1"/>
          </p:cNvSpPr>
          <p:nvPr>
            <p:ph idx="1"/>
          </p:nvPr>
        </p:nvSpPr>
        <p:spPr>
          <a:xfrm>
            <a:off x="1450676" y="682925"/>
            <a:ext cx="10742761" cy="5541663"/>
          </a:xfrm>
        </p:spPr>
        <p:txBody>
          <a:bodyPr/>
          <a:lstStyle/>
          <a:p>
            <a:pPr>
              <a:buNone/>
            </a:pPr>
            <a:r>
              <a:rPr lang="en-US" sz="2400" b="1" dirty="0">
                <a:latin typeface="Times New Roman"/>
                <a:ea typeface="+mn-lt"/>
                <a:cs typeface="+mn-lt"/>
              </a:rPr>
              <a:t>1. Is the following Python code valid?</a:t>
            </a:r>
            <a:endParaRPr lang="en-US" sz="2400">
              <a:latin typeface="Times New Roman"/>
              <a:cs typeface="Times New Roman"/>
            </a:endParaRPr>
          </a:p>
          <a:p>
            <a:pPr>
              <a:buNone/>
            </a:pPr>
            <a:r>
              <a:rPr lang="en-US" sz="2400" dirty="0">
                <a:latin typeface="Times New Roman"/>
                <a:ea typeface="+mn-lt"/>
                <a:cs typeface="+mn-lt"/>
              </a:rPr>
              <a:t>   </a:t>
            </a:r>
            <a:r>
              <a:rPr lang="en-US" sz="2400" dirty="0">
                <a:latin typeface="Times"/>
                <a:ea typeface="+mn-lt"/>
                <a:cs typeface="+mn-lt"/>
              </a:rPr>
              <a:t>class B(object):</a:t>
            </a:r>
            <a:endParaRPr lang="en-US" sz="2400">
              <a:latin typeface="Times"/>
              <a:cs typeface="Times New Roman"/>
            </a:endParaRPr>
          </a:p>
          <a:p>
            <a:pPr>
              <a:buNone/>
            </a:pPr>
            <a:r>
              <a:rPr lang="en-US" sz="2400" dirty="0">
                <a:latin typeface="Times"/>
                <a:ea typeface="+mn-lt"/>
                <a:cs typeface="+mn-lt"/>
              </a:rPr>
              <a:t>   def first(self): </a:t>
            </a:r>
            <a:endParaRPr lang="en-US" sz="2400">
              <a:latin typeface="Times"/>
              <a:ea typeface="+mn-lt"/>
              <a:cs typeface="Times New Roman"/>
            </a:endParaRPr>
          </a:p>
          <a:p>
            <a:pPr>
              <a:buNone/>
            </a:pPr>
            <a:r>
              <a:rPr lang="en-US" sz="2400" dirty="0">
                <a:latin typeface="Times"/>
                <a:ea typeface="+mn-lt"/>
                <a:cs typeface="+mn-lt"/>
              </a:rPr>
              <a:t>   print("First method called")</a:t>
            </a:r>
            <a:endParaRPr lang="en-US" sz="2400">
              <a:latin typeface="Times"/>
              <a:cs typeface="Times New Roman"/>
            </a:endParaRPr>
          </a:p>
          <a:p>
            <a:pPr>
              <a:buNone/>
            </a:pPr>
            <a:r>
              <a:rPr lang="en-US" sz="2400" dirty="0">
                <a:latin typeface="Times"/>
                <a:ea typeface="+mn-lt"/>
                <a:cs typeface="+mn-lt"/>
              </a:rPr>
              <a:t>   def second(): </a:t>
            </a:r>
            <a:endParaRPr lang="en-US" sz="2400">
              <a:latin typeface="Times"/>
              <a:cs typeface="Times New Roman"/>
            </a:endParaRPr>
          </a:p>
          <a:p>
            <a:pPr>
              <a:buNone/>
            </a:pPr>
            <a:r>
              <a:rPr lang="en-US" sz="2400" dirty="0">
                <a:latin typeface="Times"/>
                <a:ea typeface="+mn-lt"/>
                <a:cs typeface="+mn-lt"/>
              </a:rPr>
              <a:t>   print("Second method called") </a:t>
            </a:r>
            <a:endParaRPr lang="en-US" sz="2400">
              <a:latin typeface="Times"/>
              <a:cs typeface="Times New Roman"/>
            </a:endParaRPr>
          </a:p>
          <a:p>
            <a:pPr>
              <a:buNone/>
            </a:pPr>
            <a:r>
              <a:rPr lang="en-US" sz="2400" dirty="0">
                <a:latin typeface="Times"/>
                <a:ea typeface="+mn-lt"/>
                <a:cs typeface="+mn-lt"/>
              </a:rPr>
              <a:t>    </a:t>
            </a:r>
            <a:r>
              <a:rPr lang="en-US" sz="2400" dirty="0" err="1">
                <a:latin typeface="Times"/>
                <a:ea typeface="+mn-lt"/>
                <a:cs typeface="+mn-lt"/>
              </a:rPr>
              <a:t>ob</a:t>
            </a:r>
            <a:r>
              <a:rPr lang="en-US" sz="2400" dirty="0">
                <a:latin typeface="Times"/>
                <a:ea typeface="+mn-lt"/>
                <a:cs typeface="+mn-lt"/>
              </a:rPr>
              <a:t> = B() </a:t>
            </a:r>
            <a:endParaRPr lang="en-US" sz="2400">
              <a:latin typeface="Times"/>
              <a:cs typeface="Times New Roman"/>
            </a:endParaRPr>
          </a:p>
          <a:p>
            <a:pPr>
              <a:buNone/>
            </a:pPr>
            <a:r>
              <a:rPr lang="en-US" sz="2400" dirty="0">
                <a:latin typeface="Times"/>
                <a:ea typeface="+mn-lt"/>
                <a:cs typeface="+mn-lt"/>
              </a:rPr>
              <a:t>    </a:t>
            </a:r>
            <a:r>
              <a:rPr lang="en-US" sz="2400" dirty="0" err="1">
                <a:latin typeface="Times"/>
                <a:ea typeface="+mn-lt"/>
                <a:cs typeface="+mn-lt"/>
              </a:rPr>
              <a:t>B.first</a:t>
            </a:r>
            <a:r>
              <a:rPr lang="en-US" sz="2400" dirty="0">
                <a:latin typeface="Times"/>
                <a:ea typeface="+mn-lt"/>
                <a:cs typeface="+mn-lt"/>
              </a:rPr>
              <a:t>(</a:t>
            </a:r>
            <a:r>
              <a:rPr lang="en-US" sz="2400" dirty="0" err="1">
                <a:latin typeface="Times"/>
                <a:ea typeface="+mn-lt"/>
                <a:cs typeface="+mn-lt"/>
              </a:rPr>
              <a:t>ob</a:t>
            </a:r>
            <a:r>
              <a:rPr lang="en-US" sz="2400" dirty="0">
                <a:latin typeface="Times"/>
                <a:ea typeface="+mn-lt"/>
                <a:cs typeface="+mn-lt"/>
              </a:rPr>
              <a:t>)</a:t>
            </a:r>
            <a:endParaRPr lang="en-US" sz="2400">
              <a:latin typeface="Times"/>
              <a:cs typeface="Times New Roman"/>
            </a:endParaRPr>
          </a:p>
          <a:p>
            <a:pPr>
              <a:buNone/>
            </a:pPr>
            <a:r>
              <a:rPr lang="en-US" sz="2400" dirty="0">
                <a:latin typeface="Times"/>
                <a:ea typeface="+mn-lt"/>
                <a:cs typeface="+mn-lt"/>
              </a:rPr>
              <a:t>    a) It isn’t as the object declaration isn’t right</a:t>
            </a:r>
            <a:br>
              <a:rPr lang="en-US" sz="2400">
                <a:latin typeface="Times"/>
                <a:ea typeface="+mn-lt"/>
                <a:cs typeface="+mn-lt"/>
              </a:rPr>
            </a:br>
            <a:r>
              <a:rPr lang="en-US" sz="2400" dirty="0">
                <a:latin typeface="Times"/>
                <a:ea typeface="+mn-lt"/>
                <a:cs typeface="+mn-lt"/>
              </a:rPr>
              <a:t> b) It isn’t as there isn’t any __</a:t>
            </a:r>
            <a:r>
              <a:rPr lang="en-US" sz="2400" dirty="0" err="1">
                <a:latin typeface="Times"/>
                <a:ea typeface="+mn-lt"/>
                <a:cs typeface="+mn-lt"/>
              </a:rPr>
              <a:t>init</a:t>
            </a:r>
            <a:r>
              <a:rPr lang="en-US" sz="2400" dirty="0">
                <a:latin typeface="Times"/>
                <a:ea typeface="+mn-lt"/>
                <a:cs typeface="+mn-lt"/>
              </a:rPr>
              <a:t>__ method for initializing class members</a:t>
            </a:r>
            <a:br>
              <a:rPr lang="en-US" sz="2400">
                <a:latin typeface="Times"/>
                <a:ea typeface="+mn-lt"/>
                <a:cs typeface="+mn-lt"/>
              </a:rPr>
            </a:br>
            <a:r>
              <a:rPr lang="en-US" sz="2400" dirty="0">
                <a:latin typeface="Times"/>
                <a:ea typeface="+mn-lt"/>
                <a:cs typeface="+mn-lt"/>
              </a:rPr>
              <a:t> c) Yes, this method of calling is called unbounded method call</a:t>
            </a:r>
            <a:br>
              <a:rPr lang="en-US" sz="2400">
                <a:latin typeface="Times"/>
                <a:ea typeface="+mn-lt"/>
                <a:cs typeface="+mn-lt"/>
              </a:rPr>
            </a:br>
            <a:r>
              <a:rPr lang="en-US" sz="2400" dirty="0">
                <a:latin typeface="Times"/>
                <a:ea typeface="+mn-lt"/>
                <a:cs typeface="+mn-lt"/>
              </a:rPr>
              <a:t> d) Yes, this method of calling is called bounded method call</a:t>
            </a:r>
            <a:endParaRPr lang="en-US" sz="2400" dirty="0">
              <a:latin typeface="Times"/>
              <a:cs typeface="Times"/>
            </a:endParaRPr>
          </a:p>
          <a:p>
            <a:pPr>
              <a:buNone/>
            </a:pPr>
            <a:r>
              <a:rPr lang="en-US" sz="2400" dirty="0">
                <a:latin typeface="Times"/>
                <a:ea typeface="+mn-lt"/>
                <a:cs typeface="+mn-lt"/>
              </a:rPr>
              <a:t>     </a:t>
            </a:r>
            <a:r>
              <a:rPr lang="en-US" sz="2400" dirty="0">
                <a:solidFill>
                  <a:srgbClr val="FF0000"/>
                </a:solidFill>
                <a:latin typeface="Times"/>
                <a:ea typeface="+mn-lt"/>
                <a:cs typeface="+mn-lt"/>
              </a:rPr>
              <a:t>Answer: c</a:t>
            </a:r>
            <a:endParaRPr lang="en-US" sz="2400" dirty="0">
              <a:solidFill>
                <a:srgbClr val="FF0000"/>
              </a:solidFill>
              <a:latin typeface="Times"/>
            </a:endParaRPr>
          </a:p>
          <a:p>
            <a:pPr marL="0" indent="0">
              <a:buNone/>
            </a:pPr>
            <a:endParaRPr lang="en-US" altLang="en-US" sz="2800">
              <a:solidFill>
                <a:srgbClr val="FF0000"/>
              </a:solidFill>
              <a:latin typeface="Times New Roman"/>
              <a:cs typeface="Times New Roman"/>
            </a:endParaRPr>
          </a:p>
        </p:txBody>
      </p:sp>
      <p:sp>
        <p:nvSpPr>
          <p:cNvPr id="4" name="Date Placeholder 3">
            <a:extLst>
              <a:ext uri="{FF2B5EF4-FFF2-40B4-BE49-F238E27FC236}">
                <a16:creationId xmlns:a16="http://schemas.microsoft.com/office/drawing/2014/main" id="{4FE2B60F-5CFC-44D0-98C6-349A59426BCD}"/>
              </a:ext>
            </a:extLst>
          </p:cNvPr>
          <p:cNvSpPr>
            <a:spLocks noGrp="1"/>
          </p:cNvSpPr>
          <p:nvPr>
            <p:ph type="dt" sz="quarter" idx="10"/>
          </p:nvPr>
        </p:nvSpPr>
        <p:spPr/>
        <p:txBody>
          <a:bodyPr/>
          <a:lstStyle/>
          <a:p>
            <a:pPr>
              <a:defRPr/>
            </a:pPr>
            <a:fld id="{DB129785-8950-4383-9AD9-3381CD2439FD}" type="datetime1">
              <a:rPr lang="en-US" smtClean="0"/>
              <a:pPr>
                <a:defRPr/>
              </a:pPr>
              <a:t>5/17/2022</a:t>
            </a:fld>
            <a:endParaRPr lang="en-US"/>
          </a:p>
        </p:txBody>
      </p:sp>
      <p:sp>
        <p:nvSpPr>
          <p:cNvPr id="5" name="Footer Placeholder 4">
            <a:extLst>
              <a:ext uri="{FF2B5EF4-FFF2-40B4-BE49-F238E27FC236}">
                <a16:creationId xmlns:a16="http://schemas.microsoft.com/office/drawing/2014/main" id="{712BC9EF-BEE0-4253-BA55-BC7A6ACABC94}"/>
              </a:ext>
            </a:extLst>
          </p:cNvPr>
          <p:cNvSpPr>
            <a:spLocks noGrp="1"/>
          </p:cNvSpPr>
          <p:nvPr>
            <p:ph type="ftr" sz="quarter" idx="11"/>
          </p:nvPr>
        </p:nvSpPr>
        <p:spPr>
          <a:xfrm>
            <a:off x="2895600" y="6324600"/>
            <a:ext cx="6858000" cy="365125"/>
          </a:xfrm>
        </p:spPr>
        <p:txBody>
          <a:bodyPr/>
          <a:lstStyle/>
          <a:p>
            <a:pPr>
              <a:defRPr/>
            </a:pPr>
            <a:r>
              <a:rPr lang="en-US" dirty="0"/>
              <a:t>(Programming in Advanced Python)                                 Unit No:2</a:t>
            </a:r>
          </a:p>
        </p:txBody>
      </p:sp>
      <p:sp>
        <p:nvSpPr>
          <p:cNvPr id="131077" name="Slide Number Placeholder 5">
            <a:extLst>
              <a:ext uri="{FF2B5EF4-FFF2-40B4-BE49-F238E27FC236}">
                <a16:creationId xmlns:a16="http://schemas.microsoft.com/office/drawing/2014/main" id="{A083C896-6631-4149-9CDE-BB31C5591F3B}"/>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B797D3D3-A2E2-474E-841E-4A887ADF5982}" type="slidenum">
              <a:rPr lang="en-US" altLang="en-US" sz="1200" dirty="0">
                <a:solidFill>
                  <a:srgbClr val="898989"/>
                </a:solidFill>
              </a:rPr>
              <a:pPr>
                <a:spcBef>
                  <a:spcPct val="0"/>
                </a:spcBef>
                <a:buFontTx/>
                <a:buNone/>
              </a:pPr>
              <a:t>171</a:t>
            </a:fld>
            <a:endParaRPr lang="en-US" altLang="en-US" sz="1200">
              <a:solidFill>
                <a:srgbClr val="898989"/>
              </a:solidFill>
            </a:endParaRPr>
          </a:p>
        </p:txBody>
      </p:sp>
      <p:sp>
        <p:nvSpPr>
          <p:cNvPr id="7" name="Title 1">
            <a:extLst>
              <a:ext uri="{FF2B5EF4-FFF2-40B4-BE49-F238E27FC236}">
                <a16:creationId xmlns:a16="http://schemas.microsoft.com/office/drawing/2014/main" id="{0DB01F3A-6A60-44F0-A000-C634615DE228}"/>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lIns="91440" tIns="45720" rIns="91440" bIns="45720" anchor="ctr"/>
          <a:lstStyle/>
          <a:p>
            <a:pPr algn="ctr" eaLnBrk="1" fontAlgn="auto" hangingPunct="1">
              <a:spcAft>
                <a:spcPts val="0"/>
              </a:spcAft>
              <a:defRPr/>
            </a:pPr>
            <a:r>
              <a:rPr lang="en-US" sz="3200" b="1" dirty="0">
                <a:latin typeface="Times New Roman"/>
                <a:cs typeface="Times New Roman"/>
              </a:rPr>
              <a:t>Daily Quiz</a:t>
            </a:r>
            <a:endParaRPr lang="en-US"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534842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7410">
                                            <p:txEl>
                                              <p:pRg st="0" end="0"/>
                                            </p:txEl>
                                          </p:spTgt>
                                        </p:tgtEl>
                                        <p:attrNameLst>
                                          <p:attrName>style.visibility</p:attrName>
                                        </p:attrNameLst>
                                      </p:cBhvr>
                                      <p:to>
                                        <p:strVal val="visible"/>
                                      </p:to>
                                    </p:set>
                                    <p:animEffect transition="in" filter="blinds(horizontal)">
                                      <p:cBhvr>
                                        <p:cTn id="7" dur="500"/>
                                        <p:tgtEl>
                                          <p:spTgt spid="1741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7410">
                                            <p:txEl>
                                              <p:pRg st="1" end="1"/>
                                            </p:txEl>
                                          </p:spTgt>
                                        </p:tgtEl>
                                        <p:attrNameLst>
                                          <p:attrName>style.visibility</p:attrName>
                                        </p:attrNameLst>
                                      </p:cBhvr>
                                      <p:to>
                                        <p:strVal val="visible"/>
                                      </p:to>
                                    </p:set>
                                    <p:animEffect transition="in" filter="blinds(horizontal)">
                                      <p:cBhvr>
                                        <p:cTn id="12" dur="500"/>
                                        <p:tgtEl>
                                          <p:spTgt spid="1741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7410">
                                            <p:txEl>
                                              <p:pRg st="2" end="2"/>
                                            </p:txEl>
                                          </p:spTgt>
                                        </p:tgtEl>
                                        <p:attrNameLst>
                                          <p:attrName>style.visibility</p:attrName>
                                        </p:attrNameLst>
                                      </p:cBhvr>
                                      <p:to>
                                        <p:strVal val="visible"/>
                                      </p:to>
                                    </p:set>
                                    <p:animEffect transition="in" filter="blinds(horizontal)">
                                      <p:cBhvr>
                                        <p:cTn id="17" dur="500"/>
                                        <p:tgtEl>
                                          <p:spTgt spid="1741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7410">
                                            <p:txEl>
                                              <p:pRg st="3" end="3"/>
                                            </p:txEl>
                                          </p:spTgt>
                                        </p:tgtEl>
                                        <p:attrNameLst>
                                          <p:attrName>style.visibility</p:attrName>
                                        </p:attrNameLst>
                                      </p:cBhvr>
                                      <p:to>
                                        <p:strVal val="visible"/>
                                      </p:to>
                                    </p:set>
                                    <p:animEffect transition="in" filter="blinds(horizontal)">
                                      <p:cBhvr>
                                        <p:cTn id="22" dur="500"/>
                                        <p:tgtEl>
                                          <p:spTgt spid="17410">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7410">
                                            <p:txEl>
                                              <p:pRg st="4" end="4"/>
                                            </p:txEl>
                                          </p:spTgt>
                                        </p:tgtEl>
                                        <p:attrNameLst>
                                          <p:attrName>style.visibility</p:attrName>
                                        </p:attrNameLst>
                                      </p:cBhvr>
                                      <p:to>
                                        <p:strVal val="visible"/>
                                      </p:to>
                                    </p:set>
                                    <p:animEffect transition="in" filter="blinds(horizontal)">
                                      <p:cBhvr>
                                        <p:cTn id="27" dur="500"/>
                                        <p:tgtEl>
                                          <p:spTgt spid="17410">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7410">
                                            <p:txEl>
                                              <p:pRg st="5" end="5"/>
                                            </p:txEl>
                                          </p:spTgt>
                                        </p:tgtEl>
                                        <p:attrNameLst>
                                          <p:attrName>style.visibility</p:attrName>
                                        </p:attrNameLst>
                                      </p:cBhvr>
                                      <p:to>
                                        <p:strVal val="visible"/>
                                      </p:to>
                                    </p:set>
                                    <p:animEffect transition="in" filter="blinds(horizontal)">
                                      <p:cBhvr>
                                        <p:cTn id="32" dur="500"/>
                                        <p:tgtEl>
                                          <p:spTgt spid="17410">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7410">
                                            <p:txEl>
                                              <p:pRg st="6" end="6"/>
                                            </p:txEl>
                                          </p:spTgt>
                                        </p:tgtEl>
                                        <p:attrNameLst>
                                          <p:attrName>style.visibility</p:attrName>
                                        </p:attrNameLst>
                                      </p:cBhvr>
                                      <p:to>
                                        <p:strVal val="visible"/>
                                      </p:to>
                                    </p:set>
                                    <p:animEffect transition="in" filter="blinds(horizontal)">
                                      <p:cBhvr>
                                        <p:cTn id="37" dur="500"/>
                                        <p:tgtEl>
                                          <p:spTgt spid="17410">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7410">
                                            <p:txEl>
                                              <p:pRg st="7" end="7"/>
                                            </p:txEl>
                                          </p:spTgt>
                                        </p:tgtEl>
                                        <p:attrNameLst>
                                          <p:attrName>style.visibility</p:attrName>
                                        </p:attrNameLst>
                                      </p:cBhvr>
                                      <p:to>
                                        <p:strVal val="visible"/>
                                      </p:to>
                                    </p:set>
                                    <p:animEffect transition="in" filter="blinds(horizontal)">
                                      <p:cBhvr>
                                        <p:cTn id="42" dur="500"/>
                                        <p:tgtEl>
                                          <p:spTgt spid="17410">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17410">
                                            <p:txEl>
                                              <p:pRg st="8" end="8"/>
                                            </p:txEl>
                                          </p:spTgt>
                                        </p:tgtEl>
                                        <p:attrNameLst>
                                          <p:attrName>style.visibility</p:attrName>
                                        </p:attrNameLst>
                                      </p:cBhvr>
                                      <p:to>
                                        <p:strVal val="visible"/>
                                      </p:to>
                                    </p:set>
                                    <p:animEffect transition="in" filter="blinds(horizontal)">
                                      <p:cBhvr>
                                        <p:cTn id="47" dur="500"/>
                                        <p:tgtEl>
                                          <p:spTgt spid="17410">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17410">
                                            <p:txEl>
                                              <p:pRg st="9" end="9"/>
                                            </p:txEl>
                                          </p:spTgt>
                                        </p:tgtEl>
                                        <p:attrNameLst>
                                          <p:attrName>style.visibility</p:attrName>
                                        </p:attrNameLst>
                                      </p:cBhvr>
                                      <p:to>
                                        <p:strVal val="visible"/>
                                      </p:to>
                                    </p:set>
                                    <p:animEffect transition="in" filter="blinds(horizontal)">
                                      <p:cBhvr>
                                        <p:cTn id="52" dur="500"/>
                                        <p:tgtEl>
                                          <p:spTgt spid="17410">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0" grpId="0" build="p"/>
    </p:bld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Content Placeholder 2">
            <a:extLst>
              <a:ext uri="{FF2B5EF4-FFF2-40B4-BE49-F238E27FC236}">
                <a16:creationId xmlns:a16="http://schemas.microsoft.com/office/drawing/2014/main" id="{09C4B204-BD39-4490-8F8C-E578F44EED2E}"/>
              </a:ext>
            </a:extLst>
          </p:cNvPr>
          <p:cNvSpPr>
            <a:spLocks noGrp="1"/>
          </p:cNvSpPr>
          <p:nvPr>
            <p:ph idx="1"/>
          </p:nvPr>
        </p:nvSpPr>
        <p:spPr>
          <a:xfrm>
            <a:off x="1585823" y="820947"/>
            <a:ext cx="9753600" cy="5029200"/>
          </a:xfrm>
        </p:spPr>
        <p:txBody>
          <a:bodyPr/>
          <a:lstStyle/>
          <a:p>
            <a:pPr marL="0" indent="0" algn="just">
              <a:buNone/>
            </a:pPr>
            <a:r>
              <a:rPr lang="en-US" sz="2400" dirty="0">
                <a:latin typeface="Times New Roman"/>
                <a:cs typeface="Calibri"/>
              </a:rPr>
              <a:t>Q1. In the following program find out which objects are callable.</a:t>
            </a:r>
          </a:p>
          <a:p>
            <a:pPr marL="0" indent="0">
              <a:buNone/>
            </a:pPr>
            <a:r>
              <a:rPr lang="en-US" sz="2400" dirty="0">
                <a:latin typeface="Times New Roman"/>
                <a:cs typeface="Calibri"/>
              </a:rPr>
              <a:t>Callable.py</a:t>
            </a:r>
          </a:p>
          <a:p>
            <a:pPr marL="0" indent="0">
              <a:buNone/>
            </a:pPr>
            <a:r>
              <a:rPr lang="en-US" sz="2400" dirty="0">
                <a:latin typeface="Times New Roman"/>
                <a:cs typeface="Calibri"/>
              </a:rPr>
              <a:t>class Car(object):
      def </a:t>
            </a:r>
            <a:r>
              <a:rPr lang="en-US" sz="2400" dirty="0" err="1">
                <a:latin typeface="Times New Roman"/>
                <a:cs typeface="Calibri"/>
              </a:rPr>
              <a:t>setName</a:t>
            </a:r>
            <a:r>
              <a:rPr lang="en-US" sz="2400" dirty="0">
                <a:latin typeface="Times New Roman"/>
                <a:cs typeface="Calibri"/>
              </a:rPr>
              <a:t>(self, name):
        self.name = name    </a:t>
            </a:r>
          </a:p>
          <a:p>
            <a:pPr marL="0" indent="0">
              <a:buNone/>
            </a:pPr>
            <a:r>
              <a:rPr lang="en-US" sz="2400" dirty="0">
                <a:latin typeface="Times New Roman"/>
                <a:cs typeface="Calibri"/>
              </a:rPr>
              <a:t>def fun():
    pass
c = Car()        
print(callable(fun))
print(callable(</a:t>
            </a:r>
            <a:r>
              <a:rPr lang="en-US" sz="2400" dirty="0" err="1">
                <a:latin typeface="Times New Roman"/>
                <a:cs typeface="Calibri"/>
              </a:rPr>
              <a:t>c.setName</a:t>
            </a:r>
            <a:r>
              <a:rPr lang="en-US" sz="2400" dirty="0">
                <a:latin typeface="Times New Roman"/>
                <a:cs typeface="Calibri"/>
              </a:rPr>
              <a:t>))
print(callable([]))
print(callable(1))</a:t>
            </a:r>
          </a:p>
          <a:p>
            <a:pPr marL="0" indent="0" algn="just">
              <a:buNone/>
            </a:pPr>
            <a:r>
              <a:rPr lang="en-US" sz="2400" dirty="0">
                <a:latin typeface="Times New Roman"/>
                <a:cs typeface="Calibri"/>
              </a:rPr>
              <a:t>Q2. Explain various methods used for introspection in python.</a:t>
            </a:r>
          </a:p>
          <a:p>
            <a:pPr marL="0" indent="0" algn="just">
              <a:buNone/>
            </a:pPr>
            <a:r>
              <a:rPr lang="en-US" sz="2400" dirty="0">
                <a:latin typeface="Times New Roman"/>
                <a:cs typeface="Calibri"/>
              </a:rPr>
              <a:t>Q3.What does callable() describes?</a:t>
            </a:r>
          </a:p>
          <a:p>
            <a:pPr marL="0" indent="0" algn="just">
              <a:buNone/>
            </a:pPr>
            <a:endParaRPr lang="en-US" sz="2400">
              <a:latin typeface="Times New Roman"/>
              <a:ea typeface="+mn-lt"/>
              <a:cs typeface="+mn-lt"/>
            </a:endParaRPr>
          </a:p>
        </p:txBody>
      </p:sp>
      <p:sp>
        <p:nvSpPr>
          <p:cNvPr id="4" name="Date Placeholder 3">
            <a:extLst>
              <a:ext uri="{FF2B5EF4-FFF2-40B4-BE49-F238E27FC236}">
                <a16:creationId xmlns:a16="http://schemas.microsoft.com/office/drawing/2014/main" id="{6A056FE8-E87F-4F4A-8E01-30AAF1FC1A7F}"/>
              </a:ext>
            </a:extLst>
          </p:cNvPr>
          <p:cNvSpPr>
            <a:spLocks noGrp="1"/>
          </p:cNvSpPr>
          <p:nvPr>
            <p:ph type="dt" sz="quarter" idx="10"/>
          </p:nvPr>
        </p:nvSpPr>
        <p:spPr/>
        <p:txBody>
          <a:bodyPr/>
          <a:lstStyle/>
          <a:p>
            <a:pPr>
              <a:defRPr/>
            </a:pPr>
            <a:fld id="{D8523A74-4E48-4877-B5EA-34CA938F6B7F}" type="datetime1">
              <a:rPr lang="en-US" smtClean="0"/>
              <a:pPr>
                <a:defRPr/>
              </a:pPr>
              <a:t>5/17/2022</a:t>
            </a:fld>
            <a:endParaRPr lang="en-US"/>
          </a:p>
        </p:txBody>
      </p:sp>
      <p:sp>
        <p:nvSpPr>
          <p:cNvPr id="5" name="Footer Placeholder 4">
            <a:extLst>
              <a:ext uri="{FF2B5EF4-FFF2-40B4-BE49-F238E27FC236}">
                <a16:creationId xmlns:a16="http://schemas.microsoft.com/office/drawing/2014/main" id="{10F3C182-EDE7-45E4-B719-FC3E6A7BCE08}"/>
              </a:ext>
            </a:extLst>
          </p:cNvPr>
          <p:cNvSpPr>
            <a:spLocks noGrp="1"/>
          </p:cNvSpPr>
          <p:nvPr>
            <p:ph type="ftr" sz="quarter" idx="11"/>
          </p:nvPr>
        </p:nvSpPr>
        <p:spPr>
          <a:xfrm>
            <a:off x="2895600" y="6324600"/>
            <a:ext cx="6858000" cy="365125"/>
          </a:xfrm>
        </p:spPr>
        <p:txBody>
          <a:bodyPr/>
          <a:lstStyle/>
          <a:p>
            <a:pPr>
              <a:defRPr/>
            </a:pPr>
            <a:r>
              <a:rPr lang="en-US" dirty="0"/>
              <a:t>(Programming in Advanced Python)                                 Unit No:2</a:t>
            </a:r>
          </a:p>
        </p:txBody>
      </p:sp>
      <p:sp>
        <p:nvSpPr>
          <p:cNvPr id="133125" name="Slide Number Placeholder 5">
            <a:extLst>
              <a:ext uri="{FF2B5EF4-FFF2-40B4-BE49-F238E27FC236}">
                <a16:creationId xmlns:a16="http://schemas.microsoft.com/office/drawing/2014/main" id="{9DB14F11-1F57-4B67-9B73-A490AAE9B047}"/>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1C191FCC-2177-4791-8EB5-FADEB62BB62A}" type="slidenum">
              <a:rPr lang="en-US" altLang="en-US" sz="1200" dirty="0">
                <a:solidFill>
                  <a:srgbClr val="898989"/>
                </a:solidFill>
              </a:rPr>
              <a:pPr>
                <a:spcBef>
                  <a:spcPct val="0"/>
                </a:spcBef>
                <a:buFontTx/>
                <a:buNone/>
              </a:pPr>
              <a:t>172</a:t>
            </a:fld>
            <a:endParaRPr lang="en-US" altLang="en-US" sz="1200">
              <a:solidFill>
                <a:srgbClr val="898989"/>
              </a:solidFill>
            </a:endParaRPr>
          </a:p>
        </p:txBody>
      </p:sp>
      <p:sp>
        <p:nvSpPr>
          <p:cNvPr id="7" name="Title 1">
            <a:extLst>
              <a:ext uri="{FF2B5EF4-FFF2-40B4-BE49-F238E27FC236}">
                <a16:creationId xmlns:a16="http://schemas.microsoft.com/office/drawing/2014/main" id="{827B33F3-F7DC-42E1-941C-C403ADDC2436}"/>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US" sz="3200" b="1" dirty="0">
                <a:latin typeface="Times New Roman" panose="02020603050405020304" pitchFamily="18" charset="0"/>
                <a:cs typeface="Times New Roman" panose="02020603050405020304" pitchFamily="18" charset="0"/>
              </a:rPr>
              <a:t>Old Question Papers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8434">
                                            <p:txEl>
                                              <p:pRg st="0" end="0"/>
                                            </p:txEl>
                                          </p:spTgt>
                                        </p:tgtEl>
                                        <p:attrNameLst>
                                          <p:attrName>style.visibility</p:attrName>
                                        </p:attrNameLst>
                                      </p:cBhvr>
                                      <p:to>
                                        <p:strVal val="visible"/>
                                      </p:to>
                                    </p:set>
                                    <p:animEffect transition="in" filter="blinds(horizontal)">
                                      <p:cBhvr>
                                        <p:cTn id="7" dur="500"/>
                                        <p:tgtEl>
                                          <p:spTgt spid="1843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8434">
                                            <p:txEl>
                                              <p:pRg st="1" end="1"/>
                                            </p:txEl>
                                          </p:spTgt>
                                        </p:tgtEl>
                                        <p:attrNameLst>
                                          <p:attrName>style.visibility</p:attrName>
                                        </p:attrNameLst>
                                      </p:cBhvr>
                                      <p:to>
                                        <p:strVal val="visible"/>
                                      </p:to>
                                    </p:set>
                                    <p:animEffect transition="in" filter="blinds(horizontal)">
                                      <p:cBhvr>
                                        <p:cTn id="12" dur="500"/>
                                        <p:tgtEl>
                                          <p:spTgt spid="1843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8434">
                                            <p:txEl>
                                              <p:pRg st="2" end="2"/>
                                            </p:txEl>
                                          </p:spTgt>
                                        </p:tgtEl>
                                        <p:attrNameLst>
                                          <p:attrName>style.visibility</p:attrName>
                                        </p:attrNameLst>
                                      </p:cBhvr>
                                      <p:to>
                                        <p:strVal val="visible"/>
                                      </p:to>
                                    </p:set>
                                    <p:animEffect transition="in" filter="blinds(horizontal)">
                                      <p:cBhvr>
                                        <p:cTn id="17" dur="500"/>
                                        <p:tgtEl>
                                          <p:spTgt spid="1843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8434">
                                            <p:txEl>
                                              <p:pRg st="3" end="3"/>
                                            </p:txEl>
                                          </p:spTgt>
                                        </p:tgtEl>
                                        <p:attrNameLst>
                                          <p:attrName>style.visibility</p:attrName>
                                        </p:attrNameLst>
                                      </p:cBhvr>
                                      <p:to>
                                        <p:strVal val="visible"/>
                                      </p:to>
                                    </p:set>
                                    <p:animEffect transition="in" filter="blinds(horizontal)">
                                      <p:cBhvr>
                                        <p:cTn id="22" dur="500"/>
                                        <p:tgtEl>
                                          <p:spTgt spid="1843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8434">
                                            <p:txEl>
                                              <p:pRg st="4" end="4"/>
                                            </p:txEl>
                                          </p:spTgt>
                                        </p:tgtEl>
                                        <p:attrNameLst>
                                          <p:attrName>style.visibility</p:attrName>
                                        </p:attrNameLst>
                                      </p:cBhvr>
                                      <p:to>
                                        <p:strVal val="visible"/>
                                      </p:to>
                                    </p:set>
                                    <p:animEffect transition="in" filter="blinds(horizontal)">
                                      <p:cBhvr>
                                        <p:cTn id="27" dur="500"/>
                                        <p:tgtEl>
                                          <p:spTgt spid="1843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8434">
                                            <p:txEl>
                                              <p:pRg st="5" end="5"/>
                                            </p:txEl>
                                          </p:spTgt>
                                        </p:tgtEl>
                                        <p:attrNameLst>
                                          <p:attrName>style.visibility</p:attrName>
                                        </p:attrNameLst>
                                      </p:cBhvr>
                                      <p:to>
                                        <p:strVal val="visible"/>
                                      </p:to>
                                    </p:set>
                                    <p:animEffect transition="in" filter="blinds(horizontal)">
                                      <p:cBhvr>
                                        <p:cTn id="32" dur="500"/>
                                        <p:tgtEl>
                                          <p:spTgt spid="1843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4" grpId="0" build="p"/>
    </p:bld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Content Placeholder 2">
            <a:extLst>
              <a:ext uri="{FF2B5EF4-FFF2-40B4-BE49-F238E27FC236}">
                <a16:creationId xmlns:a16="http://schemas.microsoft.com/office/drawing/2014/main" id="{9392D7E7-E10A-4DD3-9EC9-08A78C85A0E4}"/>
              </a:ext>
            </a:extLst>
          </p:cNvPr>
          <p:cNvSpPr>
            <a:spLocks noGrp="1"/>
          </p:cNvSpPr>
          <p:nvPr>
            <p:ph idx="1"/>
          </p:nvPr>
        </p:nvSpPr>
        <p:spPr>
          <a:xfrm>
            <a:off x="1585823" y="688796"/>
            <a:ext cx="10377577" cy="5641525"/>
          </a:xfrm>
        </p:spPr>
        <p:txBody>
          <a:bodyPr/>
          <a:lstStyle/>
          <a:p>
            <a:pPr algn="just">
              <a:buNone/>
            </a:pPr>
            <a:endParaRPr lang="en-US" sz="2400">
              <a:latin typeface="Times New Roman"/>
              <a:cs typeface="Times New Roman"/>
            </a:endParaRPr>
          </a:p>
          <a:p>
            <a:pPr algn="just">
              <a:buNone/>
            </a:pPr>
            <a:r>
              <a:rPr lang="en-US" sz="2400" dirty="0">
                <a:latin typeface="Times New Roman"/>
                <a:cs typeface="Times New Roman"/>
              </a:rPr>
              <a:t>Q4.  Explain various ways of inspecting Python objects.</a:t>
            </a:r>
            <a:endParaRPr lang="en-US" sz="2400">
              <a:latin typeface="Times New Roman"/>
              <a:ea typeface="+mn-lt"/>
              <a:cs typeface="+mn-lt"/>
            </a:endParaRPr>
          </a:p>
          <a:p>
            <a:pPr marL="0" indent="0">
              <a:buNone/>
            </a:pPr>
            <a:r>
              <a:rPr lang="en-US" altLang="en-US" sz="2400" dirty="0">
                <a:latin typeface="Times New Roman"/>
                <a:cs typeface="Times New Roman"/>
              </a:rPr>
              <a:t>Q5. What should be the output of the following program?</a:t>
            </a:r>
            <a:endParaRPr lang="en-US" sz="2400">
              <a:latin typeface="Times New Roman"/>
              <a:cs typeface="Times New Roman"/>
            </a:endParaRPr>
          </a:p>
          <a:p>
            <a:pPr marL="0" indent="0">
              <a:buNone/>
            </a:pPr>
            <a:r>
              <a:rPr lang="en-US" sz="2400" dirty="0">
                <a:latin typeface="Times New Roman"/>
                <a:cs typeface="Times New Roman"/>
              </a:rPr>
              <a:t># subclass.py
class Object(object):
    def __</a:t>
            </a:r>
            <a:r>
              <a:rPr lang="en-US" sz="2400" dirty="0" err="1">
                <a:latin typeface="Times New Roman"/>
                <a:cs typeface="Times New Roman"/>
              </a:rPr>
              <a:t>init</a:t>
            </a:r>
            <a:r>
              <a:rPr lang="en-US" sz="2400" dirty="0">
                <a:latin typeface="Times New Roman"/>
                <a:cs typeface="Times New Roman"/>
              </a:rPr>
              <a:t>__(self):
      pass
class Wall(Object):
    def __</a:t>
            </a:r>
            <a:r>
              <a:rPr lang="en-US" sz="2400" dirty="0" err="1">
                <a:latin typeface="Times New Roman"/>
                <a:cs typeface="Times New Roman"/>
              </a:rPr>
              <a:t>init</a:t>
            </a:r>
            <a:r>
              <a:rPr lang="en-US" sz="2400" dirty="0">
                <a:latin typeface="Times New Roman"/>
                <a:cs typeface="Times New Roman"/>
              </a:rPr>
              <a:t>__(self):
      pass
print(</a:t>
            </a:r>
            <a:r>
              <a:rPr lang="en-US" sz="2400" dirty="0" err="1">
                <a:latin typeface="Times New Roman"/>
                <a:cs typeface="Times New Roman"/>
              </a:rPr>
              <a:t>issubclass</a:t>
            </a:r>
            <a:r>
              <a:rPr lang="en-US" sz="2400" dirty="0">
                <a:latin typeface="Times New Roman"/>
                <a:cs typeface="Times New Roman"/>
              </a:rPr>
              <a:t>(Object, Object))
print(</a:t>
            </a:r>
            <a:r>
              <a:rPr lang="en-US" sz="2400" dirty="0" err="1">
                <a:latin typeface="Times New Roman"/>
                <a:cs typeface="Times New Roman"/>
              </a:rPr>
              <a:t>issubclass</a:t>
            </a:r>
            <a:r>
              <a:rPr lang="en-US" sz="2400" dirty="0">
                <a:latin typeface="Times New Roman"/>
                <a:cs typeface="Times New Roman"/>
              </a:rPr>
              <a:t>(Object, Wall))
print(</a:t>
            </a:r>
            <a:r>
              <a:rPr lang="en-US" sz="2400" dirty="0" err="1">
                <a:latin typeface="Times New Roman"/>
                <a:cs typeface="Times New Roman"/>
              </a:rPr>
              <a:t>issubclass</a:t>
            </a:r>
            <a:r>
              <a:rPr lang="en-US" sz="2400" dirty="0">
                <a:latin typeface="Times New Roman"/>
                <a:cs typeface="Times New Roman"/>
              </a:rPr>
              <a:t>(Wall, Object))
print(</a:t>
            </a:r>
            <a:r>
              <a:rPr lang="en-US" sz="2400" dirty="0" err="1">
                <a:latin typeface="Times New Roman"/>
                <a:cs typeface="Times New Roman"/>
              </a:rPr>
              <a:t>issubclass</a:t>
            </a:r>
            <a:r>
              <a:rPr lang="en-US" sz="2400" dirty="0">
                <a:latin typeface="Times New Roman"/>
                <a:cs typeface="Times New Roman"/>
              </a:rPr>
              <a:t>(Wall, Wall))</a:t>
            </a:r>
          </a:p>
        </p:txBody>
      </p:sp>
      <p:sp>
        <p:nvSpPr>
          <p:cNvPr id="4" name="Date Placeholder 3">
            <a:extLst>
              <a:ext uri="{FF2B5EF4-FFF2-40B4-BE49-F238E27FC236}">
                <a16:creationId xmlns:a16="http://schemas.microsoft.com/office/drawing/2014/main" id="{A2453A9B-98C4-43E1-9CE5-84CDA7B550EE}"/>
              </a:ext>
            </a:extLst>
          </p:cNvPr>
          <p:cNvSpPr>
            <a:spLocks noGrp="1"/>
          </p:cNvSpPr>
          <p:nvPr>
            <p:ph type="dt" sz="quarter" idx="10"/>
          </p:nvPr>
        </p:nvSpPr>
        <p:spPr/>
        <p:txBody>
          <a:bodyPr/>
          <a:lstStyle/>
          <a:p>
            <a:pPr>
              <a:defRPr/>
            </a:pPr>
            <a:fld id="{B2B6899D-B7D2-4BF3-B1BB-2D1AF425547C}" type="datetime1">
              <a:rPr lang="en-US" smtClean="0"/>
              <a:pPr>
                <a:defRPr/>
              </a:pPr>
              <a:t>5/17/2022</a:t>
            </a:fld>
            <a:endParaRPr lang="en-US"/>
          </a:p>
        </p:txBody>
      </p:sp>
      <p:sp>
        <p:nvSpPr>
          <p:cNvPr id="5" name="Footer Placeholder 4">
            <a:extLst>
              <a:ext uri="{FF2B5EF4-FFF2-40B4-BE49-F238E27FC236}">
                <a16:creationId xmlns:a16="http://schemas.microsoft.com/office/drawing/2014/main" id="{B60054FB-5EE8-479D-9FBA-783FE8CB1214}"/>
              </a:ext>
            </a:extLst>
          </p:cNvPr>
          <p:cNvSpPr>
            <a:spLocks noGrp="1"/>
          </p:cNvSpPr>
          <p:nvPr>
            <p:ph type="ftr" sz="quarter" idx="11"/>
          </p:nvPr>
        </p:nvSpPr>
        <p:spPr>
          <a:xfrm>
            <a:off x="2895600" y="6324600"/>
            <a:ext cx="6858000" cy="365125"/>
          </a:xfrm>
        </p:spPr>
        <p:txBody>
          <a:bodyPr/>
          <a:lstStyle/>
          <a:p>
            <a:pPr>
              <a:defRPr/>
            </a:pPr>
            <a:r>
              <a:rPr lang="en-US" dirty="0"/>
              <a:t>(Programming in Advanced Python)                                 Unit No:2</a:t>
            </a:r>
          </a:p>
        </p:txBody>
      </p:sp>
      <p:sp>
        <p:nvSpPr>
          <p:cNvPr id="134149" name="Slide Number Placeholder 5">
            <a:extLst>
              <a:ext uri="{FF2B5EF4-FFF2-40B4-BE49-F238E27FC236}">
                <a16:creationId xmlns:a16="http://schemas.microsoft.com/office/drawing/2014/main" id="{5EA072DB-D748-4635-8F4A-85B62225BEC9}"/>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5C8355DE-2098-4729-9F58-C0FEADE27DBF}" type="slidenum">
              <a:rPr lang="en-US" altLang="en-US" sz="1200" dirty="0">
                <a:solidFill>
                  <a:srgbClr val="898989"/>
                </a:solidFill>
              </a:rPr>
              <a:pPr>
                <a:spcBef>
                  <a:spcPct val="0"/>
                </a:spcBef>
                <a:buFontTx/>
                <a:buNone/>
              </a:pPr>
              <a:t>173</a:t>
            </a:fld>
            <a:endParaRPr lang="en-US" altLang="en-US" sz="1200">
              <a:solidFill>
                <a:srgbClr val="898989"/>
              </a:solidFill>
            </a:endParaRPr>
          </a:p>
        </p:txBody>
      </p:sp>
      <p:sp>
        <p:nvSpPr>
          <p:cNvPr id="7" name="Title 1">
            <a:extLst>
              <a:ext uri="{FF2B5EF4-FFF2-40B4-BE49-F238E27FC236}">
                <a16:creationId xmlns:a16="http://schemas.microsoft.com/office/drawing/2014/main" id="{AFDF7684-B93D-49D6-9405-7B33792C826A}"/>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US" sz="3200" b="1" dirty="0">
                <a:latin typeface="Times New Roman" panose="02020603050405020304" pitchFamily="18" charset="0"/>
                <a:cs typeface="Times New Roman" panose="02020603050405020304" pitchFamily="18" charset="0"/>
              </a:rPr>
              <a:t>Old Question Papers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8434">
                                            <p:txEl>
                                              <p:pRg st="1" end="1"/>
                                            </p:txEl>
                                          </p:spTgt>
                                        </p:tgtEl>
                                        <p:attrNameLst>
                                          <p:attrName>style.visibility</p:attrName>
                                        </p:attrNameLst>
                                      </p:cBhvr>
                                      <p:to>
                                        <p:strVal val="visible"/>
                                      </p:to>
                                    </p:set>
                                    <p:animEffect transition="in" filter="blinds(horizontal)">
                                      <p:cBhvr>
                                        <p:cTn id="7" dur="500"/>
                                        <p:tgtEl>
                                          <p:spTgt spid="1843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8434">
                                            <p:txEl>
                                              <p:pRg st="2" end="2"/>
                                            </p:txEl>
                                          </p:spTgt>
                                        </p:tgtEl>
                                        <p:attrNameLst>
                                          <p:attrName>style.visibility</p:attrName>
                                        </p:attrNameLst>
                                      </p:cBhvr>
                                      <p:to>
                                        <p:strVal val="visible"/>
                                      </p:to>
                                    </p:set>
                                    <p:animEffect transition="in" filter="blinds(horizontal)">
                                      <p:cBhvr>
                                        <p:cTn id="12" dur="500"/>
                                        <p:tgtEl>
                                          <p:spTgt spid="1843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8434">
                                            <p:txEl>
                                              <p:pRg st="3" end="3"/>
                                            </p:txEl>
                                          </p:spTgt>
                                        </p:tgtEl>
                                        <p:attrNameLst>
                                          <p:attrName>style.visibility</p:attrName>
                                        </p:attrNameLst>
                                      </p:cBhvr>
                                      <p:to>
                                        <p:strVal val="visible"/>
                                      </p:to>
                                    </p:set>
                                    <p:animEffect transition="in" filter="blinds(horizontal)">
                                      <p:cBhvr>
                                        <p:cTn id="17" dur="500"/>
                                        <p:tgtEl>
                                          <p:spTgt spid="1843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4" grpId="0" build="p"/>
    </p:bld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Content Placeholder 2">
            <a:extLst>
              <a:ext uri="{FF2B5EF4-FFF2-40B4-BE49-F238E27FC236}">
                <a16:creationId xmlns:a16="http://schemas.microsoft.com/office/drawing/2014/main" id="{F14516DF-59BE-4A9B-8589-631110089654}"/>
              </a:ext>
            </a:extLst>
          </p:cNvPr>
          <p:cNvSpPr>
            <a:spLocks noGrp="1"/>
          </p:cNvSpPr>
          <p:nvPr>
            <p:ph idx="1"/>
          </p:nvPr>
        </p:nvSpPr>
        <p:spPr>
          <a:xfrm>
            <a:off x="1585823" y="826698"/>
            <a:ext cx="10363200" cy="5758132"/>
          </a:xfrm>
        </p:spPr>
        <p:txBody>
          <a:bodyPr/>
          <a:lstStyle/>
          <a:p>
            <a:pPr marL="0" indent="0" algn="just">
              <a:buNone/>
            </a:pPr>
            <a:r>
              <a:rPr lang="en-US" sz="2400" dirty="0">
                <a:latin typeface="Times New Roman"/>
                <a:cs typeface="Times New Roman"/>
              </a:rPr>
              <a:t>Q1.What does callable() describes?</a:t>
            </a:r>
            <a:endParaRPr lang="en-US" sz="2400">
              <a:latin typeface="Times New Roman"/>
              <a:ea typeface="+mn-lt"/>
              <a:cs typeface="Times New Roman"/>
            </a:endParaRPr>
          </a:p>
          <a:p>
            <a:pPr marL="0" indent="0" algn="just">
              <a:buNone/>
            </a:pPr>
            <a:r>
              <a:rPr lang="en-US" sz="2400" dirty="0">
                <a:latin typeface="Times New Roman"/>
                <a:cs typeface="Times New Roman"/>
              </a:rPr>
              <a:t>Q2. Explain various ways of inspecting Python objects.</a:t>
            </a:r>
          </a:p>
          <a:p>
            <a:pPr marL="0" indent="0" algn="just">
              <a:buNone/>
            </a:pPr>
            <a:r>
              <a:rPr lang="en-US" sz="2400" dirty="0">
                <a:latin typeface="Times New Roman"/>
                <a:cs typeface="Times New Roman"/>
              </a:rPr>
              <a:t>Q3. What are introspection tools? Explain them briefly.</a:t>
            </a:r>
          </a:p>
          <a:p>
            <a:pPr marL="0" indent="0" algn="just">
              <a:buNone/>
            </a:pPr>
            <a:r>
              <a:rPr lang="en-US" sz="2400" dirty="0">
                <a:latin typeface="Times New Roman"/>
                <a:cs typeface="Times New Roman"/>
              </a:rPr>
              <a:t>Q4. Explain with example </a:t>
            </a:r>
            <a:r>
              <a:rPr lang="en-US" sz="2400" dirty="0" err="1">
                <a:latin typeface="Times New Roman"/>
                <a:cs typeface="Times New Roman"/>
              </a:rPr>
              <a:t>issubclass</a:t>
            </a:r>
            <a:r>
              <a:rPr lang="en-US" sz="2400" dirty="0">
                <a:latin typeface="Times New Roman"/>
                <a:cs typeface="Times New Roman"/>
              </a:rPr>
              <a:t>() and </a:t>
            </a:r>
            <a:r>
              <a:rPr lang="en-US" sz="2400" dirty="0" err="1">
                <a:latin typeface="Times New Roman"/>
                <a:cs typeface="Times New Roman"/>
              </a:rPr>
              <a:t>getattr</a:t>
            </a:r>
            <a:r>
              <a:rPr lang="en-US" sz="2400" dirty="0">
                <a:latin typeface="Times New Roman"/>
                <a:cs typeface="Times New Roman"/>
              </a:rPr>
              <a:t>() functions.</a:t>
            </a:r>
          </a:p>
          <a:p>
            <a:pPr marL="0" indent="0" algn="just">
              <a:buNone/>
            </a:pPr>
            <a:r>
              <a:rPr lang="en-US" sz="2400" dirty="0">
                <a:latin typeface="Times New Roman"/>
                <a:cs typeface="Calibri"/>
              </a:rPr>
              <a:t>Q5. Explain inspect modules with example.</a:t>
            </a:r>
          </a:p>
          <a:p>
            <a:pPr marL="0" indent="0">
              <a:buNone/>
            </a:pPr>
            <a:r>
              <a:rPr lang="en-US" sz="2400" dirty="0">
                <a:latin typeface="Times New Roman"/>
                <a:cs typeface="Calibri"/>
              </a:rPr>
              <a:t>Q6. </a:t>
            </a:r>
            <a:r>
              <a:rPr lang="en-US" sz="2400" dirty="0">
                <a:latin typeface="Times New Roman"/>
                <a:cs typeface="Times New Roman"/>
              </a:rPr>
              <a:t> What should be the output of the following program?</a:t>
            </a:r>
            <a:br>
              <a:rPr lang="en-US" sz="2400">
                <a:latin typeface="Times New Roman"/>
                <a:cs typeface="Times New Roman"/>
              </a:rPr>
            </a:br>
            <a:r>
              <a:rPr lang="en-US" sz="2000" dirty="0">
                <a:latin typeface="Times New Roman"/>
                <a:cs typeface="Times New Roman"/>
              </a:rPr>
              <a:t>class Object(object):</a:t>
            </a:r>
            <a:br>
              <a:rPr lang="en-US" sz="2000">
                <a:latin typeface="Times New Roman"/>
                <a:cs typeface="Times New Roman"/>
              </a:rPr>
            </a:br>
            <a:r>
              <a:rPr lang="en-US" sz="2000" dirty="0">
                <a:latin typeface="Times New Roman"/>
                <a:cs typeface="Times New Roman"/>
              </a:rPr>
              <a:t>    def __</a:t>
            </a:r>
            <a:r>
              <a:rPr lang="en-US" sz="2000" dirty="0" err="1">
                <a:latin typeface="Times New Roman"/>
                <a:cs typeface="Times New Roman"/>
              </a:rPr>
              <a:t>init</a:t>
            </a:r>
            <a:r>
              <a:rPr lang="en-US" sz="2000" dirty="0">
                <a:latin typeface="Times New Roman"/>
                <a:cs typeface="Times New Roman"/>
              </a:rPr>
              <a:t>__(self):</a:t>
            </a:r>
            <a:br>
              <a:rPr lang="en-US" sz="2000">
                <a:latin typeface="Times New Roman"/>
                <a:cs typeface="Times New Roman"/>
              </a:rPr>
            </a:br>
            <a:r>
              <a:rPr lang="en-US" sz="2000" dirty="0">
                <a:latin typeface="Times New Roman"/>
                <a:cs typeface="Times New Roman"/>
              </a:rPr>
              <a:t>      pass</a:t>
            </a:r>
            <a:br>
              <a:rPr lang="en-US" sz="2000">
                <a:latin typeface="Times New Roman"/>
                <a:cs typeface="Times New Roman"/>
              </a:rPr>
            </a:br>
            <a:r>
              <a:rPr lang="en-US" sz="2000" dirty="0">
                <a:latin typeface="Times New Roman"/>
                <a:cs typeface="Times New Roman"/>
              </a:rPr>
              <a:t>class Wall(Object):</a:t>
            </a:r>
            <a:br>
              <a:rPr lang="en-US" sz="2000">
                <a:latin typeface="Times New Roman"/>
                <a:cs typeface="Times New Roman"/>
              </a:rPr>
            </a:br>
            <a:r>
              <a:rPr lang="en-US" sz="2000" dirty="0">
                <a:latin typeface="Times New Roman"/>
                <a:cs typeface="Times New Roman"/>
              </a:rPr>
              <a:t>    def __</a:t>
            </a:r>
            <a:r>
              <a:rPr lang="en-US" sz="2000" dirty="0" err="1">
                <a:latin typeface="Times New Roman"/>
                <a:cs typeface="Times New Roman"/>
              </a:rPr>
              <a:t>init</a:t>
            </a:r>
            <a:r>
              <a:rPr lang="en-US" sz="2000" dirty="0">
                <a:latin typeface="Times New Roman"/>
                <a:cs typeface="Times New Roman"/>
              </a:rPr>
              <a:t>__(self):</a:t>
            </a:r>
            <a:br>
              <a:rPr lang="en-US" sz="2000">
                <a:latin typeface="Times New Roman"/>
                <a:cs typeface="Times New Roman"/>
              </a:rPr>
            </a:br>
            <a:r>
              <a:rPr lang="en-US" sz="2000" dirty="0">
                <a:latin typeface="Times New Roman"/>
                <a:cs typeface="Times New Roman"/>
              </a:rPr>
              <a:t>      pass</a:t>
            </a:r>
            <a:br>
              <a:rPr lang="en-US" sz="2000">
                <a:latin typeface="Times New Roman"/>
                <a:cs typeface="Times New Roman"/>
              </a:rPr>
            </a:br>
            <a:r>
              <a:rPr lang="en-US" sz="2000" dirty="0">
                <a:latin typeface="Times New Roman"/>
                <a:cs typeface="Times New Roman"/>
              </a:rPr>
              <a:t>print(</a:t>
            </a:r>
            <a:r>
              <a:rPr lang="en-US" sz="2000" dirty="0" err="1">
                <a:latin typeface="Times New Roman"/>
                <a:cs typeface="Times New Roman"/>
              </a:rPr>
              <a:t>issubclass</a:t>
            </a:r>
            <a:r>
              <a:rPr lang="en-US" sz="2000" dirty="0">
                <a:latin typeface="Times New Roman"/>
                <a:cs typeface="Times New Roman"/>
              </a:rPr>
              <a:t>(Object, Object))</a:t>
            </a:r>
            <a:br>
              <a:rPr lang="en-US" sz="2000">
                <a:latin typeface="Times New Roman"/>
                <a:cs typeface="Times New Roman"/>
              </a:rPr>
            </a:br>
            <a:r>
              <a:rPr lang="en-US" sz="2000" dirty="0">
                <a:latin typeface="Times New Roman"/>
                <a:cs typeface="Times New Roman"/>
              </a:rPr>
              <a:t>print(</a:t>
            </a:r>
            <a:r>
              <a:rPr lang="en-US" sz="2000" dirty="0" err="1">
                <a:latin typeface="Times New Roman"/>
                <a:cs typeface="Times New Roman"/>
              </a:rPr>
              <a:t>issubclass</a:t>
            </a:r>
            <a:r>
              <a:rPr lang="en-US" sz="2000" dirty="0">
                <a:latin typeface="Times New Roman"/>
                <a:cs typeface="Times New Roman"/>
              </a:rPr>
              <a:t>(Object, Wall))</a:t>
            </a:r>
            <a:br>
              <a:rPr lang="en-US" sz="2000">
                <a:latin typeface="Times New Roman"/>
                <a:cs typeface="Times New Roman"/>
              </a:rPr>
            </a:br>
            <a:r>
              <a:rPr lang="en-US" sz="2000" dirty="0">
                <a:latin typeface="Times New Roman"/>
                <a:cs typeface="Times New Roman"/>
              </a:rPr>
              <a:t>print(</a:t>
            </a:r>
            <a:r>
              <a:rPr lang="en-US" sz="2000" dirty="0" err="1">
                <a:latin typeface="Times New Roman"/>
                <a:cs typeface="Times New Roman"/>
              </a:rPr>
              <a:t>issubclass</a:t>
            </a:r>
            <a:r>
              <a:rPr lang="en-US" sz="2000" dirty="0">
                <a:latin typeface="Times New Roman"/>
                <a:cs typeface="Times New Roman"/>
              </a:rPr>
              <a:t>(Wall, Object))</a:t>
            </a:r>
            <a:br>
              <a:rPr lang="en-US" sz="2000">
                <a:latin typeface="Times New Roman"/>
                <a:cs typeface="Times New Roman"/>
              </a:rPr>
            </a:br>
            <a:r>
              <a:rPr lang="en-US" sz="2000" dirty="0">
                <a:latin typeface="Times New Roman"/>
                <a:cs typeface="Times New Roman"/>
              </a:rPr>
              <a:t>print(</a:t>
            </a:r>
            <a:r>
              <a:rPr lang="en-US" sz="2000" dirty="0" err="1">
                <a:latin typeface="Times New Roman"/>
                <a:cs typeface="Times New Roman"/>
              </a:rPr>
              <a:t>issubclass</a:t>
            </a:r>
            <a:r>
              <a:rPr lang="en-US" sz="2000" dirty="0">
                <a:latin typeface="Times New Roman"/>
                <a:cs typeface="Times New Roman"/>
              </a:rPr>
              <a:t>(Wall, Wall)</a:t>
            </a:r>
            <a:r>
              <a:rPr lang="en-US" sz="2400" dirty="0">
                <a:latin typeface="Times New Roman"/>
                <a:cs typeface="Times New Roman"/>
              </a:rPr>
              <a:t>)</a:t>
            </a:r>
            <a:endParaRPr lang="en-US" sz="2400" dirty="0">
              <a:ea typeface="+mn-lt"/>
              <a:cs typeface="+mn-lt"/>
            </a:endParaRPr>
          </a:p>
          <a:p>
            <a:pPr marL="0" indent="0" algn="just">
              <a:buNone/>
            </a:pPr>
            <a:endParaRPr lang="en-US" sz="2400">
              <a:latin typeface="Times New Roman"/>
              <a:cs typeface="Calibri"/>
            </a:endParaRPr>
          </a:p>
        </p:txBody>
      </p:sp>
      <p:sp>
        <p:nvSpPr>
          <p:cNvPr id="4" name="Date Placeholder 3">
            <a:extLst>
              <a:ext uri="{FF2B5EF4-FFF2-40B4-BE49-F238E27FC236}">
                <a16:creationId xmlns:a16="http://schemas.microsoft.com/office/drawing/2014/main" id="{D1182588-4E92-4567-8AFB-2690C9DAA39B}"/>
              </a:ext>
            </a:extLst>
          </p:cNvPr>
          <p:cNvSpPr>
            <a:spLocks noGrp="1"/>
          </p:cNvSpPr>
          <p:nvPr>
            <p:ph type="dt" sz="quarter" idx="10"/>
          </p:nvPr>
        </p:nvSpPr>
        <p:spPr/>
        <p:txBody>
          <a:bodyPr/>
          <a:lstStyle/>
          <a:p>
            <a:pPr>
              <a:defRPr/>
            </a:pPr>
            <a:fld id="{DEFA4648-60E8-42CD-9640-5997601BF455}" type="datetime1">
              <a:rPr lang="en-US" smtClean="0"/>
              <a:pPr>
                <a:defRPr/>
              </a:pPr>
              <a:t>5/17/2022</a:t>
            </a:fld>
            <a:endParaRPr lang="en-US"/>
          </a:p>
        </p:txBody>
      </p:sp>
      <p:sp>
        <p:nvSpPr>
          <p:cNvPr id="5" name="Footer Placeholder 4">
            <a:extLst>
              <a:ext uri="{FF2B5EF4-FFF2-40B4-BE49-F238E27FC236}">
                <a16:creationId xmlns:a16="http://schemas.microsoft.com/office/drawing/2014/main" id="{656DB48F-9C86-4596-B3AB-907611DEF75C}"/>
              </a:ext>
            </a:extLst>
          </p:cNvPr>
          <p:cNvSpPr>
            <a:spLocks noGrp="1"/>
          </p:cNvSpPr>
          <p:nvPr>
            <p:ph type="ftr" sz="quarter" idx="11"/>
          </p:nvPr>
        </p:nvSpPr>
        <p:spPr>
          <a:xfrm>
            <a:off x="2819400" y="6356350"/>
            <a:ext cx="6934200" cy="365125"/>
          </a:xfrm>
        </p:spPr>
        <p:txBody>
          <a:bodyPr/>
          <a:lstStyle/>
          <a:p>
            <a:pPr>
              <a:defRPr/>
            </a:pPr>
            <a:r>
              <a:rPr lang="en-US" dirty="0"/>
              <a:t>(Programming in Advanced Python)                                 Unit No:2</a:t>
            </a:r>
          </a:p>
        </p:txBody>
      </p:sp>
      <p:sp>
        <p:nvSpPr>
          <p:cNvPr id="135173" name="Slide Number Placeholder 5">
            <a:extLst>
              <a:ext uri="{FF2B5EF4-FFF2-40B4-BE49-F238E27FC236}">
                <a16:creationId xmlns:a16="http://schemas.microsoft.com/office/drawing/2014/main" id="{9B23EF8D-6DFB-4CBD-9CAC-F8236DAD3E9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5D1EC52C-AAFF-4D15-868C-A79601D8A907}" type="slidenum">
              <a:rPr lang="en-US" altLang="en-US" sz="1200" dirty="0">
                <a:solidFill>
                  <a:srgbClr val="898989"/>
                </a:solidFill>
              </a:rPr>
              <a:pPr>
                <a:spcBef>
                  <a:spcPct val="0"/>
                </a:spcBef>
                <a:buFontTx/>
                <a:buNone/>
              </a:pPr>
              <a:t>174</a:t>
            </a:fld>
            <a:endParaRPr lang="en-US" altLang="en-US" sz="1200">
              <a:solidFill>
                <a:srgbClr val="898989"/>
              </a:solidFill>
            </a:endParaRPr>
          </a:p>
        </p:txBody>
      </p:sp>
      <p:sp>
        <p:nvSpPr>
          <p:cNvPr id="7" name="Title 1">
            <a:extLst>
              <a:ext uri="{FF2B5EF4-FFF2-40B4-BE49-F238E27FC236}">
                <a16:creationId xmlns:a16="http://schemas.microsoft.com/office/drawing/2014/main" id="{C24EFE74-5A39-405F-A27F-B638F79A25AD}"/>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fontAlgn="auto">
              <a:spcAft>
                <a:spcPts val="0"/>
              </a:spcAft>
              <a:defRPr/>
            </a:pPr>
            <a:r>
              <a:rPr lang="en-US" sz="3200" b="1" dirty="0">
                <a:latin typeface="Times New Roman" pitchFamily="18" charset="0"/>
                <a:cs typeface="Times New Roman" pitchFamily="18" charset="0"/>
              </a:rPr>
              <a:t>Expected Questions for University Exam </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19458">
                                            <p:txEl>
                                              <p:pRg st="0" end="0"/>
                                            </p:txEl>
                                          </p:spTgt>
                                        </p:tgtEl>
                                        <p:attrNameLst>
                                          <p:attrName>style.visibility</p:attrName>
                                        </p:attrNameLst>
                                      </p:cBhvr>
                                      <p:to>
                                        <p:strVal val="visible"/>
                                      </p:to>
                                    </p:set>
                                    <p:animEffect transition="in" filter="box(in)">
                                      <p:cBhvr>
                                        <p:cTn id="7" dur="500"/>
                                        <p:tgtEl>
                                          <p:spTgt spid="1945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19458">
                                            <p:txEl>
                                              <p:pRg st="1" end="1"/>
                                            </p:txEl>
                                          </p:spTgt>
                                        </p:tgtEl>
                                        <p:attrNameLst>
                                          <p:attrName>style.visibility</p:attrName>
                                        </p:attrNameLst>
                                      </p:cBhvr>
                                      <p:to>
                                        <p:strVal val="visible"/>
                                      </p:to>
                                    </p:set>
                                    <p:animEffect transition="in" filter="box(in)">
                                      <p:cBhvr>
                                        <p:cTn id="12" dur="500"/>
                                        <p:tgtEl>
                                          <p:spTgt spid="1945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19458">
                                            <p:txEl>
                                              <p:pRg st="2" end="2"/>
                                            </p:txEl>
                                          </p:spTgt>
                                        </p:tgtEl>
                                        <p:attrNameLst>
                                          <p:attrName>style.visibility</p:attrName>
                                        </p:attrNameLst>
                                      </p:cBhvr>
                                      <p:to>
                                        <p:strVal val="visible"/>
                                      </p:to>
                                    </p:set>
                                    <p:animEffect transition="in" filter="box(in)">
                                      <p:cBhvr>
                                        <p:cTn id="17" dur="500"/>
                                        <p:tgtEl>
                                          <p:spTgt spid="1945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19458">
                                            <p:txEl>
                                              <p:pRg st="3" end="3"/>
                                            </p:txEl>
                                          </p:spTgt>
                                        </p:tgtEl>
                                        <p:attrNameLst>
                                          <p:attrName>style.visibility</p:attrName>
                                        </p:attrNameLst>
                                      </p:cBhvr>
                                      <p:to>
                                        <p:strVal val="visible"/>
                                      </p:to>
                                    </p:set>
                                    <p:animEffect transition="in" filter="box(in)">
                                      <p:cBhvr>
                                        <p:cTn id="22" dur="500"/>
                                        <p:tgtEl>
                                          <p:spTgt spid="1945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nodeType="clickEffect">
                                  <p:stCondLst>
                                    <p:cond delay="0"/>
                                  </p:stCondLst>
                                  <p:childTnLst>
                                    <p:set>
                                      <p:cBhvr>
                                        <p:cTn id="26" dur="1" fill="hold">
                                          <p:stCondLst>
                                            <p:cond delay="0"/>
                                          </p:stCondLst>
                                        </p:cTn>
                                        <p:tgtEl>
                                          <p:spTgt spid="19458">
                                            <p:txEl>
                                              <p:pRg st="4" end="4"/>
                                            </p:txEl>
                                          </p:spTgt>
                                        </p:tgtEl>
                                        <p:attrNameLst>
                                          <p:attrName>style.visibility</p:attrName>
                                        </p:attrNameLst>
                                      </p:cBhvr>
                                      <p:to>
                                        <p:strVal val="visible"/>
                                      </p:to>
                                    </p:set>
                                    <p:animEffect transition="in" filter="box(in)">
                                      <p:cBhvr>
                                        <p:cTn id="27" dur="500"/>
                                        <p:tgtEl>
                                          <p:spTgt spid="19458">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nodeType="clickEffect">
                                  <p:stCondLst>
                                    <p:cond delay="0"/>
                                  </p:stCondLst>
                                  <p:childTnLst>
                                    <p:set>
                                      <p:cBhvr>
                                        <p:cTn id="31" dur="1" fill="hold">
                                          <p:stCondLst>
                                            <p:cond delay="0"/>
                                          </p:stCondLst>
                                        </p:cTn>
                                        <p:tgtEl>
                                          <p:spTgt spid="19458">
                                            <p:txEl>
                                              <p:pRg st="5" end="5"/>
                                            </p:txEl>
                                          </p:spTgt>
                                        </p:tgtEl>
                                        <p:attrNameLst>
                                          <p:attrName>style.visibility</p:attrName>
                                        </p:attrNameLst>
                                      </p:cBhvr>
                                      <p:to>
                                        <p:strVal val="visible"/>
                                      </p:to>
                                    </p:set>
                                    <p:animEffect transition="in" filter="box(in)">
                                      <p:cBhvr>
                                        <p:cTn id="32" dur="500"/>
                                        <p:tgtEl>
                                          <p:spTgt spid="19458">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Content Placeholder 2">
            <a:extLst>
              <a:ext uri="{FF2B5EF4-FFF2-40B4-BE49-F238E27FC236}">
                <a16:creationId xmlns:a16="http://schemas.microsoft.com/office/drawing/2014/main" id="{D62789EA-4C51-4C6D-8F7B-32E8713F83F9}"/>
              </a:ext>
            </a:extLst>
          </p:cNvPr>
          <p:cNvSpPr>
            <a:spLocks noGrp="1"/>
          </p:cNvSpPr>
          <p:nvPr>
            <p:ph idx="1"/>
          </p:nvPr>
        </p:nvSpPr>
        <p:spPr>
          <a:xfrm>
            <a:off x="1600200" y="1143000"/>
            <a:ext cx="9906000" cy="5029200"/>
          </a:xfrm>
        </p:spPr>
        <p:txBody>
          <a:bodyPr/>
          <a:lstStyle/>
          <a:p>
            <a:pPr lvl="1" algn="just" eaLnBrk="1" hangingPunct="1"/>
            <a:r>
              <a:rPr lang="en-IN" altLang="en-US" u="sng">
                <a:latin typeface="Times New Roman"/>
                <a:cs typeface="Times New Roman"/>
                <a:hlinkClick r:id="rId2"/>
              </a:rPr>
              <a:t>https://www.python-course.eu/python3_inheritance.php</a:t>
            </a:r>
            <a:endParaRPr lang="en-IN" altLang="en-US" u="sng">
              <a:latin typeface="Times New Roman"/>
              <a:cs typeface="Times New Roman"/>
            </a:endParaRPr>
          </a:p>
          <a:p>
            <a:pPr lvl="1" algn="just" eaLnBrk="1" hangingPunct="1"/>
            <a:r>
              <a:rPr lang="en-IN" altLang="en-US" u="sng">
                <a:latin typeface="Times New Roman"/>
                <a:cs typeface="Times New Roman"/>
                <a:hlinkClick r:id="rId3"/>
              </a:rPr>
              <a:t>https://www.youtube.com/watch?v=u9x475OGj_U</a:t>
            </a:r>
            <a:endParaRPr lang="en-IN" altLang="en-US" u="sng">
              <a:latin typeface="Times New Roman"/>
              <a:cs typeface="Times New Roman"/>
            </a:endParaRPr>
          </a:p>
          <a:p>
            <a:pPr lvl="1" algn="just" eaLnBrk="1" hangingPunct="1"/>
            <a:r>
              <a:rPr lang="en-IN" altLang="en-US" u="sng">
                <a:latin typeface="Times New Roman"/>
                <a:cs typeface="Times New Roman"/>
                <a:hlinkClick r:id="rId4"/>
              </a:rPr>
              <a:t>https://www.youtube.com/watch?v=byHcYRpMgI4</a:t>
            </a:r>
            <a:endParaRPr lang="en-IN" altLang="en-US" u="sng">
              <a:latin typeface="Times New Roman"/>
              <a:cs typeface="Times New Roman"/>
            </a:endParaRPr>
          </a:p>
          <a:p>
            <a:pPr lvl="1" algn="just" eaLnBrk="1" hangingPunct="1"/>
            <a:r>
              <a:rPr lang="en-IN" altLang="en-US" u="sng">
                <a:latin typeface="Times New Roman"/>
                <a:cs typeface="Times New Roman"/>
                <a:hlinkClick r:id="rId5"/>
              </a:rPr>
              <a:t>https://www.youtube.com/watch?v=FsAPt_9Bf3U</a:t>
            </a:r>
            <a:endParaRPr lang="en-IN" altLang="en-US" u="sng">
              <a:latin typeface="Times New Roman"/>
              <a:cs typeface="Times New Roman"/>
            </a:endParaRPr>
          </a:p>
          <a:p>
            <a:pPr marL="457200" lvl="1" indent="0" algn="just" eaLnBrk="1" hangingPunct="1">
              <a:buNone/>
            </a:pPr>
            <a:endParaRPr lang="en-IN" altLang="en-US" u="sng">
              <a:latin typeface="Times New Roman" panose="02020603050405020304" pitchFamily="18" charset="0"/>
              <a:cs typeface="Times New Roman" panose="02020603050405020304" pitchFamily="18" charset="0"/>
            </a:endParaRPr>
          </a:p>
          <a:p>
            <a:pPr lvl="1" algn="just" eaLnBrk="1" hangingPunct="1"/>
            <a:endParaRPr lang="en-US" altLang="en-US" sz="240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32CF011C-B92E-41E0-981C-293413929D9B}"/>
              </a:ext>
            </a:extLst>
          </p:cNvPr>
          <p:cNvSpPr>
            <a:spLocks noGrp="1"/>
          </p:cNvSpPr>
          <p:nvPr>
            <p:ph type="dt" sz="quarter" idx="10"/>
          </p:nvPr>
        </p:nvSpPr>
        <p:spPr/>
        <p:txBody>
          <a:bodyPr/>
          <a:lstStyle/>
          <a:p>
            <a:pPr>
              <a:defRPr/>
            </a:pPr>
            <a:fld id="{4BEFCDEC-AEFC-4EED-BAF3-95F4609D890A}" type="datetime1">
              <a:rPr lang="en-US" smtClean="0"/>
              <a:pPr>
                <a:defRPr/>
              </a:pPr>
              <a:t>5/17/2022</a:t>
            </a:fld>
            <a:endParaRPr lang="en-US"/>
          </a:p>
        </p:txBody>
      </p:sp>
      <p:sp>
        <p:nvSpPr>
          <p:cNvPr id="5" name="Footer Placeholder 4">
            <a:extLst>
              <a:ext uri="{FF2B5EF4-FFF2-40B4-BE49-F238E27FC236}">
                <a16:creationId xmlns:a16="http://schemas.microsoft.com/office/drawing/2014/main" id="{6A857A0A-4D71-4615-91F0-ADD23E57ABF3}"/>
              </a:ext>
            </a:extLst>
          </p:cNvPr>
          <p:cNvSpPr>
            <a:spLocks noGrp="1"/>
          </p:cNvSpPr>
          <p:nvPr>
            <p:ph type="ftr" sz="quarter" idx="11"/>
          </p:nvPr>
        </p:nvSpPr>
        <p:spPr>
          <a:xfrm>
            <a:off x="2819400" y="6356350"/>
            <a:ext cx="6934200" cy="365125"/>
          </a:xfrm>
        </p:spPr>
        <p:txBody>
          <a:bodyPr/>
          <a:lstStyle/>
          <a:p>
            <a:pPr>
              <a:defRPr/>
            </a:pPr>
            <a:r>
              <a:rPr lang="en-US" dirty="0"/>
              <a:t>(Programming in Advanced Python)                                 Unit No:2</a:t>
            </a:r>
          </a:p>
        </p:txBody>
      </p:sp>
      <p:sp>
        <p:nvSpPr>
          <p:cNvPr id="136197" name="Slide Number Placeholder 5">
            <a:extLst>
              <a:ext uri="{FF2B5EF4-FFF2-40B4-BE49-F238E27FC236}">
                <a16:creationId xmlns:a16="http://schemas.microsoft.com/office/drawing/2014/main" id="{D295185E-47E5-48AD-AA9C-64BD8D0B7EE3}"/>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E9811283-39FA-4C9B-84D3-AC01F6C6EC0D}" type="slidenum">
              <a:rPr lang="en-US" altLang="en-US" sz="1200" dirty="0">
                <a:solidFill>
                  <a:srgbClr val="898989"/>
                </a:solidFill>
              </a:rPr>
              <a:pPr>
                <a:spcBef>
                  <a:spcPct val="0"/>
                </a:spcBef>
                <a:buFontTx/>
                <a:buNone/>
              </a:pPr>
              <a:t>175</a:t>
            </a:fld>
            <a:endParaRPr lang="en-US" altLang="en-US" sz="1200">
              <a:solidFill>
                <a:srgbClr val="898989"/>
              </a:solidFill>
            </a:endParaRPr>
          </a:p>
        </p:txBody>
      </p:sp>
      <p:sp>
        <p:nvSpPr>
          <p:cNvPr id="7" name="Title 1">
            <a:extLst>
              <a:ext uri="{FF2B5EF4-FFF2-40B4-BE49-F238E27FC236}">
                <a16:creationId xmlns:a16="http://schemas.microsoft.com/office/drawing/2014/main" id="{9F0CCA6A-E162-4B82-82D8-49E23BB23D76}"/>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US" sz="3200" b="1" dirty="0">
                <a:latin typeface="Times New Roman" panose="02020603050405020304" pitchFamily="18" charset="0"/>
                <a:cs typeface="Times New Roman" panose="02020603050405020304" pitchFamily="18" charset="0"/>
              </a:rPr>
              <a:t>Video Links/You Tube Links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9458">
                                            <p:txEl>
                                              <p:pRg st="0" end="0"/>
                                            </p:txEl>
                                          </p:spTgt>
                                        </p:tgtEl>
                                        <p:attrNameLst>
                                          <p:attrName>style.visibility</p:attrName>
                                        </p:attrNameLst>
                                      </p:cBhvr>
                                      <p:to>
                                        <p:strVal val="visible"/>
                                      </p:to>
                                    </p:set>
                                    <p:animEffect transition="in" filter="blinds(horizontal)">
                                      <p:cBhvr>
                                        <p:cTn id="7" dur="500"/>
                                        <p:tgtEl>
                                          <p:spTgt spid="19458">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9458">
                                            <p:txEl>
                                              <p:pRg st="1" end="1"/>
                                            </p:txEl>
                                          </p:spTgt>
                                        </p:tgtEl>
                                        <p:attrNameLst>
                                          <p:attrName>style.visibility</p:attrName>
                                        </p:attrNameLst>
                                      </p:cBhvr>
                                      <p:to>
                                        <p:strVal val="visible"/>
                                      </p:to>
                                    </p:set>
                                    <p:animEffect transition="in" filter="blinds(horizontal)">
                                      <p:cBhvr>
                                        <p:cTn id="12" dur="500"/>
                                        <p:tgtEl>
                                          <p:spTgt spid="19458">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19458">
                                            <p:txEl>
                                              <p:pRg st="2" end="2"/>
                                            </p:txEl>
                                          </p:spTgt>
                                        </p:tgtEl>
                                        <p:attrNameLst>
                                          <p:attrName>style.visibility</p:attrName>
                                        </p:attrNameLst>
                                      </p:cBhvr>
                                      <p:to>
                                        <p:strVal val="visible"/>
                                      </p:to>
                                    </p:set>
                                    <p:animEffect transition="in" filter="blinds(horizontal)">
                                      <p:cBhvr>
                                        <p:cTn id="17" dur="500"/>
                                        <p:tgtEl>
                                          <p:spTgt spid="19458">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19458">
                                            <p:txEl>
                                              <p:pRg st="3" end="3"/>
                                            </p:txEl>
                                          </p:spTgt>
                                        </p:tgtEl>
                                        <p:attrNameLst>
                                          <p:attrName>style.visibility</p:attrName>
                                        </p:attrNameLst>
                                      </p:cBhvr>
                                      <p:to>
                                        <p:strVal val="visible"/>
                                      </p:to>
                                    </p:set>
                                    <p:animEffect transition="in" filter="blinds(horizontal)">
                                      <p:cBhvr>
                                        <p:cTn id="22" dur="500"/>
                                        <p:tgtEl>
                                          <p:spTgt spid="1945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Date Placeholder 5">
            <a:extLst>
              <a:ext uri="{FF2B5EF4-FFF2-40B4-BE49-F238E27FC236}">
                <a16:creationId xmlns:a16="http://schemas.microsoft.com/office/drawing/2014/main" id="{F2949587-80EF-4953-BDF6-486F19EE39B0}"/>
              </a:ext>
            </a:extLst>
          </p:cNvPr>
          <p:cNvSpPr>
            <a:spLocks noGrp="1"/>
          </p:cNvSpPr>
          <p:nvPr>
            <p:ph type="dt" sz="quarter" idx="10"/>
          </p:nvPr>
        </p:nvSpPr>
        <p:spPr/>
        <p:txBody>
          <a:bodyPr/>
          <a:lstStyle/>
          <a:p>
            <a:pPr>
              <a:defRPr/>
            </a:pPr>
            <a:fld id="{718F34E0-69D3-4BFC-8EEE-1989D4B82EED}" type="datetime1">
              <a:rPr lang="en-US" smtClean="0"/>
              <a:pPr>
                <a:defRPr/>
              </a:pPr>
              <a:t>5/17/2022</a:t>
            </a:fld>
            <a:endParaRPr lang="en-US"/>
          </a:p>
        </p:txBody>
      </p:sp>
      <p:sp>
        <p:nvSpPr>
          <p:cNvPr id="137219" name="Slide Number Placeholder 6">
            <a:extLst>
              <a:ext uri="{FF2B5EF4-FFF2-40B4-BE49-F238E27FC236}">
                <a16:creationId xmlns:a16="http://schemas.microsoft.com/office/drawing/2014/main" id="{666DBCFA-5501-48A7-A904-DB90DE327A97}"/>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293EFCFE-2AAE-4D0B-8967-B47D91E7DB7F}" type="slidenum">
              <a:rPr lang="en-US" altLang="en-US" sz="1200" dirty="0">
                <a:solidFill>
                  <a:srgbClr val="898989"/>
                </a:solidFill>
              </a:rPr>
              <a:pPr>
                <a:spcBef>
                  <a:spcPct val="0"/>
                </a:spcBef>
                <a:buFontTx/>
                <a:buNone/>
              </a:pPr>
              <a:t>176</a:t>
            </a:fld>
            <a:endParaRPr lang="en-US" altLang="en-US" sz="1200">
              <a:solidFill>
                <a:srgbClr val="898989"/>
              </a:solidFill>
            </a:endParaRPr>
          </a:p>
        </p:txBody>
      </p:sp>
      <p:sp>
        <p:nvSpPr>
          <p:cNvPr id="8" name="Title 1">
            <a:extLst>
              <a:ext uri="{FF2B5EF4-FFF2-40B4-BE49-F238E27FC236}">
                <a16:creationId xmlns:a16="http://schemas.microsoft.com/office/drawing/2014/main" id="{FCE90794-F4B5-4223-A8DD-527791A83527}"/>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US" sz="3200" b="1" dirty="0">
                <a:latin typeface="Times New Roman" panose="02020603050405020304" pitchFamily="18" charset="0"/>
                <a:cs typeface="Times New Roman" panose="02020603050405020304" pitchFamily="18" charset="0"/>
              </a:rPr>
              <a:t>TEXT  &amp; REFERENCE BOOKS</a:t>
            </a:r>
          </a:p>
        </p:txBody>
      </p:sp>
      <p:sp>
        <p:nvSpPr>
          <p:cNvPr id="10" name="Footer Placeholder 9">
            <a:extLst>
              <a:ext uri="{FF2B5EF4-FFF2-40B4-BE49-F238E27FC236}">
                <a16:creationId xmlns:a16="http://schemas.microsoft.com/office/drawing/2014/main" id="{D99759D2-0D2C-4780-AA84-AB44DFD9CBC4}"/>
              </a:ext>
            </a:extLst>
          </p:cNvPr>
          <p:cNvSpPr>
            <a:spLocks noGrp="1"/>
          </p:cNvSpPr>
          <p:nvPr>
            <p:ph type="ftr" sz="quarter" idx="11"/>
          </p:nvPr>
        </p:nvSpPr>
        <p:spPr>
          <a:xfrm>
            <a:off x="3124200" y="6356350"/>
            <a:ext cx="6705600" cy="365125"/>
          </a:xfrm>
        </p:spPr>
        <p:txBody>
          <a:bodyPr/>
          <a:lstStyle/>
          <a:p>
            <a:pPr>
              <a:defRPr/>
            </a:pPr>
            <a:r>
              <a:rPr lang="en-US" dirty="0"/>
              <a:t>(Programming in Advanced Python)                                 Unit No:2</a:t>
            </a:r>
          </a:p>
        </p:txBody>
      </p:sp>
      <p:graphicFrame>
        <p:nvGraphicFramePr>
          <p:cNvPr id="2" name="Table 1">
            <a:extLst>
              <a:ext uri="{FF2B5EF4-FFF2-40B4-BE49-F238E27FC236}">
                <a16:creationId xmlns:a16="http://schemas.microsoft.com/office/drawing/2014/main" id="{6696DD53-6F3E-4AA8-A80F-013B1442C63A}"/>
              </a:ext>
            </a:extLst>
          </p:cNvPr>
          <p:cNvGraphicFramePr>
            <a:graphicFrameLocks noGrp="1"/>
          </p:cNvGraphicFramePr>
          <p:nvPr>
            <p:extLst>
              <p:ext uri="{D42A27DB-BD31-4B8C-83A1-F6EECF244321}">
                <p14:modId xmlns:p14="http://schemas.microsoft.com/office/powerpoint/2010/main" val="1928201881"/>
              </p:ext>
            </p:extLst>
          </p:nvPr>
        </p:nvGraphicFramePr>
        <p:xfrm>
          <a:off x="1600200" y="685800"/>
          <a:ext cx="10439400" cy="3276600"/>
        </p:xfrm>
        <a:graphic>
          <a:graphicData uri="http://schemas.openxmlformats.org/drawingml/2006/table">
            <a:tbl>
              <a:tblPr firstRow="1" firstCol="1" bandRow="1">
                <a:tableStyleId>{2D5ABB26-0587-4C30-8999-92F81FD0307C}</a:tableStyleId>
              </a:tblPr>
              <a:tblGrid>
                <a:gridCol w="10439400">
                  <a:extLst>
                    <a:ext uri="{9D8B030D-6E8A-4147-A177-3AD203B41FA5}">
                      <a16:colId xmlns:a16="http://schemas.microsoft.com/office/drawing/2014/main" val="3275030358"/>
                    </a:ext>
                  </a:extLst>
                </a:gridCol>
              </a:tblGrid>
              <a:tr h="333836">
                <a:tc>
                  <a:txBody>
                    <a:bodyPr/>
                    <a:lstStyle/>
                    <a:p>
                      <a:pPr marL="0" marR="0" algn="l">
                        <a:lnSpc>
                          <a:spcPct val="107000"/>
                        </a:lnSpc>
                        <a:spcBef>
                          <a:spcPts val="0"/>
                        </a:spcBef>
                        <a:spcAft>
                          <a:spcPts val="0"/>
                        </a:spcAft>
                        <a:tabLst>
                          <a:tab pos="1533525" algn="l"/>
                        </a:tabLst>
                      </a:pPr>
                      <a:r>
                        <a:rPr lang="en-IN" sz="2000" b="1" dirty="0">
                          <a:effectLst/>
                          <a:latin typeface="Times New Roman"/>
                          <a:cs typeface="Times New Roman"/>
                        </a:rPr>
                        <a:t>Text books:</a:t>
                      </a:r>
                      <a:endParaRPr lang="en-US" sz="2000" b="1" dirty="0">
                        <a:effectLst/>
                        <a:latin typeface="Times New Roman"/>
                        <a:ea typeface="Calibri" panose="020F0502020204030204" pitchFamily="34" charset="0"/>
                        <a:cs typeface="Times New Roman"/>
                      </a:endParaRPr>
                    </a:p>
                  </a:txBody>
                  <a:tcPr marL="68580" marR="68580" marT="0" marB="0"/>
                </a:tc>
                <a:extLst>
                  <a:ext uri="{0D108BD9-81ED-4DB2-BD59-A6C34878D82A}">
                    <a16:rowId xmlns:a16="http://schemas.microsoft.com/office/drawing/2014/main" val="3988119435"/>
                  </a:ext>
                </a:extLst>
              </a:tr>
              <a:tr h="651417">
                <a:tc>
                  <a:txBody>
                    <a:bodyPr/>
                    <a:lstStyle/>
                    <a:p>
                      <a:pPr marL="0" marR="0" algn="l">
                        <a:lnSpc>
                          <a:spcPct val="107000"/>
                        </a:lnSpc>
                        <a:spcBef>
                          <a:spcPts val="0"/>
                        </a:spcBef>
                        <a:spcAft>
                          <a:spcPts val="0"/>
                        </a:spcAft>
                        <a:tabLst>
                          <a:tab pos="1533525" algn="l"/>
                        </a:tabLst>
                      </a:pPr>
                      <a:r>
                        <a:rPr lang="en-IN" sz="2000" dirty="0">
                          <a:effectLst/>
                          <a:latin typeface="Times New Roman"/>
                          <a:cs typeface="Times New Roman"/>
                        </a:rPr>
                        <a:t>(1) Magnus Lie Hetland, "Beginning Python-From Novice to Professional"—Third Edition, </a:t>
                      </a:r>
                      <a:r>
                        <a:rPr lang="en-IN" sz="2000" dirty="0" err="1">
                          <a:effectLst/>
                          <a:latin typeface="Times New Roman"/>
                          <a:cs typeface="Times New Roman"/>
                        </a:rPr>
                        <a:t>Apress</a:t>
                      </a:r>
                      <a:endParaRPr lang="en-US" sz="2000" dirty="0">
                        <a:effectLst/>
                        <a:latin typeface="Times New Roman"/>
                        <a:ea typeface="Calibri" panose="020F0502020204030204" pitchFamily="34" charset="0"/>
                        <a:cs typeface="Times New Roman"/>
                      </a:endParaRPr>
                    </a:p>
                  </a:txBody>
                  <a:tcPr marL="68580" marR="68580" marT="0" marB="0"/>
                </a:tc>
                <a:extLst>
                  <a:ext uri="{0D108BD9-81ED-4DB2-BD59-A6C34878D82A}">
                    <a16:rowId xmlns:a16="http://schemas.microsoft.com/office/drawing/2014/main" val="4294083045"/>
                  </a:ext>
                </a:extLst>
              </a:tr>
              <a:tr h="651417">
                <a:tc>
                  <a:txBody>
                    <a:bodyPr/>
                    <a:lstStyle/>
                    <a:p>
                      <a:pPr marL="0" marR="0" algn="l">
                        <a:lnSpc>
                          <a:spcPct val="107000"/>
                        </a:lnSpc>
                        <a:spcBef>
                          <a:spcPts val="0"/>
                        </a:spcBef>
                        <a:spcAft>
                          <a:spcPts val="0"/>
                        </a:spcAft>
                      </a:pPr>
                      <a:r>
                        <a:rPr lang="en-IN" sz="2000" dirty="0">
                          <a:effectLst/>
                          <a:latin typeface="Times New Roman"/>
                          <a:cs typeface="Times New Roman"/>
                        </a:rPr>
                        <a:t>(2) Peter Morgan, Data Analysis from Scratch with Python, AI Sciences </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384761529"/>
                  </a:ext>
                </a:extLst>
              </a:tr>
              <a:tr h="988513">
                <a:tc>
                  <a:txBody>
                    <a:bodyPr/>
                    <a:lstStyle/>
                    <a:p>
                      <a:pPr marL="0" marR="0" algn="l">
                        <a:lnSpc>
                          <a:spcPct val="107000"/>
                        </a:lnSpc>
                        <a:spcBef>
                          <a:spcPts val="0"/>
                        </a:spcBef>
                        <a:spcAft>
                          <a:spcPts val="0"/>
                        </a:spcAft>
                      </a:pPr>
                      <a:r>
                        <a:rPr lang="en-IN" sz="2000" dirty="0">
                          <a:effectLst/>
                          <a:latin typeface="Times New Roman"/>
                          <a:cs typeface="Times New Roman"/>
                        </a:rPr>
                        <a:t>(3) Allen B. Downey, “Think Python: How to Think Like a Computer Scientist”, 2nd    </a:t>
                      </a:r>
                      <a:endParaRPr lang="en-US" sz="2000">
                        <a:effectLst/>
                        <a:latin typeface="Times New Roman" panose="02020603050405020304" pitchFamily="18" charset="0"/>
                        <a:cs typeface="Times New Roman" panose="02020603050405020304" pitchFamily="18" charset="0"/>
                      </a:endParaRPr>
                    </a:p>
                    <a:p>
                      <a:pPr marL="0" marR="0" algn="l">
                        <a:lnSpc>
                          <a:spcPct val="107000"/>
                        </a:lnSpc>
                        <a:spcBef>
                          <a:spcPts val="0"/>
                        </a:spcBef>
                        <a:spcAft>
                          <a:spcPts val="0"/>
                        </a:spcAft>
                      </a:pPr>
                      <a:r>
                        <a:rPr lang="en-IN" sz="2000" dirty="0">
                          <a:effectLst/>
                          <a:latin typeface="Times New Roman"/>
                          <a:cs typeface="Times New Roman"/>
                        </a:rPr>
                        <a:t>edition, Updated for Python 3, Shroff/O‘Reilly Publishers, 2016 </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335467612"/>
                  </a:ext>
                </a:extLst>
              </a:tr>
              <a:tr h="651417">
                <a:tc>
                  <a:txBody>
                    <a:bodyPr/>
                    <a:lstStyle/>
                    <a:p>
                      <a:pPr marL="0" marR="0" algn="l">
                        <a:lnSpc>
                          <a:spcPct val="107000"/>
                        </a:lnSpc>
                        <a:spcBef>
                          <a:spcPts val="0"/>
                        </a:spcBef>
                        <a:spcAft>
                          <a:spcPts val="0"/>
                        </a:spcAft>
                      </a:pPr>
                      <a:r>
                        <a:rPr lang="en-IN" sz="2000" dirty="0">
                          <a:effectLst/>
                          <a:latin typeface="Times New Roman"/>
                          <a:cs typeface="Times New Roman"/>
                        </a:rPr>
                        <a:t>(4) Miguel Grinberg, Developing Web applications with python, OREILLY </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772360639"/>
                  </a:ext>
                </a:extLst>
              </a:tr>
            </a:tbl>
          </a:graphicData>
        </a:graphic>
      </p:graphicFrame>
      <p:graphicFrame>
        <p:nvGraphicFramePr>
          <p:cNvPr id="3" name="Table 2">
            <a:extLst>
              <a:ext uri="{FF2B5EF4-FFF2-40B4-BE49-F238E27FC236}">
                <a16:creationId xmlns:a16="http://schemas.microsoft.com/office/drawing/2014/main" id="{4A1F3EBB-24E4-43BE-AB35-11DF52E23C86}"/>
              </a:ext>
            </a:extLst>
          </p:cNvPr>
          <p:cNvGraphicFramePr>
            <a:graphicFrameLocks noGrp="1"/>
          </p:cNvGraphicFramePr>
          <p:nvPr>
            <p:extLst>
              <p:ext uri="{D42A27DB-BD31-4B8C-83A1-F6EECF244321}">
                <p14:modId xmlns:p14="http://schemas.microsoft.com/office/powerpoint/2010/main" val="626303812"/>
              </p:ext>
            </p:extLst>
          </p:nvPr>
        </p:nvGraphicFramePr>
        <p:xfrm>
          <a:off x="1600200" y="3657600"/>
          <a:ext cx="10439400" cy="2887664"/>
        </p:xfrm>
        <a:graphic>
          <a:graphicData uri="http://schemas.openxmlformats.org/drawingml/2006/table">
            <a:tbl>
              <a:tblPr firstRow="1" firstCol="1" bandRow="1">
                <a:tableStyleId>{2D5ABB26-0587-4C30-8999-92F81FD0307C}</a:tableStyleId>
              </a:tblPr>
              <a:tblGrid>
                <a:gridCol w="10439400">
                  <a:extLst>
                    <a:ext uri="{9D8B030D-6E8A-4147-A177-3AD203B41FA5}">
                      <a16:colId xmlns:a16="http://schemas.microsoft.com/office/drawing/2014/main" val="330943721"/>
                    </a:ext>
                  </a:extLst>
                </a:gridCol>
              </a:tblGrid>
              <a:tr h="326680">
                <a:tc>
                  <a:txBody>
                    <a:bodyPr/>
                    <a:lstStyle/>
                    <a:p>
                      <a:pPr marL="0" marR="0" algn="just">
                        <a:lnSpc>
                          <a:spcPct val="107000"/>
                        </a:lnSpc>
                        <a:spcBef>
                          <a:spcPts val="0"/>
                        </a:spcBef>
                        <a:spcAft>
                          <a:spcPts val="0"/>
                        </a:spcAft>
                        <a:tabLst>
                          <a:tab pos="1533525" algn="l"/>
                        </a:tabLst>
                      </a:pPr>
                      <a:r>
                        <a:rPr lang="en-IN" sz="2000" b="1" dirty="0">
                          <a:effectLst/>
                          <a:latin typeface="Times New Roman"/>
                          <a:cs typeface="Times New Roman"/>
                        </a:rPr>
                        <a:t>Reference Books:</a:t>
                      </a:r>
                      <a:endParaRPr lang="en-US" sz="2000" b="1" dirty="0">
                        <a:effectLst/>
                        <a:latin typeface="Times New Roman"/>
                        <a:ea typeface="Calibri" panose="020F0502020204030204" pitchFamily="34" charset="0"/>
                        <a:cs typeface="Times New Roman"/>
                      </a:endParaRPr>
                    </a:p>
                  </a:txBody>
                  <a:tcPr marL="68580" marR="68580" marT="0" marB="0"/>
                </a:tc>
                <a:extLst>
                  <a:ext uri="{0D108BD9-81ED-4DB2-BD59-A6C34878D82A}">
                    <a16:rowId xmlns:a16="http://schemas.microsoft.com/office/drawing/2014/main" val="1211424624"/>
                  </a:ext>
                </a:extLst>
              </a:tr>
              <a:tr h="660171">
                <a:tc>
                  <a:txBody>
                    <a:bodyPr/>
                    <a:lstStyle/>
                    <a:p>
                      <a:pPr marL="0" marR="0" algn="just">
                        <a:lnSpc>
                          <a:spcPct val="107000"/>
                        </a:lnSpc>
                        <a:spcBef>
                          <a:spcPts val="0"/>
                        </a:spcBef>
                        <a:spcAft>
                          <a:spcPts val="0"/>
                        </a:spcAft>
                        <a:tabLst>
                          <a:tab pos="1533525" algn="l"/>
                        </a:tabLst>
                      </a:pPr>
                      <a:r>
                        <a:rPr lang="en-IN" sz="2000" dirty="0">
                          <a:effectLst/>
                          <a:latin typeface="Times New Roman"/>
                          <a:cs typeface="Times New Roman"/>
                        </a:rPr>
                        <a:t>(1) Dusty Phillips, Python 3 Object-oriented Programming - Second Edition, O’Reilly</a:t>
                      </a:r>
                      <a:endParaRPr lang="en-US" sz="2000" dirty="0">
                        <a:effectLst/>
                        <a:latin typeface="Times New Roman"/>
                        <a:ea typeface="Calibri" panose="020F0502020204030204" pitchFamily="34" charset="0"/>
                        <a:cs typeface="Times New Roman"/>
                      </a:endParaRPr>
                    </a:p>
                  </a:txBody>
                  <a:tcPr marL="68580" marR="68580" marT="0" marB="0"/>
                </a:tc>
                <a:extLst>
                  <a:ext uri="{0D108BD9-81ED-4DB2-BD59-A6C34878D82A}">
                    <a16:rowId xmlns:a16="http://schemas.microsoft.com/office/drawing/2014/main" val="1754711527"/>
                  </a:ext>
                </a:extLst>
              </a:tr>
              <a:tr h="321739">
                <a:tc>
                  <a:txBody>
                    <a:bodyPr/>
                    <a:lstStyle/>
                    <a:p>
                      <a:pPr marL="0" marR="0" algn="just">
                        <a:lnSpc>
                          <a:spcPct val="107000"/>
                        </a:lnSpc>
                        <a:spcBef>
                          <a:spcPts val="0"/>
                        </a:spcBef>
                        <a:spcAft>
                          <a:spcPts val="0"/>
                        </a:spcAft>
                        <a:tabLst>
                          <a:tab pos="1533525" algn="l"/>
                        </a:tabLst>
                      </a:pPr>
                      <a:r>
                        <a:rPr lang="en-IN" sz="2000" dirty="0">
                          <a:effectLst/>
                          <a:latin typeface="Times New Roman"/>
                          <a:cs typeface="Times New Roman"/>
                        </a:rPr>
                        <a:t>(2) Burkhard Meier, Python GUI Programming Cookbook - Third , </a:t>
                      </a:r>
                      <a:r>
                        <a:rPr lang="en-IN" sz="2000" dirty="0" err="1">
                          <a:effectLst/>
                          <a:latin typeface="Times New Roman"/>
                          <a:cs typeface="Times New Roman"/>
                        </a:rPr>
                        <a:t>Packt</a:t>
                      </a:r>
                      <a:endParaRPr lang="en-US" sz="2000" dirty="0">
                        <a:effectLst/>
                        <a:latin typeface="Times New Roman"/>
                        <a:ea typeface="Calibri" panose="020F0502020204030204" pitchFamily="34" charset="0"/>
                        <a:cs typeface="Times New Roman"/>
                      </a:endParaRPr>
                    </a:p>
                  </a:txBody>
                  <a:tcPr marL="68580" marR="68580" marT="0" marB="0"/>
                </a:tc>
                <a:extLst>
                  <a:ext uri="{0D108BD9-81ED-4DB2-BD59-A6C34878D82A}">
                    <a16:rowId xmlns:a16="http://schemas.microsoft.com/office/drawing/2014/main" val="86497575"/>
                  </a:ext>
                </a:extLst>
              </a:tr>
              <a:tr h="918903">
                <a:tc>
                  <a:txBody>
                    <a:bodyPr/>
                    <a:lstStyle/>
                    <a:p>
                      <a:pPr marL="0" marR="0" algn="just">
                        <a:lnSpc>
                          <a:spcPct val="107000"/>
                        </a:lnSpc>
                        <a:spcBef>
                          <a:spcPts val="0"/>
                        </a:spcBef>
                        <a:spcAft>
                          <a:spcPts val="0"/>
                        </a:spcAft>
                      </a:pPr>
                      <a:r>
                        <a:rPr lang="en-IN" sz="2000" dirty="0">
                          <a:effectLst/>
                          <a:latin typeface="Times New Roman"/>
                          <a:cs typeface="Times New Roman"/>
                        </a:rPr>
                        <a:t>(3) DOUG HELLMANN, THE PYTHON 3 STANDARD LIBRARY BY EXAMPLE, :</a:t>
                      </a:r>
                      <a:r>
                        <a:rPr lang="en-IN" sz="2000" dirty="0" err="1">
                          <a:effectLst/>
                          <a:latin typeface="Times New Roman"/>
                          <a:cs typeface="Times New Roman"/>
                        </a:rPr>
                        <a:t>Pyth</a:t>
                      </a:r>
                      <a:r>
                        <a:rPr lang="en-IN" sz="2000" dirty="0">
                          <a:effectLst/>
                          <a:latin typeface="Times New Roman"/>
                          <a:cs typeface="Times New Roman"/>
                        </a:rPr>
                        <a:t> 3 Stan </a:t>
                      </a:r>
                      <a:r>
                        <a:rPr lang="en-IN" sz="2000" dirty="0" err="1">
                          <a:effectLst/>
                          <a:latin typeface="Times New Roman"/>
                          <a:cs typeface="Times New Roman"/>
                        </a:rPr>
                        <a:t>Libr</a:t>
                      </a:r>
                      <a:r>
                        <a:rPr lang="en-IN" sz="2000" dirty="0">
                          <a:effectLst/>
                          <a:latin typeface="Times New Roman"/>
                          <a:cs typeface="Times New Roman"/>
                        </a:rPr>
                        <a:t> Exam _2 (Developer's Library) 1st Edition, Kindle Edition. </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984682300"/>
                  </a:ext>
                </a:extLst>
              </a:tr>
              <a:tr h="660171">
                <a:tc>
                  <a:txBody>
                    <a:bodyPr/>
                    <a:lstStyle/>
                    <a:p>
                      <a:pPr marL="0" marR="0" algn="just">
                        <a:lnSpc>
                          <a:spcPct val="107000"/>
                        </a:lnSpc>
                        <a:spcBef>
                          <a:spcPts val="0"/>
                        </a:spcBef>
                        <a:spcAft>
                          <a:spcPts val="0"/>
                        </a:spcAft>
                      </a:pPr>
                      <a:r>
                        <a:rPr lang="en-IN" sz="2000" dirty="0">
                          <a:effectLst/>
                          <a:latin typeface="Times New Roman"/>
                          <a:cs typeface="Times New Roman"/>
                        </a:rPr>
                        <a:t>(4) Kenneth A. Lambert, ―Fundamentals of Python: First Programs‖, CENGAGE Learning, 2012. </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89047089"/>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A8E8A65D-C05B-4229-8E40-EFBEACCBB03D}"/>
              </a:ext>
            </a:extLst>
          </p:cNvPr>
          <p:cNvSpPr>
            <a:spLocks noGrp="1"/>
          </p:cNvSpPr>
          <p:nvPr>
            <p:ph type="dt" sz="quarter" idx="10"/>
          </p:nvPr>
        </p:nvSpPr>
        <p:spPr/>
        <p:txBody>
          <a:bodyPr/>
          <a:lstStyle/>
          <a:p>
            <a:pPr>
              <a:defRPr/>
            </a:pPr>
            <a:fld id="{7A7B7BBC-17FA-463E-AB02-B3CFEA8C0BB4}" type="datetime1">
              <a:rPr lang="en-US" smtClean="0"/>
              <a:pPr>
                <a:defRPr/>
              </a:pPr>
              <a:t>5/17/2022</a:t>
            </a:fld>
            <a:endParaRPr lang="en-US"/>
          </a:p>
        </p:txBody>
      </p:sp>
      <p:sp>
        <p:nvSpPr>
          <p:cNvPr id="5" name="Footer Placeholder 4">
            <a:extLst>
              <a:ext uri="{FF2B5EF4-FFF2-40B4-BE49-F238E27FC236}">
                <a16:creationId xmlns:a16="http://schemas.microsoft.com/office/drawing/2014/main" id="{F714A0A9-4EC6-434A-8B70-589BCFC8C8DD}"/>
              </a:ext>
            </a:extLst>
          </p:cNvPr>
          <p:cNvSpPr>
            <a:spLocks noGrp="1"/>
          </p:cNvSpPr>
          <p:nvPr>
            <p:ph type="ftr" sz="quarter" idx="11"/>
          </p:nvPr>
        </p:nvSpPr>
        <p:spPr>
          <a:xfrm>
            <a:off x="2971800" y="6356350"/>
            <a:ext cx="6858000" cy="365125"/>
          </a:xfrm>
        </p:spPr>
        <p:txBody>
          <a:bodyPr/>
          <a:lstStyle/>
          <a:p>
            <a:pPr>
              <a:defRPr/>
            </a:pPr>
            <a:r>
              <a:rPr lang="en-US" dirty="0"/>
              <a:t>(Programming in Advanced Python)                                 Unit No:2</a:t>
            </a:r>
          </a:p>
        </p:txBody>
      </p:sp>
      <p:sp>
        <p:nvSpPr>
          <p:cNvPr id="139268" name="Slide Number Placeholder 5">
            <a:extLst>
              <a:ext uri="{FF2B5EF4-FFF2-40B4-BE49-F238E27FC236}">
                <a16:creationId xmlns:a16="http://schemas.microsoft.com/office/drawing/2014/main" id="{49DA6BF7-EF4A-44DE-9112-6ECFD9E9B691}"/>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86B75134-3449-4F7E-B83A-2CF0932C96B2}" type="slidenum">
              <a:rPr lang="en-US" altLang="en-US" sz="1200" dirty="0">
                <a:solidFill>
                  <a:srgbClr val="898989"/>
                </a:solidFill>
              </a:rPr>
              <a:pPr>
                <a:spcBef>
                  <a:spcPct val="0"/>
                </a:spcBef>
                <a:buFontTx/>
                <a:buNone/>
              </a:pPr>
              <a:t>177</a:t>
            </a:fld>
            <a:endParaRPr lang="en-US" altLang="en-US" sz="1200">
              <a:solidFill>
                <a:srgbClr val="898989"/>
              </a:solidFill>
            </a:endParaRPr>
          </a:p>
        </p:txBody>
      </p:sp>
      <p:sp>
        <p:nvSpPr>
          <p:cNvPr id="7" name="Title 1">
            <a:extLst>
              <a:ext uri="{FF2B5EF4-FFF2-40B4-BE49-F238E27FC236}">
                <a16:creationId xmlns:a16="http://schemas.microsoft.com/office/drawing/2014/main" id="{35F67DD2-FA50-478E-9A8B-2234A125A4D6}"/>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US" sz="3200" b="1" dirty="0">
                <a:latin typeface="Times New Roman" panose="02020603050405020304" pitchFamily="18" charset="0"/>
                <a:cs typeface="Times New Roman" panose="02020603050405020304" pitchFamily="18" charset="0"/>
              </a:rPr>
              <a:t>SUMMARY</a:t>
            </a:r>
          </a:p>
        </p:txBody>
      </p:sp>
      <p:sp>
        <p:nvSpPr>
          <p:cNvPr id="11" name="Rounded Rectangle 10">
            <a:extLst>
              <a:ext uri="{FF2B5EF4-FFF2-40B4-BE49-F238E27FC236}">
                <a16:creationId xmlns:a16="http://schemas.microsoft.com/office/drawing/2014/main" id="{F33A37A7-2DBE-4143-A221-5CEA83265C60}"/>
              </a:ext>
            </a:extLst>
          </p:cNvPr>
          <p:cNvSpPr/>
          <p:nvPr/>
        </p:nvSpPr>
        <p:spPr>
          <a:xfrm>
            <a:off x="2238854" y="1886309"/>
            <a:ext cx="9064625" cy="2786063"/>
          </a:xfrm>
          <a:prstGeom prst="roundRect">
            <a:avLst/>
          </a:prstGeom>
        </p:spPr>
        <p:style>
          <a:lnRef idx="2">
            <a:schemeClr val="accent6"/>
          </a:lnRef>
          <a:fillRef idx="1">
            <a:schemeClr val="lt1"/>
          </a:fillRef>
          <a:effectRef idx="0">
            <a:schemeClr val="accent6"/>
          </a:effectRef>
          <a:fontRef idx="minor">
            <a:schemeClr val="dk1"/>
          </a:fontRef>
        </p:style>
        <p:txBody>
          <a:bodyPr anchor="ctr"/>
          <a:lstStyle/>
          <a:p>
            <a:pPr>
              <a:defRPr/>
            </a:pPr>
            <a:r>
              <a:rPr lang="en-US" sz="2800" b="1" dirty="0">
                <a:latin typeface="Times New Roman" panose="02020603050405020304" pitchFamily="18" charset="0"/>
                <a:cs typeface="Times New Roman" panose="02020603050405020304" pitchFamily="18" charset="0"/>
              </a:rPr>
              <a:t>Introspection</a:t>
            </a:r>
            <a:r>
              <a:rPr lang="en-US" sz="2800" dirty="0">
                <a:latin typeface="Times New Roman" panose="02020603050405020304" pitchFamily="18" charset="0"/>
                <a:cs typeface="Times New Roman" panose="02020603050405020304" pitchFamily="18" charset="0"/>
              </a:rPr>
              <a:t> is an ability to determine the type of an object at runtime. Everything in </a:t>
            </a:r>
            <a:r>
              <a:rPr lang="en-US" sz="2800" b="1" dirty="0">
                <a:latin typeface="Times New Roman" panose="02020603050405020304" pitchFamily="18" charset="0"/>
                <a:cs typeface="Times New Roman" panose="02020603050405020304" pitchFamily="18" charset="0"/>
              </a:rPr>
              <a:t>python</a:t>
            </a:r>
            <a:r>
              <a:rPr lang="en-US" sz="2800" dirty="0">
                <a:latin typeface="Times New Roman" panose="02020603050405020304" pitchFamily="18" charset="0"/>
                <a:cs typeface="Times New Roman" panose="02020603050405020304" pitchFamily="18" charset="0"/>
              </a:rPr>
              <a:t> is an object. Every object in </a:t>
            </a:r>
            <a:r>
              <a:rPr lang="en-US" sz="2800" b="1" dirty="0">
                <a:latin typeface="Times New Roman" panose="02020603050405020304" pitchFamily="18" charset="0"/>
                <a:cs typeface="Times New Roman" panose="02020603050405020304" pitchFamily="18" charset="0"/>
              </a:rPr>
              <a:t>Python</a:t>
            </a:r>
            <a:r>
              <a:rPr lang="en-US" sz="2800" dirty="0">
                <a:latin typeface="Times New Roman" panose="02020603050405020304" pitchFamily="18" charset="0"/>
                <a:cs typeface="Times New Roman" panose="02020603050405020304" pitchFamily="18" charset="0"/>
              </a:rPr>
              <a:t> may have attributes and methods.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arn(inVertical)">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5A1EC54D-8406-4FF2-9D93-D6C77F04BD4B}"/>
              </a:ext>
            </a:extLst>
          </p:cNvPr>
          <p:cNvSpPr>
            <a:spLocks noGrp="1"/>
          </p:cNvSpPr>
          <p:nvPr>
            <p:ph type="dt" sz="quarter" idx="10"/>
          </p:nvPr>
        </p:nvSpPr>
        <p:spPr/>
        <p:txBody>
          <a:bodyPr/>
          <a:lstStyle/>
          <a:p>
            <a:pPr>
              <a:defRPr/>
            </a:pPr>
            <a:fld id="{916349B0-4511-4EE6-BA81-805EAACDF09D}" type="datetime1">
              <a:rPr lang="en-US" smtClean="0"/>
              <a:pPr>
                <a:defRPr/>
              </a:pPr>
              <a:t>5/17/2022</a:t>
            </a:fld>
            <a:endParaRPr lang="en-US"/>
          </a:p>
        </p:txBody>
      </p:sp>
      <p:sp>
        <p:nvSpPr>
          <p:cNvPr id="5" name="Footer Placeholder 4">
            <a:extLst>
              <a:ext uri="{FF2B5EF4-FFF2-40B4-BE49-F238E27FC236}">
                <a16:creationId xmlns:a16="http://schemas.microsoft.com/office/drawing/2014/main" id="{D8C1B712-5A1D-4CA4-97F3-686080A469BF}"/>
              </a:ext>
            </a:extLst>
          </p:cNvPr>
          <p:cNvSpPr>
            <a:spLocks noGrp="1"/>
          </p:cNvSpPr>
          <p:nvPr>
            <p:ph type="ftr" sz="quarter" idx="11"/>
          </p:nvPr>
        </p:nvSpPr>
        <p:spPr>
          <a:xfrm>
            <a:off x="2971800" y="6356350"/>
            <a:ext cx="6934200" cy="365125"/>
          </a:xfrm>
        </p:spPr>
        <p:txBody>
          <a:bodyPr/>
          <a:lstStyle/>
          <a:p>
            <a:pPr>
              <a:defRPr/>
            </a:pPr>
            <a:r>
              <a:rPr lang="en-US" dirty="0"/>
              <a:t>(Programming in Advanced Python)                                 Unit No:2</a:t>
            </a:r>
          </a:p>
        </p:txBody>
      </p:sp>
      <p:sp>
        <p:nvSpPr>
          <p:cNvPr id="140292" name="Slide Number Placeholder 5">
            <a:extLst>
              <a:ext uri="{FF2B5EF4-FFF2-40B4-BE49-F238E27FC236}">
                <a16:creationId xmlns:a16="http://schemas.microsoft.com/office/drawing/2014/main" id="{F0F6B156-9447-4104-A47B-D5C043F7208A}"/>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2CFB1ED7-196C-4AF8-87F2-A0F9FAE6099F}" type="slidenum">
              <a:rPr lang="en-US" altLang="en-US" sz="1200" dirty="0">
                <a:solidFill>
                  <a:srgbClr val="898989"/>
                </a:solidFill>
              </a:rPr>
              <a:pPr>
                <a:spcBef>
                  <a:spcPct val="0"/>
                </a:spcBef>
                <a:buFontTx/>
                <a:buNone/>
              </a:pPr>
              <a:t>178</a:t>
            </a:fld>
            <a:endParaRPr lang="en-US" altLang="en-US" sz="1200">
              <a:solidFill>
                <a:srgbClr val="898989"/>
              </a:solidFill>
            </a:endParaRPr>
          </a:p>
        </p:txBody>
      </p:sp>
      <p:sp>
        <p:nvSpPr>
          <p:cNvPr id="7" name="Title 1">
            <a:extLst>
              <a:ext uri="{FF2B5EF4-FFF2-40B4-BE49-F238E27FC236}">
                <a16:creationId xmlns:a16="http://schemas.microsoft.com/office/drawing/2014/main" id="{162603F6-8BD2-4DD1-89AF-4F4B09B6DF38}"/>
              </a:ext>
            </a:extLst>
          </p:cNvPr>
          <p:cNvSpPr txBox="1">
            <a:spLocks/>
          </p:cNvSpPr>
          <p:nvPr/>
        </p:nvSpPr>
        <p:spPr>
          <a:xfrm>
            <a:off x="16002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endParaRPr lang="en-US" sz="2400"/>
          </a:p>
        </p:txBody>
      </p:sp>
      <p:sp>
        <p:nvSpPr>
          <p:cNvPr id="3" name="Oval 2">
            <a:extLst>
              <a:ext uri="{FF2B5EF4-FFF2-40B4-BE49-F238E27FC236}">
                <a16:creationId xmlns:a16="http://schemas.microsoft.com/office/drawing/2014/main" id="{2AE86570-6C45-46A5-83AD-046B8F6B7AF3}"/>
              </a:ext>
            </a:extLst>
          </p:cNvPr>
          <p:cNvSpPr/>
          <p:nvPr/>
        </p:nvSpPr>
        <p:spPr>
          <a:xfrm>
            <a:off x="3429000" y="1905000"/>
            <a:ext cx="5257800" cy="3581400"/>
          </a:xfrm>
          <a:prstGeom prst="ellipse">
            <a:avLst/>
          </a:prstGeom>
        </p:spPr>
        <p:style>
          <a:lnRef idx="1">
            <a:schemeClr val="accent5"/>
          </a:lnRef>
          <a:fillRef idx="2">
            <a:schemeClr val="accent5"/>
          </a:fillRef>
          <a:effectRef idx="1">
            <a:schemeClr val="accent5"/>
          </a:effectRef>
          <a:fontRef idx="minor">
            <a:schemeClr val="dk1"/>
          </a:fontRef>
        </p:style>
        <p:txBody>
          <a:bodyPr anchor="ctr"/>
          <a:lstStyle/>
          <a:p>
            <a:pPr algn="ctr">
              <a:defRPr/>
            </a:pPr>
            <a:r>
              <a:rPr lang="en-US" sz="4400" dirty="0">
                <a:latin typeface="Times New Roman" panose="02020603050405020304" pitchFamily="18" charset="0"/>
                <a:cs typeface="Times New Roman" panose="02020603050405020304" pitchFamily="18" charset="0"/>
              </a:rPr>
              <a:t>THANK YOU</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440</TotalTime>
  <Words>14570</Words>
  <Application>Microsoft Office PowerPoint</Application>
  <PresentationFormat>Widescreen</PresentationFormat>
  <Paragraphs>2350</Paragraphs>
  <Slides>178</Slides>
  <Notes>7</Notes>
  <HiddenSlides>0</HiddenSlides>
  <MMClips>3</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178</vt:i4>
      </vt:variant>
    </vt:vector>
  </HeadingPairs>
  <TitlesOfParts>
    <vt:vector size="187" baseType="lpstr">
      <vt:lpstr>Arial</vt:lpstr>
      <vt:lpstr>Arial</vt:lpstr>
      <vt:lpstr>Arial,Sans-Serif</vt:lpstr>
      <vt:lpstr>Calibri</vt:lpstr>
      <vt:lpstr>Consolas</vt:lpstr>
      <vt:lpstr>Times</vt:lpstr>
      <vt:lpstr>Times New Roman</vt:lpstr>
      <vt:lpstr>Wingdings</vt:lpstr>
      <vt:lpstr>Office Theme</vt:lpstr>
      <vt:lpstr>Noida Institute of Engineering and Technology, Greater Noida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Inheritance (CO2)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Daily MCQs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Polymorphism(CO2)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Daily MCQs</vt:lpstr>
      <vt:lpstr>PowerPoint Presentation</vt:lpstr>
      <vt:lpstr>PowerPoint Presentation</vt:lpstr>
      <vt:lpstr>PowerPoint Presentation</vt:lpstr>
      <vt:lpstr>Method Overriding with arguments(CO2)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MCQs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Manks</dc:creator>
  <cp:lastModifiedBy>Rohini Sharma</cp:lastModifiedBy>
  <cp:revision>321</cp:revision>
  <dcterms:created xsi:type="dcterms:W3CDTF">2006-08-16T00:00:00Z</dcterms:created>
  <dcterms:modified xsi:type="dcterms:W3CDTF">2022-05-17T10:00:43Z</dcterms:modified>
</cp:coreProperties>
</file>